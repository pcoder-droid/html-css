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6" r:id="rId2"/>
    <p:sldMasterId id="2147483654" r:id="rId3"/>
  </p:sldMasterIdLst>
  <p:sldIdLst>
    <p:sldId id="271" r:id="rId4"/>
    <p:sldId id="317" r:id="rId5"/>
    <p:sldId id="274" r:id="rId6"/>
    <p:sldId id="362" r:id="rId7"/>
    <p:sldId id="352" r:id="rId8"/>
    <p:sldId id="353" r:id="rId9"/>
    <p:sldId id="354" r:id="rId10"/>
    <p:sldId id="355" r:id="rId11"/>
    <p:sldId id="320" r:id="rId12"/>
    <p:sldId id="321" r:id="rId13"/>
    <p:sldId id="326" r:id="rId14"/>
    <p:sldId id="327" r:id="rId15"/>
    <p:sldId id="325" r:id="rId16"/>
    <p:sldId id="328" r:id="rId17"/>
    <p:sldId id="329" r:id="rId18"/>
    <p:sldId id="331" r:id="rId19"/>
    <p:sldId id="335" r:id="rId20"/>
    <p:sldId id="330" r:id="rId21"/>
    <p:sldId id="332" r:id="rId22"/>
    <p:sldId id="333" r:id="rId23"/>
    <p:sldId id="334" r:id="rId24"/>
    <p:sldId id="336" r:id="rId25"/>
    <p:sldId id="337" r:id="rId26"/>
    <p:sldId id="339" r:id="rId27"/>
    <p:sldId id="338" r:id="rId28"/>
    <p:sldId id="340" r:id="rId29"/>
    <p:sldId id="341" r:id="rId30"/>
    <p:sldId id="342" r:id="rId31"/>
    <p:sldId id="343" r:id="rId32"/>
    <p:sldId id="344" r:id="rId33"/>
    <p:sldId id="349" r:id="rId34"/>
    <p:sldId id="350" r:id="rId35"/>
    <p:sldId id="356" r:id="rId36"/>
    <p:sldId id="357" r:id="rId37"/>
    <p:sldId id="358" r:id="rId38"/>
    <p:sldId id="359" r:id="rId39"/>
    <p:sldId id="360" r:id="rId40"/>
    <p:sldId id="345" r:id="rId41"/>
    <p:sldId id="346" r:id="rId42"/>
    <p:sldId id="347" r:id="rId43"/>
    <p:sldId id="348" r:id="rId44"/>
    <p:sldId id="351" r:id="rId45"/>
    <p:sldId id="282" r:id="rId46"/>
    <p:sldId id="361" r:id="rId47"/>
    <p:sldId id="319"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81A"/>
    <a:srgbClr val="FFE356"/>
    <a:srgbClr val="36174D"/>
    <a:srgbClr val="C0A000"/>
    <a:srgbClr val="FE4D3B"/>
    <a:srgbClr val="E6C511"/>
    <a:srgbClr val="2CFFFF"/>
    <a:srgbClr val="5F29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330347-90F4-4D74-BBCA-16F2FC71E7F0}" v="191" dt="2023-10-21T03:38:31.4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30" autoAdjust="0"/>
    <p:restoredTop sz="94660"/>
  </p:normalViewPr>
  <p:slideViewPr>
    <p:cSldViewPr snapToGrid="0" showGuides="1">
      <p:cViewPr>
        <p:scale>
          <a:sx n="67" d="100"/>
          <a:sy n="67" d="100"/>
        </p:scale>
        <p:origin x="744"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microsoft.com/office/2016/11/relationships/changesInfo" Target="changesInfos/changesInfo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ak gupta" userId="f9a89c6c66891a25" providerId="LiveId" clId="{F223D064-5E46-4C65-B439-B338B92B7D89}"/>
    <pc:docChg chg="undo redo custSel addSld delSld modSld sldOrd">
      <pc:chgData name="Palak gupta" userId="f9a89c6c66891a25" providerId="LiveId" clId="{F223D064-5E46-4C65-B439-B338B92B7D89}" dt="2023-09-26T09:06:21.071" v="10130" actId="1076"/>
      <pc:docMkLst>
        <pc:docMk/>
      </pc:docMkLst>
      <pc:sldChg chg="modSp del mod">
        <pc:chgData name="Palak gupta" userId="f9a89c6c66891a25" providerId="LiveId" clId="{F223D064-5E46-4C65-B439-B338B92B7D89}" dt="2023-09-26T04:34:49.006" v="10027" actId="2696"/>
        <pc:sldMkLst>
          <pc:docMk/>
          <pc:sldMk cId="313758320" sldId="257"/>
        </pc:sldMkLst>
        <pc:spChg chg="mod">
          <ac:chgData name="Palak gupta" userId="f9a89c6c66891a25" providerId="LiveId" clId="{F223D064-5E46-4C65-B439-B338B92B7D89}" dt="2023-09-19T13:18:18.052" v="5458" actId="1076"/>
          <ac:spMkLst>
            <pc:docMk/>
            <pc:sldMk cId="313758320" sldId="257"/>
            <ac:spMk id="72" creationId="{9C5A04AA-A50B-457A-A783-D941E78BCCDF}"/>
          </ac:spMkLst>
        </pc:spChg>
      </pc:sldChg>
      <pc:sldChg chg="del">
        <pc:chgData name="Palak gupta" userId="f9a89c6c66891a25" providerId="LiveId" clId="{F223D064-5E46-4C65-B439-B338B92B7D89}" dt="2023-09-26T04:34:45.142" v="10026" actId="2696"/>
        <pc:sldMkLst>
          <pc:docMk/>
          <pc:sldMk cId="212682184" sldId="258"/>
        </pc:sldMkLst>
      </pc:sldChg>
      <pc:sldChg chg="del">
        <pc:chgData name="Palak gupta" userId="f9a89c6c66891a25" providerId="LiveId" clId="{F223D064-5E46-4C65-B439-B338B92B7D89}" dt="2023-09-26T04:34:38.457" v="10025" actId="2696"/>
        <pc:sldMkLst>
          <pc:docMk/>
          <pc:sldMk cId="486176497" sldId="259"/>
        </pc:sldMkLst>
      </pc:sldChg>
      <pc:sldChg chg="addSp delSp modSp mod">
        <pc:chgData name="Palak gupta" userId="f9a89c6c66891a25" providerId="LiveId" clId="{F223D064-5E46-4C65-B439-B338B92B7D89}" dt="2023-09-26T09:06:21.071" v="10130" actId="1076"/>
        <pc:sldMkLst>
          <pc:docMk/>
          <pc:sldMk cId="624062513" sldId="274"/>
        </pc:sldMkLst>
        <pc:spChg chg="add mod">
          <ac:chgData name="Palak gupta" userId="f9a89c6c66891a25" providerId="LiveId" clId="{F223D064-5E46-4C65-B439-B338B92B7D89}" dt="2023-09-17T10:21:08.632" v="22" actId="1035"/>
          <ac:spMkLst>
            <pc:docMk/>
            <pc:sldMk cId="624062513" sldId="274"/>
            <ac:spMk id="2" creationId="{7D346E3C-D0AB-8E5A-C676-45D6EC8DE30A}"/>
          </ac:spMkLst>
        </pc:spChg>
        <pc:spChg chg="add mod">
          <ac:chgData name="Palak gupta" userId="f9a89c6c66891a25" providerId="LiveId" clId="{F223D064-5E46-4C65-B439-B338B92B7D89}" dt="2023-09-22T11:24:48.985" v="5867" actId="14100"/>
          <ac:spMkLst>
            <pc:docMk/>
            <pc:sldMk cId="624062513" sldId="274"/>
            <ac:spMk id="3" creationId="{90DB4CD4-9BBA-1AC2-94AC-55A02D737DCE}"/>
          </ac:spMkLst>
        </pc:spChg>
        <pc:spChg chg="del mod">
          <ac:chgData name="Palak gupta" userId="f9a89c6c66891a25" providerId="LiveId" clId="{F223D064-5E46-4C65-B439-B338B92B7D89}" dt="2023-09-17T12:29:08.042" v="180" actId="478"/>
          <ac:spMkLst>
            <pc:docMk/>
            <pc:sldMk cId="624062513" sldId="274"/>
            <ac:spMk id="3" creationId="{993B75C5-9BDB-4B5F-AB3F-CB12A702F1F8}"/>
          </ac:spMkLst>
        </pc:spChg>
        <pc:spChg chg="mod">
          <ac:chgData name="Palak gupta" userId="f9a89c6c66891a25" providerId="LiveId" clId="{F223D064-5E46-4C65-B439-B338B92B7D89}" dt="2023-09-26T09:06:21.071" v="10130" actId="1076"/>
          <ac:spMkLst>
            <pc:docMk/>
            <pc:sldMk cId="624062513" sldId="274"/>
            <ac:spMk id="5" creationId="{8591A18A-7559-4485-BC2C-6ACBBA9F87DF}"/>
          </ac:spMkLst>
        </pc:spChg>
        <pc:spChg chg="mod">
          <ac:chgData name="Palak gupta" userId="f9a89c6c66891a25" providerId="LiveId" clId="{F223D064-5E46-4C65-B439-B338B92B7D89}" dt="2023-09-22T16:11:35.454" v="6688"/>
          <ac:spMkLst>
            <pc:docMk/>
            <pc:sldMk cId="624062513" sldId="274"/>
            <ac:spMk id="7" creationId="{1093C1FF-F66D-3EEC-40B3-C8086A684E62}"/>
          </ac:spMkLst>
        </pc:spChg>
        <pc:spChg chg="mod">
          <ac:chgData name="Palak gupta" userId="f9a89c6c66891a25" providerId="LiveId" clId="{F223D064-5E46-4C65-B439-B338B92B7D89}" dt="2023-09-22T16:11:35.454" v="6688"/>
          <ac:spMkLst>
            <pc:docMk/>
            <pc:sldMk cId="624062513" sldId="274"/>
            <ac:spMk id="11" creationId="{688D2DBC-35C7-974C-0A12-FDFFAE8675BE}"/>
          </ac:spMkLst>
        </pc:spChg>
        <pc:spChg chg="mod">
          <ac:chgData name="Palak gupta" userId="f9a89c6c66891a25" providerId="LiveId" clId="{F223D064-5E46-4C65-B439-B338B92B7D89}" dt="2023-09-22T16:11:35.454" v="6688"/>
          <ac:spMkLst>
            <pc:docMk/>
            <pc:sldMk cId="624062513" sldId="274"/>
            <ac:spMk id="12" creationId="{BFFEACB2-C2FB-659D-AE7F-04B2AE575092}"/>
          </ac:spMkLst>
        </pc:spChg>
        <pc:spChg chg="mod">
          <ac:chgData name="Palak gupta" userId="f9a89c6c66891a25" providerId="LiveId" clId="{F223D064-5E46-4C65-B439-B338B92B7D89}" dt="2023-09-22T16:11:35.454" v="6688"/>
          <ac:spMkLst>
            <pc:docMk/>
            <pc:sldMk cId="624062513" sldId="274"/>
            <ac:spMk id="14" creationId="{43B81B45-B8E9-B4CE-B52B-5BAB8F32B60C}"/>
          </ac:spMkLst>
        </pc:spChg>
        <pc:spChg chg="mod">
          <ac:chgData name="Palak gupta" userId="f9a89c6c66891a25" providerId="LiveId" clId="{F223D064-5E46-4C65-B439-B338B92B7D89}" dt="2023-09-22T16:11:35.454" v="6688"/>
          <ac:spMkLst>
            <pc:docMk/>
            <pc:sldMk cId="624062513" sldId="274"/>
            <ac:spMk id="16" creationId="{5487FC8F-6266-7B90-AD4C-FF76190A808A}"/>
          </ac:spMkLst>
        </pc:spChg>
        <pc:spChg chg="mod">
          <ac:chgData name="Palak gupta" userId="f9a89c6c66891a25" providerId="LiveId" clId="{F223D064-5E46-4C65-B439-B338B92B7D89}" dt="2023-09-22T16:11:35.454" v="6688"/>
          <ac:spMkLst>
            <pc:docMk/>
            <pc:sldMk cId="624062513" sldId="274"/>
            <ac:spMk id="18" creationId="{7B1B7E58-7E69-4C87-5F03-8A6B67456DD2}"/>
          </ac:spMkLst>
        </pc:spChg>
        <pc:spChg chg="mod">
          <ac:chgData name="Palak gupta" userId="f9a89c6c66891a25" providerId="LiveId" clId="{F223D064-5E46-4C65-B439-B338B92B7D89}" dt="2023-09-19T05:37:28.445" v="1473" actId="255"/>
          <ac:spMkLst>
            <pc:docMk/>
            <pc:sldMk cId="624062513" sldId="274"/>
            <ac:spMk id="19" creationId="{042C12F7-AE9B-40D2-A6C4-2F1B6BC860EE}"/>
          </ac:spMkLst>
        </pc:spChg>
        <pc:spChg chg="mod">
          <ac:chgData name="Palak gupta" userId="f9a89c6c66891a25" providerId="LiveId" clId="{F223D064-5E46-4C65-B439-B338B92B7D89}" dt="2023-09-22T16:11:35.454" v="6688"/>
          <ac:spMkLst>
            <pc:docMk/>
            <pc:sldMk cId="624062513" sldId="274"/>
            <ac:spMk id="26" creationId="{5B50BB30-6437-C34F-42C0-5D447CE50E44}"/>
          </ac:spMkLst>
        </pc:spChg>
        <pc:spChg chg="mod">
          <ac:chgData name="Palak gupta" userId="f9a89c6c66891a25" providerId="LiveId" clId="{F223D064-5E46-4C65-B439-B338B92B7D89}" dt="2023-09-22T16:11:35.454" v="6688"/>
          <ac:spMkLst>
            <pc:docMk/>
            <pc:sldMk cId="624062513" sldId="274"/>
            <ac:spMk id="27" creationId="{DB9792FA-00BF-B326-9C05-FD0309F746B4}"/>
          </ac:spMkLst>
        </pc:spChg>
        <pc:spChg chg="mod">
          <ac:chgData name="Palak gupta" userId="f9a89c6c66891a25" providerId="LiveId" clId="{F223D064-5E46-4C65-B439-B338B92B7D89}" dt="2023-09-22T16:11:35.454" v="6688"/>
          <ac:spMkLst>
            <pc:docMk/>
            <pc:sldMk cId="624062513" sldId="274"/>
            <ac:spMk id="28" creationId="{DE1734E9-8AB4-B5CF-9CBA-712D4FC24AC1}"/>
          </ac:spMkLst>
        </pc:spChg>
        <pc:spChg chg="mod">
          <ac:chgData name="Palak gupta" userId="f9a89c6c66891a25" providerId="LiveId" clId="{F223D064-5E46-4C65-B439-B338B92B7D89}" dt="2023-09-19T05:17:19.150" v="1286" actId="1076"/>
          <ac:spMkLst>
            <pc:docMk/>
            <pc:sldMk cId="624062513" sldId="274"/>
            <ac:spMk id="31" creationId="{6C3EB5A1-3CF0-4BD5-BB53-71BA76F7E118}"/>
          </ac:spMkLst>
        </pc:spChg>
        <pc:spChg chg="mod">
          <ac:chgData name="Palak gupta" userId="f9a89c6c66891a25" providerId="LiveId" clId="{F223D064-5E46-4C65-B439-B338B92B7D89}" dt="2023-09-17T12:30:03.120" v="181" actId="20577"/>
          <ac:spMkLst>
            <pc:docMk/>
            <pc:sldMk cId="624062513" sldId="274"/>
            <ac:spMk id="83" creationId="{BC99D5C0-49FA-4E40-A44B-5CBF050E5027}"/>
          </ac:spMkLst>
        </pc:spChg>
        <pc:spChg chg="mod">
          <ac:chgData name="Palak gupta" userId="f9a89c6c66891a25" providerId="LiveId" clId="{F223D064-5E46-4C65-B439-B338B92B7D89}" dt="2023-09-26T09:05:43.110" v="10113"/>
          <ac:spMkLst>
            <pc:docMk/>
            <pc:sldMk cId="624062513" sldId="274"/>
            <ac:spMk id="84" creationId="{C2D60BF5-734C-4822-B3C3-C1F81420029C}"/>
          </ac:spMkLst>
        </pc:spChg>
        <pc:spChg chg="mod">
          <ac:chgData name="Palak gupta" userId="f9a89c6c66891a25" providerId="LiveId" clId="{F223D064-5E46-4C65-B439-B338B92B7D89}" dt="2023-09-17T12:30:07.599" v="182" actId="20577"/>
          <ac:spMkLst>
            <pc:docMk/>
            <pc:sldMk cId="624062513" sldId="274"/>
            <ac:spMk id="88" creationId="{07A5FCA3-532E-4C20-ABEF-9B1BBB37AA2C}"/>
          </ac:spMkLst>
        </pc:spChg>
        <pc:spChg chg="mod">
          <ac:chgData name="Palak gupta" userId="f9a89c6c66891a25" providerId="LiveId" clId="{F223D064-5E46-4C65-B439-B338B92B7D89}" dt="2023-09-26T09:05:37.398" v="10112"/>
          <ac:spMkLst>
            <pc:docMk/>
            <pc:sldMk cId="624062513" sldId="274"/>
            <ac:spMk id="89" creationId="{FAA994B7-3E11-497F-B303-F940B1BA2CA3}"/>
          </ac:spMkLst>
        </pc:spChg>
        <pc:spChg chg="mod">
          <ac:chgData name="Palak gupta" userId="f9a89c6c66891a25" providerId="LiveId" clId="{F223D064-5E46-4C65-B439-B338B92B7D89}" dt="2023-09-26T04:38:34.824" v="10103" actId="1076"/>
          <ac:spMkLst>
            <pc:docMk/>
            <pc:sldMk cId="624062513" sldId="274"/>
            <ac:spMk id="93" creationId="{5C42DF97-C8D5-45F6-9BF3-B650D985AC89}"/>
          </ac:spMkLst>
        </pc:spChg>
        <pc:spChg chg="mod">
          <ac:chgData name="Palak gupta" userId="f9a89c6c66891a25" providerId="LiveId" clId="{F223D064-5E46-4C65-B439-B338B92B7D89}" dt="2023-09-26T09:05:30.789" v="10111"/>
          <ac:spMkLst>
            <pc:docMk/>
            <pc:sldMk cId="624062513" sldId="274"/>
            <ac:spMk id="94" creationId="{44E65764-3AA6-4F74-89F2-7ACE88A1A06E}"/>
          </ac:spMkLst>
        </pc:spChg>
        <pc:spChg chg="mod">
          <ac:chgData name="Palak gupta" userId="f9a89c6c66891a25" providerId="LiveId" clId="{F223D064-5E46-4C65-B439-B338B92B7D89}" dt="2023-09-22T16:11:35.454" v="6688"/>
          <ac:spMkLst>
            <pc:docMk/>
            <pc:sldMk cId="624062513" sldId="274"/>
            <ac:spMk id="95" creationId="{BD6B5648-8CA6-F127-978C-88EFE3DB314D}"/>
          </ac:spMkLst>
        </pc:spChg>
        <pc:spChg chg="mod">
          <ac:chgData name="Palak gupta" userId="f9a89c6c66891a25" providerId="LiveId" clId="{F223D064-5E46-4C65-B439-B338B92B7D89}" dt="2023-09-22T16:11:35.454" v="6688"/>
          <ac:spMkLst>
            <pc:docMk/>
            <pc:sldMk cId="624062513" sldId="274"/>
            <ac:spMk id="96" creationId="{E4E1DC99-9693-8DD5-EBEE-FF90084E89DD}"/>
          </ac:spMkLst>
        </pc:spChg>
        <pc:spChg chg="mod">
          <ac:chgData name="Palak gupta" userId="f9a89c6c66891a25" providerId="LiveId" clId="{F223D064-5E46-4C65-B439-B338B92B7D89}" dt="2023-09-22T16:11:35.454" v="6688"/>
          <ac:spMkLst>
            <pc:docMk/>
            <pc:sldMk cId="624062513" sldId="274"/>
            <ac:spMk id="97" creationId="{9D2A99EB-74F4-3338-C904-940D0268B780}"/>
          </ac:spMkLst>
        </pc:spChg>
        <pc:spChg chg="mod">
          <ac:chgData name="Palak gupta" userId="f9a89c6c66891a25" providerId="LiveId" clId="{F223D064-5E46-4C65-B439-B338B92B7D89}" dt="2023-09-22T16:11:35.454" v="6688"/>
          <ac:spMkLst>
            <pc:docMk/>
            <pc:sldMk cId="624062513" sldId="274"/>
            <ac:spMk id="98" creationId="{C50B7E95-9CD7-0193-24D4-8F4E3990EA76}"/>
          </ac:spMkLst>
        </pc:spChg>
        <pc:spChg chg="mod">
          <ac:chgData name="Palak gupta" userId="f9a89c6c66891a25" providerId="LiveId" clId="{F223D064-5E46-4C65-B439-B338B92B7D89}" dt="2023-09-22T16:11:35.454" v="6688"/>
          <ac:spMkLst>
            <pc:docMk/>
            <pc:sldMk cId="624062513" sldId="274"/>
            <ac:spMk id="100" creationId="{26E2988A-BC5A-F1CD-7272-38A36A535801}"/>
          </ac:spMkLst>
        </pc:spChg>
        <pc:spChg chg="mod">
          <ac:chgData name="Palak gupta" userId="f9a89c6c66891a25" providerId="LiveId" clId="{F223D064-5E46-4C65-B439-B338B92B7D89}" dt="2023-09-22T16:11:35.454" v="6688"/>
          <ac:spMkLst>
            <pc:docMk/>
            <pc:sldMk cId="624062513" sldId="274"/>
            <ac:spMk id="101" creationId="{F0FE0755-D17D-F580-3329-4F8C78A5BB1C}"/>
          </ac:spMkLst>
        </pc:spChg>
        <pc:spChg chg="mod">
          <ac:chgData name="Palak gupta" userId="f9a89c6c66891a25" providerId="LiveId" clId="{F223D064-5E46-4C65-B439-B338B92B7D89}" dt="2023-09-22T16:11:35.454" v="6688"/>
          <ac:spMkLst>
            <pc:docMk/>
            <pc:sldMk cId="624062513" sldId="274"/>
            <ac:spMk id="102" creationId="{61D65BB8-85CB-0E89-929A-1881D0532090}"/>
          </ac:spMkLst>
        </pc:spChg>
        <pc:grpChg chg="add mod">
          <ac:chgData name="Palak gupta" userId="f9a89c6c66891a25" providerId="LiveId" clId="{F223D064-5E46-4C65-B439-B338B92B7D89}" dt="2023-09-22T16:11:45.615" v="6691" actId="1076"/>
          <ac:grpSpMkLst>
            <pc:docMk/>
            <pc:sldMk cId="624062513" sldId="274"/>
            <ac:grpSpMk id="4" creationId="{35EC37B6-48D7-003D-A9DD-5B5BE2AA754B}"/>
          </ac:grpSpMkLst>
        </pc:grpChg>
        <pc:grpChg chg="mod">
          <ac:chgData name="Palak gupta" userId="f9a89c6c66891a25" providerId="LiveId" clId="{F223D064-5E46-4C65-B439-B338B92B7D89}" dt="2023-09-22T16:11:35.454" v="6688"/>
          <ac:grpSpMkLst>
            <pc:docMk/>
            <pc:sldMk cId="624062513" sldId="274"/>
            <ac:grpSpMk id="8" creationId="{7F79297C-980D-CE42-34BE-B6E2C7700579}"/>
          </ac:grpSpMkLst>
        </pc:grpChg>
        <pc:grpChg chg="mod">
          <ac:chgData name="Palak gupta" userId="f9a89c6c66891a25" providerId="LiveId" clId="{F223D064-5E46-4C65-B439-B338B92B7D89}" dt="2023-09-22T16:11:35.454" v="6688"/>
          <ac:grpSpMkLst>
            <pc:docMk/>
            <pc:sldMk cId="624062513" sldId="274"/>
            <ac:grpSpMk id="9" creationId="{1C6A4E20-2EBB-4C69-605B-1D76E7E5AD7D}"/>
          </ac:grpSpMkLst>
        </pc:grpChg>
        <pc:grpChg chg="mod">
          <ac:chgData name="Palak gupta" userId="f9a89c6c66891a25" providerId="LiveId" clId="{F223D064-5E46-4C65-B439-B338B92B7D89}" dt="2023-09-22T16:11:35.454" v="6688"/>
          <ac:grpSpMkLst>
            <pc:docMk/>
            <pc:sldMk cId="624062513" sldId="274"/>
            <ac:grpSpMk id="10" creationId="{E03ADC60-FED8-9C9D-61FE-861DB84A72BF}"/>
          </ac:grpSpMkLst>
        </pc:grpChg>
        <pc:grpChg chg="mod">
          <ac:chgData name="Palak gupta" userId="f9a89c6c66891a25" providerId="LiveId" clId="{F223D064-5E46-4C65-B439-B338B92B7D89}" dt="2023-09-22T16:11:35.454" v="6688"/>
          <ac:grpSpMkLst>
            <pc:docMk/>
            <pc:sldMk cId="624062513" sldId="274"/>
            <ac:grpSpMk id="13" creationId="{BFAA936A-7441-64B3-9CC1-4D6CECAF5760}"/>
          </ac:grpSpMkLst>
        </pc:grpChg>
        <pc:grpChg chg="mod">
          <ac:chgData name="Palak gupta" userId="f9a89c6c66891a25" providerId="LiveId" clId="{F223D064-5E46-4C65-B439-B338B92B7D89}" dt="2023-09-22T16:11:35.454" v="6688"/>
          <ac:grpSpMkLst>
            <pc:docMk/>
            <pc:sldMk cId="624062513" sldId="274"/>
            <ac:grpSpMk id="15" creationId="{64BE6093-2CD3-B01A-EC3E-762401D67346}"/>
          </ac:grpSpMkLst>
        </pc:grpChg>
        <pc:grpChg chg="mod">
          <ac:chgData name="Palak gupta" userId="f9a89c6c66891a25" providerId="LiveId" clId="{F223D064-5E46-4C65-B439-B338B92B7D89}" dt="2023-09-22T16:11:35.454" v="6688"/>
          <ac:grpSpMkLst>
            <pc:docMk/>
            <pc:sldMk cId="624062513" sldId="274"/>
            <ac:grpSpMk id="17" creationId="{1BE0A6C5-692A-73CB-86E4-50D4F7CB69F9}"/>
          </ac:grpSpMkLst>
        </pc:grpChg>
        <pc:grpChg chg="mod">
          <ac:chgData name="Palak gupta" userId="f9a89c6c66891a25" providerId="LiveId" clId="{F223D064-5E46-4C65-B439-B338B92B7D89}" dt="2023-09-19T05:56:41.265" v="1770" actId="1076"/>
          <ac:grpSpMkLst>
            <pc:docMk/>
            <pc:sldMk cId="624062513" sldId="274"/>
            <ac:grpSpMk id="20" creationId="{F2F7D63C-9C1E-483F-9F3C-623D625D2CE1}"/>
          </ac:grpSpMkLst>
        </pc:grpChg>
        <pc:grpChg chg="mod">
          <ac:chgData name="Palak gupta" userId="f9a89c6c66891a25" providerId="LiveId" clId="{F223D064-5E46-4C65-B439-B338B92B7D89}" dt="2023-09-19T05:49:29.954" v="1622" actId="1076"/>
          <ac:grpSpMkLst>
            <pc:docMk/>
            <pc:sldMk cId="624062513" sldId="274"/>
            <ac:grpSpMk id="23" creationId="{7DDFDBBB-5FD1-4358-9ACC-967678FD5B83}"/>
          </ac:grpSpMkLst>
        </pc:grpChg>
        <pc:grpChg chg="mod">
          <ac:chgData name="Palak gupta" userId="f9a89c6c66891a25" providerId="LiveId" clId="{F223D064-5E46-4C65-B439-B338B92B7D89}" dt="2023-09-19T05:50:41.930" v="1638" actId="1076"/>
          <ac:grpSpMkLst>
            <pc:docMk/>
            <pc:sldMk cId="624062513" sldId="274"/>
            <ac:grpSpMk id="34" creationId="{FD604367-943C-403F-9B88-218C6882CFA6}"/>
          </ac:grpSpMkLst>
        </pc:grpChg>
        <pc:grpChg chg="mod">
          <ac:chgData name="Palak gupta" userId="f9a89c6c66891a25" providerId="LiveId" clId="{F223D064-5E46-4C65-B439-B338B92B7D89}" dt="2023-09-19T05:17:37.199" v="1354" actId="1038"/>
          <ac:grpSpMkLst>
            <pc:docMk/>
            <pc:sldMk cId="624062513" sldId="274"/>
            <ac:grpSpMk id="56" creationId="{78C26EEF-D283-4DD8-BA13-CA872CD5E88C}"/>
          </ac:grpSpMkLst>
        </pc:grpChg>
        <pc:grpChg chg="del">
          <ac:chgData name="Palak gupta" userId="f9a89c6c66891a25" providerId="LiveId" clId="{F223D064-5E46-4C65-B439-B338B92B7D89}" dt="2023-09-17T12:29:08.042" v="180" actId="478"/>
          <ac:grpSpMkLst>
            <pc:docMk/>
            <pc:sldMk cId="624062513" sldId="274"/>
            <ac:grpSpMk id="78" creationId="{8E16F429-6192-415F-9755-6EE02C49F2C5}"/>
          </ac:grpSpMkLst>
        </pc:grpChg>
        <pc:cxnChg chg="mod">
          <ac:chgData name="Palak gupta" userId="f9a89c6c66891a25" providerId="LiveId" clId="{F223D064-5E46-4C65-B439-B338B92B7D89}" dt="2023-09-22T16:11:35.454" v="6688"/>
          <ac:cxnSpMkLst>
            <pc:docMk/>
            <pc:sldMk cId="624062513" sldId="274"/>
            <ac:cxnSpMk id="78" creationId="{E10FBB22-1824-4687-6824-1E9908CC538B}"/>
          </ac:cxnSpMkLst>
        </pc:cxnChg>
        <pc:cxnChg chg="mod">
          <ac:chgData name="Palak gupta" userId="f9a89c6c66891a25" providerId="LiveId" clId="{F223D064-5E46-4C65-B439-B338B92B7D89}" dt="2023-09-22T16:11:35.454" v="6688"/>
          <ac:cxnSpMkLst>
            <pc:docMk/>
            <pc:sldMk cId="624062513" sldId="274"/>
            <ac:cxnSpMk id="99" creationId="{11357038-4BA0-C7A4-BEA8-229334A21C03}"/>
          </ac:cxnSpMkLst>
        </pc:cxnChg>
      </pc:sldChg>
      <pc:sldChg chg="del">
        <pc:chgData name="Palak gupta" userId="f9a89c6c66891a25" providerId="LiveId" clId="{F223D064-5E46-4C65-B439-B338B92B7D89}" dt="2023-09-22T09:49:57.072" v="5786" actId="2696"/>
        <pc:sldMkLst>
          <pc:docMk/>
          <pc:sldMk cId="1956500138" sldId="275"/>
        </pc:sldMkLst>
      </pc:sldChg>
      <pc:sldChg chg="del">
        <pc:chgData name="Palak gupta" userId="f9a89c6c66891a25" providerId="LiveId" clId="{F223D064-5E46-4C65-B439-B338B92B7D89}" dt="2023-09-22T09:49:50.801" v="5785" actId="2696"/>
        <pc:sldMkLst>
          <pc:docMk/>
          <pc:sldMk cId="3347399745" sldId="276"/>
        </pc:sldMkLst>
      </pc:sldChg>
      <pc:sldChg chg="addSp delSp modSp del mod ord">
        <pc:chgData name="Palak gupta" userId="f9a89c6c66891a25" providerId="LiveId" clId="{F223D064-5E46-4C65-B439-B338B92B7D89}" dt="2023-09-25T04:44:50.124" v="9285" actId="2696"/>
        <pc:sldMkLst>
          <pc:docMk/>
          <pc:sldMk cId="1823802265" sldId="279"/>
        </pc:sldMkLst>
        <pc:spChg chg="add del mod">
          <ac:chgData name="Palak gupta" userId="f9a89c6c66891a25" providerId="LiveId" clId="{F223D064-5E46-4C65-B439-B338B92B7D89}" dt="2023-09-24T16:07:59.255" v="8727" actId="478"/>
          <ac:spMkLst>
            <pc:docMk/>
            <pc:sldMk cId="1823802265" sldId="279"/>
            <ac:spMk id="3" creationId="{F03F216C-9071-8FC2-E692-AED597F7ABC0}"/>
          </ac:spMkLst>
        </pc:spChg>
        <pc:spChg chg="mod">
          <ac:chgData name="Palak gupta" userId="f9a89c6c66891a25" providerId="LiveId" clId="{F223D064-5E46-4C65-B439-B338B92B7D89}" dt="2023-09-24T16:07:52.618" v="8725" actId="1076"/>
          <ac:spMkLst>
            <pc:docMk/>
            <pc:sldMk cId="1823802265" sldId="279"/>
            <ac:spMk id="78" creationId="{52C51CF9-241D-4A8E-839B-CF982FC14A0D}"/>
          </ac:spMkLst>
        </pc:spChg>
      </pc:sldChg>
      <pc:sldChg chg="del">
        <pc:chgData name="Palak gupta" userId="f9a89c6c66891a25" providerId="LiveId" clId="{F223D064-5E46-4C65-B439-B338B92B7D89}" dt="2023-09-25T04:44:53.987" v="9286" actId="2696"/>
        <pc:sldMkLst>
          <pc:docMk/>
          <pc:sldMk cId="349901301" sldId="280"/>
        </pc:sldMkLst>
      </pc:sldChg>
      <pc:sldChg chg="del">
        <pc:chgData name="Palak gupta" userId="f9a89c6c66891a25" providerId="LiveId" clId="{F223D064-5E46-4C65-B439-B338B92B7D89}" dt="2023-09-25T04:44:57.284" v="9287" actId="2696"/>
        <pc:sldMkLst>
          <pc:docMk/>
          <pc:sldMk cId="2241350302" sldId="281"/>
        </pc:sldMkLst>
      </pc:sldChg>
      <pc:sldChg chg="addSp delSp modSp mod">
        <pc:chgData name="Palak gupta" userId="f9a89c6c66891a25" providerId="LiveId" clId="{F223D064-5E46-4C65-B439-B338B92B7D89}" dt="2023-09-25T15:14:11.314" v="9885" actId="1038"/>
        <pc:sldMkLst>
          <pc:docMk/>
          <pc:sldMk cId="4169082968" sldId="282"/>
        </pc:sldMkLst>
        <pc:spChg chg="mod">
          <ac:chgData name="Palak gupta" userId="f9a89c6c66891a25" providerId="LiveId" clId="{F223D064-5E46-4C65-B439-B338B92B7D89}" dt="2023-09-24T16:05:37.315" v="8650" actId="14100"/>
          <ac:spMkLst>
            <pc:docMk/>
            <pc:sldMk cId="4169082968" sldId="282"/>
            <ac:spMk id="2" creationId="{206381AD-4C2B-4745-99B1-0BBCE6131A71}"/>
          </ac:spMkLst>
        </pc:spChg>
        <pc:spChg chg="mod">
          <ac:chgData name="Palak gupta" userId="f9a89c6c66891a25" providerId="LiveId" clId="{F223D064-5E46-4C65-B439-B338B92B7D89}" dt="2023-09-25T15:13:54.559" v="9850" actId="164"/>
          <ac:spMkLst>
            <pc:docMk/>
            <pc:sldMk cId="4169082968" sldId="282"/>
            <ac:spMk id="6" creationId="{7404728D-A704-43B8-ADD8-E17F45397AE8}"/>
          </ac:spMkLst>
        </pc:spChg>
        <pc:spChg chg="mod">
          <ac:chgData name="Palak gupta" userId="f9a89c6c66891a25" providerId="LiveId" clId="{F223D064-5E46-4C65-B439-B338B92B7D89}" dt="2023-09-24T16:12:59.584" v="8917"/>
          <ac:spMkLst>
            <pc:docMk/>
            <pc:sldMk cId="4169082968" sldId="282"/>
            <ac:spMk id="7" creationId="{F7D9DFAD-10C0-4FE1-8B9D-E303E99E89A1}"/>
          </ac:spMkLst>
        </pc:spChg>
        <pc:spChg chg="del mod">
          <ac:chgData name="Palak gupta" userId="f9a89c6c66891a25" providerId="LiveId" clId="{F223D064-5E46-4C65-B439-B338B92B7D89}" dt="2023-09-24T16:10:00.457" v="8759" actId="478"/>
          <ac:spMkLst>
            <pc:docMk/>
            <pc:sldMk cId="4169082968" sldId="282"/>
            <ac:spMk id="8" creationId="{9FBA93C2-1C50-4924-8E82-42EE30DDCA17}"/>
          </ac:spMkLst>
        </pc:spChg>
        <pc:spChg chg="add mod ord">
          <ac:chgData name="Palak gupta" userId="f9a89c6c66891a25" providerId="LiveId" clId="{F223D064-5E46-4C65-B439-B338B92B7D89}" dt="2023-09-25T15:13:54.559" v="9850" actId="164"/>
          <ac:spMkLst>
            <pc:docMk/>
            <pc:sldMk cId="4169082968" sldId="282"/>
            <ac:spMk id="8" creationId="{BF8BF47D-4090-3791-4926-6339248D6BA5}"/>
          </ac:spMkLst>
        </pc:spChg>
        <pc:spChg chg="del mod">
          <ac:chgData name="Palak gupta" userId="f9a89c6c66891a25" providerId="LiveId" clId="{F223D064-5E46-4C65-B439-B338B92B7D89}" dt="2023-09-24T16:14:44.719" v="9059" actId="478"/>
          <ac:spMkLst>
            <pc:docMk/>
            <pc:sldMk cId="4169082968" sldId="282"/>
            <ac:spMk id="9" creationId="{38AF3DC5-C420-476B-935C-C3F854DA72E3}"/>
          </ac:spMkLst>
        </pc:spChg>
        <pc:spChg chg="add mod">
          <ac:chgData name="Palak gupta" userId="f9a89c6c66891a25" providerId="LiveId" clId="{F223D064-5E46-4C65-B439-B338B92B7D89}" dt="2023-09-25T15:13:54.559" v="9850" actId="164"/>
          <ac:spMkLst>
            <pc:docMk/>
            <pc:sldMk cId="4169082968" sldId="282"/>
            <ac:spMk id="9" creationId="{88B937DD-4E4B-F01C-AAAE-6F9C985805AE}"/>
          </ac:spMkLst>
        </pc:spChg>
        <pc:spChg chg="mod">
          <ac:chgData name="Palak gupta" userId="f9a89c6c66891a25" providerId="LiveId" clId="{F223D064-5E46-4C65-B439-B338B92B7D89}" dt="2023-09-25T15:13:54.559" v="9850" actId="164"/>
          <ac:spMkLst>
            <pc:docMk/>
            <pc:sldMk cId="4169082968" sldId="282"/>
            <ac:spMk id="11" creationId="{F1DF0554-A73E-4E04-A557-BB550CECDC00}"/>
          </ac:spMkLst>
        </pc:spChg>
        <pc:spChg chg="mod">
          <ac:chgData name="Palak gupta" userId="f9a89c6c66891a25" providerId="LiveId" clId="{F223D064-5E46-4C65-B439-B338B92B7D89}" dt="2023-09-25T15:13:54.559" v="9850" actId="164"/>
          <ac:spMkLst>
            <pc:docMk/>
            <pc:sldMk cId="4169082968" sldId="282"/>
            <ac:spMk id="12" creationId="{1FCAC7AC-6DAB-469B-B401-3158200D6AA2}"/>
          </ac:spMkLst>
        </pc:spChg>
        <pc:spChg chg="mod">
          <ac:chgData name="Palak gupta" userId="f9a89c6c66891a25" providerId="LiveId" clId="{F223D064-5E46-4C65-B439-B338B92B7D89}" dt="2023-09-24T16:14:12.790" v="9037" actId="1076"/>
          <ac:spMkLst>
            <pc:docMk/>
            <pc:sldMk cId="4169082968" sldId="282"/>
            <ac:spMk id="14" creationId="{7EB729D8-28D9-4ADC-9810-E076E517B813}"/>
          </ac:spMkLst>
        </pc:spChg>
        <pc:spChg chg="mod">
          <ac:chgData name="Palak gupta" userId="f9a89c6c66891a25" providerId="LiveId" clId="{F223D064-5E46-4C65-B439-B338B92B7D89}" dt="2023-09-24T16:12:04.101" v="8897" actId="1076"/>
          <ac:spMkLst>
            <pc:docMk/>
            <pc:sldMk cId="4169082968" sldId="282"/>
            <ac:spMk id="15" creationId="{097265F2-84E2-4CAB-BDFE-A76034518045}"/>
          </ac:spMkLst>
        </pc:spChg>
        <pc:spChg chg="mod">
          <ac:chgData name="Palak gupta" userId="f9a89c6c66891a25" providerId="LiveId" clId="{F223D064-5E46-4C65-B439-B338B92B7D89}" dt="2023-09-25T15:14:11.314" v="9885" actId="1038"/>
          <ac:spMkLst>
            <pc:docMk/>
            <pc:sldMk cId="4169082968" sldId="282"/>
            <ac:spMk id="16" creationId="{E94FE4E2-2511-4A34-AD7A-B2F5C89AAACD}"/>
          </ac:spMkLst>
        </pc:spChg>
        <pc:spChg chg="add mod">
          <ac:chgData name="Palak gupta" userId="f9a89c6c66891a25" providerId="LiveId" clId="{F223D064-5E46-4C65-B439-B338B92B7D89}" dt="2023-09-24T16:05:42.845" v="8685" actId="1038"/>
          <ac:spMkLst>
            <pc:docMk/>
            <pc:sldMk cId="4169082968" sldId="282"/>
            <ac:spMk id="18" creationId="{7D530C9E-9CE5-09EB-1936-81EF31399857}"/>
          </ac:spMkLst>
        </pc:spChg>
        <pc:spChg chg="add mod">
          <ac:chgData name="Palak gupta" userId="f9a89c6c66891a25" providerId="LiveId" clId="{F223D064-5E46-4C65-B439-B338B92B7D89}" dt="2023-09-24T16:11:28.064" v="8826" actId="1036"/>
          <ac:spMkLst>
            <pc:docMk/>
            <pc:sldMk cId="4169082968" sldId="282"/>
            <ac:spMk id="19" creationId="{AB0276E1-B7F1-74A8-8F73-F02556B99DFB}"/>
          </ac:spMkLst>
        </pc:spChg>
        <pc:spChg chg="mod">
          <ac:chgData name="Palak gupta" userId="f9a89c6c66891a25" providerId="LiveId" clId="{F223D064-5E46-4C65-B439-B338B92B7D89}" dt="2023-09-24T16:15:00.709" v="9065" actId="1076"/>
          <ac:spMkLst>
            <pc:docMk/>
            <pc:sldMk cId="4169082968" sldId="282"/>
            <ac:spMk id="20" creationId="{6A96F657-5E04-4A98-86D3-540F28D9095B}"/>
          </ac:spMkLst>
        </pc:spChg>
        <pc:spChg chg="mod">
          <ac:chgData name="Palak gupta" userId="f9a89c6c66891a25" providerId="LiveId" clId="{F223D064-5E46-4C65-B439-B338B92B7D89}" dt="2023-09-24T16:09:26.174" v="8753" actId="1076"/>
          <ac:spMkLst>
            <pc:docMk/>
            <pc:sldMk cId="4169082968" sldId="282"/>
            <ac:spMk id="21" creationId="{E7383128-143C-4A29-A12A-9A034A2FFF82}"/>
          </ac:spMkLst>
        </pc:spChg>
        <pc:spChg chg="mod">
          <ac:chgData name="Palak gupta" userId="f9a89c6c66891a25" providerId="LiveId" clId="{F223D064-5E46-4C65-B439-B338B92B7D89}" dt="2023-09-24T16:14:55.828" v="9064" actId="1076"/>
          <ac:spMkLst>
            <pc:docMk/>
            <pc:sldMk cId="4169082968" sldId="282"/>
            <ac:spMk id="22" creationId="{F949E12D-36D8-40D6-9675-C4707B11EAE5}"/>
          </ac:spMkLst>
        </pc:spChg>
        <pc:spChg chg="mod">
          <ac:chgData name="Palak gupta" userId="f9a89c6c66891a25" providerId="LiveId" clId="{F223D064-5E46-4C65-B439-B338B92B7D89}" dt="2023-09-24T16:14:03.931" v="9036" actId="1037"/>
          <ac:spMkLst>
            <pc:docMk/>
            <pc:sldMk cId="4169082968" sldId="282"/>
            <ac:spMk id="23" creationId="{70121ED9-224D-4DC3-B465-181B750D04AD}"/>
          </ac:spMkLst>
        </pc:spChg>
        <pc:spChg chg="del mod">
          <ac:chgData name="Palak gupta" userId="f9a89c6c66891a25" providerId="LiveId" clId="{F223D064-5E46-4C65-B439-B338B92B7D89}" dt="2023-09-24T16:09:08.428" v="8748" actId="478"/>
          <ac:spMkLst>
            <pc:docMk/>
            <pc:sldMk cId="4169082968" sldId="282"/>
            <ac:spMk id="24" creationId="{F726EA99-C699-475B-9A89-66FEFF82C84F}"/>
          </ac:spMkLst>
        </pc:spChg>
        <pc:spChg chg="del mod">
          <ac:chgData name="Palak gupta" userId="f9a89c6c66891a25" providerId="LiveId" clId="{F223D064-5E46-4C65-B439-B338B92B7D89}" dt="2023-09-24T16:10:04.488" v="8761" actId="478"/>
          <ac:spMkLst>
            <pc:docMk/>
            <pc:sldMk cId="4169082968" sldId="282"/>
            <ac:spMk id="25" creationId="{49E1F599-EBB1-40FD-BE73-2DCB85430C5C}"/>
          </ac:spMkLst>
        </pc:spChg>
        <pc:spChg chg="del mod">
          <ac:chgData name="Palak gupta" userId="f9a89c6c66891a25" providerId="LiveId" clId="{F223D064-5E46-4C65-B439-B338B92B7D89}" dt="2023-09-24T16:14:50.321" v="9063" actId="478"/>
          <ac:spMkLst>
            <pc:docMk/>
            <pc:sldMk cId="4169082968" sldId="282"/>
            <ac:spMk id="26" creationId="{75569D7F-521D-4930-AD99-B63848A748FD}"/>
          </ac:spMkLst>
        </pc:spChg>
        <pc:spChg chg="del mod">
          <ac:chgData name="Palak gupta" userId="f9a89c6c66891a25" providerId="LiveId" clId="{F223D064-5E46-4C65-B439-B338B92B7D89}" dt="2023-09-24T16:14:47.549" v="9061" actId="478"/>
          <ac:spMkLst>
            <pc:docMk/>
            <pc:sldMk cId="4169082968" sldId="282"/>
            <ac:spMk id="27" creationId="{34CD99AD-D114-4929-8700-0F7EE90D5BDA}"/>
          </ac:spMkLst>
        </pc:spChg>
        <pc:spChg chg="add del mod">
          <ac:chgData name="Palak gupta" userId="f9a89c6c66891a25" providerId="LiveId" clId="{F223D064-5E46-4C65-B439-B338B92B7D89}" dt="2023-09-24T16:12:08.730" v="8898" actId="1076"/>
          <ac:spMkLst>
            <pc:docMk/>
            <pc:sldMk cId="4169082968" sldId="282"/>
            <ac:spMk id="29" creationId="{AF69230F-4DBE-BA00-CC84-D61E6206A945}"/>
          </ac:spMkLst>
        </pc:spChg>
        <pc:spChg chg="add mod">
          <ac:chgData name="Palak gupta" userId="f9a89c6c66891a25" providerId="LiveId" clId="{F223D064-5E46-4C65-B439-B338B92B7D89}" dt="2023-09-24T16:13:52.484" v="8961" actId="1076"/>
          <ac:spMkLst>
            <pc:docMk/>
            <pc:sldMk cId="4169082968" sldId="282"/>
            <ac:spMk id="31" creationId="{5830DA2D-1B61-8986-706E-1EEDBA12CCBE}"/>
          </ac:spMkLst>
        </pc:spChg>
        <pc:grpChg chg="mod">
          <ac:chgData name="Palak gupta" userId="f9a89c6c66891a25" providerId="LiveId" clId="{F223D064-5E46-4C65-B439-B338B92B7D89}" dt="2023-09-25T15:13:54.559" v="9850" actId="164"/>
          <ac:grpSpMkLst>
            <pc:docMk/>
            <pc:sldMk cId="4169082968" sldId="282"/>
            <ac:grpSpMk id="10" creationId="{73B3A7F0-3602-4525-8020-F8176790C739}"/>
          </ac:grpSpMkLst>
        </pc:grpChg>
        <pc:grpChg chg="add mod">
          <ac:chgData name="Palak gupta" userId="f9a89c6c66891a25" providerId="LiveId" clId="{F223D064-5E46-4C65-B439-B338B92B7D89}" dt="2023-09-25T15:13:54.559" v="9850" actId="164"/>
          <ac:grpSpMkLst>
            <pc:docMk/>
            <pc:sldMk cId="4169082968" sldId="282"/>
            <ac:grpSpMk id="24" creationId="{36C3BBF3-AE34-F6CB-EA1B-97103F528692}"/>
          </ac:grpSpMkLst>
        </pc:grpChg>
      </pc:sldChg>
      <pc:sldChg chg="del">
        <pc:chgData name="Palak gupta" userId="f9a89c6c66891a25" providerId="LiveId" clId="{F223D064-5E46-4C65-B439-B338B92B7D89}" dt="2023-09-25T04:44:40.645" v="9282" actId="2696"/>
        <pc:sldMkLst>
          <pc:docMk/>
          <pc:sldMk cId="2300285390" sldId="283"/>
        </pc:sldMkLst>
      </pc:sldChg>
      <pc:sldChg chg="modSp del mod">
        <pc:chgData name="Palak gupta" userId="f9a89c6c66891a25" providerId="LiveId" clId="{F223D064-5E46-4C65-B439-B338B92B7D89}" dt="2023-09-25T04:44:34.884" v="9280" actId="2696"/>
        <pc:sldMkLst>
          <pc:docMk/>
          <pc:sldMk cId="2236049700" sldId="284"/>
        </pc:sldMkLst>
        <pc:spChg chg="mod">
          <ac:chgData name="Palak gupta" userId="f9a89c6c66891a25" providerId="LiveId" clId="{F223D064-5E46-4C65-B439-B338B92B7D89}" dt="2023-09-19T10:39:13.620" v="2643" actId="1076"/>
          <ac:spMkLst>
            <pc:docMk/>
            <pc:sldMk cId="2236049700" sldId="284"/>
            <ac:spMk id="25" creationId="{CE18C212-9C77-4D8A-B71A-7C45A5751C36}"/>
          </ac:spMkLst>
        </pc:spChg>
      </pc:sldChg>
      <pc:sldChg chg="del">
        <pc:chgData name="Palak gupta" userId="f9a89c6c66891a25" providerId="LiveId" clId="{F223D064-5E46-4C65-B439-B338B92B7D89}" dt="2023-09-25T04:44:44.127" v="9283" actId="2696"/>
        <pc:sldMkLst>
          <pc:docMk/>
          <pc:sldMk cId="3265416263" sldId="285"/>
        </pc:sldMkLst>
      </pc:sldChg>
      <pc:sldChg chg="del">
        <pc:chgData name="Palak gupta" userId="f9a89c6c66891a25" providerId="LiveId" clId="{F223D064-5E46-4C65-B439-B338B92B7D89}" dt="2023-09-25T04:44:25.295" v="9277" actId="2696"/>
        <pc:sldMkLst>
          <pc:docMk/>
          <pc:sldMk cId="3161881074" sldId="287"/>
        </pc:sldMkLst>
      </pc:sldChg>
      <pc:sldChg chg="del">
        <pc:chgData name="Palak gupta" userId="f9a89c6c66891a25" providerId="LiveId" clId="{F223D064-5E46-4C65-B439-B338B92B7D89}" dt="2023-09-25T04:43:41.329" v="9266" actId="2696"/>
        <pc:sldMkLst>
          <pc:docMk/>
          <pc:sldMk cId="1299181792" sldId="288"/>
        </pc:sldMkLst>
      </pc:sldChg>
      <pc:sldChg chg="del">
        <pc:chgData name="Palak gupta" userId="f9a89c6c66891a25" providerId="LiveId" clId="{F223D064-5E46-4C65-B439-B338B92B7D89}" dt="2023-09-25T04:44:13.717" v="9274" actId="2696"/>
        <pc:sldMkLst>
          <pc:docMk/>
          <pc:sldMk cId="3432990251" sldId="289"/>
        </pc:sldMkLst>
      </pc:sldChg>
      <pc:sldChg chg="del">
        <pc:chgData name="Palak gupta" userId="f9a89c6c66891a25" providerId="LiveId" clId="{F223D064-5E46-4C65-B439-B338B92B7D89}" dt="2023-09-25T04:44:37.673" v="9281" actId="2696"/>
        <pc:sldMkLst>
          <pc:docMk/>
          <pc:sldMk cId="430503912" sldId="290"/>
        </pc:sldMkLst>
      </pc:sldChg>
      <pc:sldChg chg="del">
        <pc:chgData name="Palak gupta" userId="f9a89c6c66891a25" providerId="LiveId" clId="{F223D064-5E46-4C65-B439-B338B92B7D89}" dt="2023-09-25T04:44:21.820" v="9276" actId="2696"/>
        <pc:sldMkLst>
          <pc:docMk/>
          <pc:sldMk cId="497594457" sldId="291"/>
        </pc:sldMkLst>
      </pc:sldChg>
      <pc:sldChg chg="del">
        <pc:chgData name="Palak gupta" userId="f9a89c6c66891a25" providerId="LiveId" clId="{F223D064-5E46-4C65-B439-B338B92B7D89}" dt="2023-09-25T04:45:00.561" v="9288" actId="2696"/>
        <pc:sldMkLst>
          <pc:docMk/>
          <pc:sldMk cId="1815976364" sldId="292"/>
        </pc:sldMkLst>
      </pc:sldChg>
      <pc:sldChg chg="del">
        <pc:chgData name="Palak gupta" userId="f9a89c6c66891a25" providerId="LiveId" clId="{F223D064-5E46-4C65-B439-B338B92B7D89}" dt="2023-09-25T04:44:10.886" v="9273" actId="2696"/>
        <pc:sldMkLst>
          <pc:docMk/>
          <pc:sldMk cId="2922752646" sldId="293"/>
        </pc:sldMkLst>
      </pc:sldChg>
      <pc:sldChg chg="del">
        <pc:chgData name="Palak gupta" userId="f9a89c6c66891a25" providerId="LiveId" clId="{F223D064-5E46-4C65-B439-B338B92B7D89}" dt="2023-09-25T04:45:07.247" v="9290" actId="2696"/>
        <pc:sldMkLst>
          <pc:docMk/>
          <pc:sldMk cId="3432588958" sldId="294"/>
        </pc:sldMkLst>
      </pc:sldChg>
      <pc:sldChg chg="add del">
        <pc:chgData name="Palak gupta" userId="f9a89c6c66891a25" providerId="LiveId" clId="{F223D064-5E46-4C65-B439-B338B92B7D89}" dt="2023-09-25T04:44:03.348" v="9271" actId="2696"/>
        <pc:sldMkLst>
          <pc:docMk/>
          <pc:sldMk cId="3004403799" sldId="295"/>
        </pc:sldMkLst>
      </pc:sldChg>
      <pc:sldChg chg="del">
        <pc:chgData name="Palak gupta" userId="f9a89c6c66891a25" providerId="LiveId" clId="{F223D064-5E46-4C65-B439-B338B92B7D89}" dt="2023-09-25T04:43:56.294" v="9269" actId="2696"/>
        <pc:sldMkLst>
          <pc:docMk/>
          <pc:sldMk cId="3871885259" sldId="296"/>
        </pc:sldMkLst>
      </pc:sldChg>
      <pc:sldChg chg="del">
        <pc:chgData name="Palak gupta" userId="f9a89c6c66891a25" providerId="LiveId" clId="{F223D064-5E46-4C65-B439-B338B92B7D89}" dt="2023-09-25T04:45:04.311" v="9289" actId="2696"/>
        <pc:sldMkLst>
          <pc:docMk/>
          <pc:sldMk cId="1333573752" sldId="297"/>
        </pc:sldMkLst>
      </pc:sldChg>
      <pc:sldChg chg="del">
        <pc:chgData name="Palak gupta" userId="f9a89c6c66891a25" providerId="LiveId" clId="{F223D064-5E46-4C65-B439-B338B92B7D89}" dt="2023-09-25T04:43:59.226" v="9270" actId="2696"/>
        <pc:sldMkLst>
          <pc:docMk/>
          <pc:sldMk cId="3794804899" sldId="298"/>
        </pc:sldMkLst>
      </pc:sldChg>
      <pc:sldChg chg="del">
        <pc:chgData name="Palak gupta" userId="f9a89c6c66891a25" providerId="LiveId" clId="{F223D064-5E46-4C65-B439-B338B92B7D89}" dt="2023-09-25T04:43:50.893" v="9268" actId="2696"/>
        <pc:sldMkLst>
          <pc:docMk/>
          <pc:sldMk cId="679750258" sldId="299"/>
        </pc:sldMkLst>
      </pc:sldChg>
      <pc:sldChg chg="del">
        <pc:chgData name="Palak gupta" userId="f9a89c6c66891a25" providerId="LiveId" clId="{F223D064-5E46-4C65-B439-B338B92B7D89}" dt="2023-09-25T04:43:45.165" v="9267" actId="2696"/>
        <pc:sldMkLst>
          <pc:docMk/>
          <pc:sldMk cId="1531459975" sldId="300"/>
        </pc:sldMkLst>
      </pc:sldChg>
      <pc:sldChg chg="del">
        <pc:chgData name="Palak gupta" userId="f9a89c6c66891a25" providerId="LiveId" clId="{F223D064-5E46-4C65-B439-B338B92B7D89}" dt="2023-09-25T04:44:18.346" v="9275" actId="2696"/>
        <pc:sldMkLst>
          <pc:docMk/>
          <pc:sldMk cId="3182193705" sldId="301"/>
        </pc:sldMkLst>
      </pc:sldChg>
      <pc:sldChg chg="del">
        <pc:chgData name="Palak gupta" userId="f9a89c6c66891a25" providerId="LiveId" clId="{F223D064-5E46-4C65-B439-B338B92B7D89}" dt="2023-09-25T04:42:49.276" v="9252" actId="2696"/>
        <pc:sldMkLst>
          <pc:docMk/>
          <pc:sldMk cId="693040436" sldId="302"/>
        </pc:sldMkLst>
      </pc:sldChg>
      <pc:sldChg chg="del">
        <pc:chgData name="Palak gupta" userId="f9a89c6c66891a25" providerId="LiveId" clId="{F223D064-5E46-4C65-B439-B338B92B7D89}" dt="2023-09-25T04:42:45.630" v="9251" actId="2696"/>
        <pc:sldMkLst>
          <pc:docMk/>
          <pc:sldMk cId="528810742" sldId="303"/>
        </pc:sldMkLst>
      </pc:sldChg>
      <pc:sldChg chg="del">
        <pc:chgData name="Palak gupta" userId="f9a89c6c66891a25" providerId="LiveId" clId="{F223D064-5E46-4C65-B439-B338B92B7D89}" dt="2023-09-25T04:43:38.107" v="9265" actId="2696"/>
        <pc:sldMkLst>
          <pc:docMk/>
          <pc:sldMk cId="1349625756" sldId="304"/>
        </pc:sldMkLst>
      </pc:sldChg>
      <pc:sldChg chg="addSp delSp del mod">
        <pc:chgData name="Palak gupta" userId="f9a89c6c66891a25" providerId="LiveId" clId="{F223D064-5E46-4C65-B439-B338B92B7D89}" dt="2023-09-25T04:43:26.913" v="9262" actId="2696"/>
        <pc:sldMkLst>
          <pc:docMk/>
          <pc:sldMk cId="1324749148" sldId="305"/>
        </pc:sldMkLst>
        <pc:spChg chg="add del">
          <ac:chgData name="Palak gupta" userId="f9a89c6c66891a25" providerId="LiveId" clId="{F223D064-5E46-4C65-B439-B338B92B7D89}" dt="2023-09-19T05:55:01.480" v="1761" actId="21"/>
          <ac:spMkLst>
            <pc:docMk/>
            <pc:sldMk cId="1324749148" sldId="305"/>
            <ac:spMk id="4" creationId="{F27F3DA8-5E2E-4C88-BAC9-C8440B7C1A3A}"/>
          </ac:spMkLst>
        </pc:spChg>
        <pc:spChg chg="add del">
          <ac:chgData name="Palak gupta" userId="f9a89c6c66891a25" providerId="LiveId" clId="{F223D064-5E46-4C65-B439-B338B92B7D89}" dt="2023-09-19T05:55:01.480" v="1761" actId="21"/>
          <ac:spMkLst>
            <pc:docMk/>
            <pc:sldMk cId="1324749148" sldId="305"/>
            <ac:spMk id="5" creationId="{1D268358-7157-4A13-8D6D-A86E43A6F714}"/>
          </ac:spMkLst>
        </pc:spChg>
        <pc:spChg chg="add del">
          <ac:chgData name="Palak gupta" userId="f9a89c6c66891a25" providerId="LiveId" clId="{F223D064-5E46-4C65-B439-B338B92B7D89}" dt="2023-09-19T05:55:01.480" v="1761" actId="21"/>
          <ac:spMkLst>
            <pc:docMk/>
            <pc:sldMk cId="1324749148" sldId="305"/>
            <ac:spMk id="7" creationId="{8B821399-2F10-4434-B2FA-4C0B54C8F662}"/>
          </ac:spMkLst>
        </pc:spChg>
      </pc:sldChg>
      <pc:sldChg chg="del">
        <pc:chgData name="Palak gupta" userId="f9a89c6c66891a25" providerId="LiveId" clId="{F223D064-5E46-4C65-B439-B338B92B7D89}" dt="2023-09-25T04:43:22.438" v="9261" actId="2696"/>
        <pc:sldMkLst>
          <pc:docMk/>
          <pc:sldMk cId="2366296285" sldId="306"/>
        </pc:sldMkLst>
      </pc:sldChg>
      <pc:sldChg chg="del">
        <pc:chgData name="Palak gupta" userId="f9a89c6c66891a25" providerId="LiveId" clId="{F223D064-5E46-4C65-B439-B338B92B7D89}" dt="2023-09-25T04:44:07.766" v="9272" actId="2696"/>
        <pc:sldMkLst>
          <pc:docMk/>
          <pc:sldMk cId="4141763667" sldId="307"/>
        </pc:sldMkLst>
      </pc:sldChg>
      <pc:sldChg chg="del">
        <pc:chgData name="Palak gupta" userId="f9a89c6c66891a25" providerId="LiveId" clId="{F223D064-5E46-4C65-B439-B338B92B7D89}" dt="2023-09-22T09:50:25.386" v="5787" actId="2696"/>
        <pc:sldMkLst>
          <pc:docMk/>
          <pc:sldMk cId="4228638972" sldId="308"/>
        </pc:sldMkLst>
      </pc:sldChg>
      <pc:sldChg chg="del">
        <pc:chgData name="Palak gupta" userId="f9a89c6c66891a25" providerId="LiveId" clId="{F223D064-5E46-4C65-B439-B338B92B7D89}" dt="2023-09-25T04:43:18.560" v="9260" actId="2696"/>
        <pc:sldMkLst>
          <pc:docMk/>
          <pc:sldMk cId="1574238876" sldId="309"/>
        </pc:sldMkLst>
      </pc:sldChg>
      <pc:sldChg chg="del">
        <pc:chgData name="Palak gupta" userId="f9a89c6c66891a25" providerId="LiveId" clId="{F223D064-5E46-4C65-B439-B338B92B7D89}" dt="2023-09-25T04:42:58.042" v="9254" actId="2696"/>
        <pc:sldMkLst>
          <pc:docMk/>
          <pc:sldMk cId="1476168722" sldId="310"/>
        </pc:sldMkLst>
      </pc:sldChg>
      <pc:sldChg chg="del">
        <pc:chgData name="Palak gupta" userId="f9a89c6c66891a25" providerId="LiveId" clId="{F223D064-5E46-4C65-B439-B338B92B7D89}" dt="2023-09-25T04:43:01.855" v="9255" actId="2696"/>
        <pc:sldMkLst>
          <pc:docMk/>
          <pc:sldMk cId="543455538" sldId="311"/>
        </pc:sldMkLst>
      </pc:sldChg>
      <pc:sldChg chg="del">
        <pc:chgData name="Palak gupta" userId="f9a89c6c66891a25" providerId="LiveId" clId="{F223D064-5E46-4C65-B439-B338B92B7D89}" dt="2023-09-25T04:42:54.590" v="9253" actId="2696"/>
        <pc:sldMkLst>
          <pc:docMk/>
          <pc:sldMk cId="454682639" sldId="312"/>
        </pc:sldMkLst>
      </pc:sldChg>
      <pc:sldChg chg="del">
        <pc:chgData name="Palak gupta" userId="f9a89c6c66891a25" providerId="LiveId" clId="{F223D064-5E46-4C65-B439-B338B92B7D89}" dt="2023-09-25T04:45:10.243" v="9291" actId="2696"/>
        <pc:sldMkLst>
          <pc:docMk/>
          <pc:sldMk cId="283521569" sldId="313"/>
        </pc:sldMkLst>
      </pc:sldChg>
      <pc:sldChg chg="del">
        <pc:chgData name="Palak gupta" userId="f9a89c6c66891a25" providerId="LiveId" clId="{F223D064-5E46-4C65-B439-B338B92B7D89}" dt="2023-09-25T04:42:42.052" v="9250" actId="2696"/>
        <pc:sldMkLst>
          <pc:docMk/>
          <pc:sldMk cId="2876252340" sldId="314"/>
        </pc:sldMkLst>
      </pc:sldChg>
      <pc:sldChg chg="del">
        <pc:chgData name="Palak gupta" userId="f9a89c6c66891a25" providerId="LiveId" clId="{F223D064-5E46-4C65-B439-B338B92B7D89}" dt="2023-09-25T04:42:38.268" v="9249" actId="2696"/>
        <pc:sldMkLst>
          <pc:docMk/>
          <pc:sldMk cId="885242968" sldId="315"/>
        </pc:sldMkLst>
      </pc:sldChg>
      <pc:sldChg chg="delSp modSp mod">
        <pc:chgData name="Palak gupta" userId="f9a89c6c66891a25" providerId="LiveId" clId="{F223D064-5E46-4C65-B439-B338B92B7D89}" dt="2023-09-17T12:00:09.954" v="165" actId="403"/>
        <pc:sldMkLst>
          <pc:docMk/>
          <pc:sldMk cId="2077572442" sldId="317"/>
        </pc:sldMkLst>
        <pc:spChg chg="del">
          <ac:chgData name="Palak gupta" userId="f9a89c6c66891a25" providerId="LiveId" clId="{F223D064-5E46-4C65-B439-B338B92B7D89}" dt="2023-09-17T10:19:48.095" v="0" actId="478"/>
          <ac:spMkLst>
            <pc:docMk/>
            <pc:sldMk cId="2077572442" sldId="317"/>
            <ac:spMk id="23" creationId="{6A02A187-63A5-48C3-B28C-DE2E648FCC2E}"/>
          </ac:spMkLst>
        </pc:spChg>
        <pc:spChg chg="mod">
          <ac:chgData name="Palak gupta" userId="f9a89c6c66891a25" providerId="LiveId" clId="{F223D064-5E46-4C65-B439-B338B92B7D89}" dt="2023-09-17T12:00:09.954" v="165" actId="403"/>
          <ac:spMkLst>
            <pc:docMk/>
            <pc:sldMk cId="2077572442" sldId="317"/>
            <ac:spMk id="24" creationId="{3FDB1076-7CAA-4A2C-93BD-B9BDC464E920}"/>
          </ac:spMkLst>
        </pc:spChg>
        <pc:spChg chg="mod">
          <ac:chgData name="Palak gupta" userId="f9a89c6c66891a25" providerId="LiveId" clId="{F223D064-5E46-4C65-B439-B338B92B7D89}" dt="2023-09-17T11:59:56.417" v="164" actId="1076"/>
          <ac:spMkLst>
            <pc:docMk/>
            <pc:sldMk cId="2077572442" sldId="317"/>
            <ac:spMk id="25" creationId="{3CEE5899-1E72-4D7A-8D7D-C99B8B3F8E79}"/>
          </ac:spMkLst>
        </pc:spChg>
        <pc:spChg chg="mod">
          <ac:chgData name="Palak gupta" userId="f9a89c6c66891a25" providerId="LiveId" clId="{F223D064-5E46-4C65-B439-B338B92B7D89}" dt="2023-09-17T11:59:31.865" v="162" actId="1076"/>
          <ac:spMkLst>
            <pc:docMk/>
            <pc:sldMk cId="2077572442" sldId="317"/>
            <ac:spMk id="26" creationId="{FACFFFBF-F513-4171-A2F1-660E586D1529}"/>
          </ac:spMkLst>
        </pc:spChg>
      </pc:sldChg>
      <pc:sldChg chg="delSp modSp mod">
        <pc:chgData name="Palak gupta" userId="f9a89c6c66891a25" providerId="LiveId" clId="{F223D064-5E46-4C65-B439-B338B92B7D89}" dt="2023-09-25T04:43:13.814" v="9259" actId="478"/>
        <pc:sldMkLst>
          <pc:docMk/>
          <pc:sldMk cId="3957595228" sldId="319"/>
        </pc:sldMkLst>
        <pc:spChg chg="del mod">
          <ac:chgData name="Palak gupta" userId="f9a89c6c66891a25" providerId="LiveId" clId="{F223D064-5E46-4C65-B439-B338B92B7D89}" dt="2023-09-25T04:43:07.810" v="9257" actId="478"/>
          <ac:spMkLst>
            <pc:docMk/>
            <pc:sldMk cId="3957595228" sldId="319"/>
            <ac:spMk id="5" creationId="{DAC44054-FC3F-4AC6-81D5-8C46762C9428}"/>
          </ac:spMkLst>
        </pc:spChg>
        <pc:spChg chg="topLvl">
          <ac:chgData name="Palak gupta" userId="f9a89c6c66891a25" providerId="LiveId" clId="{F223D064-5E46-4C65-B439-B338B92B7D89}" dt="2023-09-25T04:43:13.814" v="9259" actId="478"/>
          <ac:spMkLst>
            <pc:docMk/>
            <pc:sldMk cId="3957595228" sldId="319"/>
            <ac:spMk id="6" creationId="{A5BC34FD-DEEB-45E9-8C98-A0052BB0708F}"/>
          </ac:spMkLst>
        </pc:spChg>
        <pc:spChg chg="del mod topLvl">
          <ac:chgData name="Palak gupta" userId="f9a89c6c66891a25" providerId="LiveId" clId="{F223D064-5E46-4C65-B439-B338B92B7D89}" dt="2023-09-25T04:43:13.814" v="9259" actId="478"/>
          <ac:spMkLst>
            <pc:docMk/>
            <pc:sldMk cId="3957595228" sldId="319"/>
            <ac:spMk id="7" creationId="{604C826D-8A55-41B0-A086-52ADE8F21542}"/>
          </ac:spMkLst>
        </pc:spChg>
        <pc:grpChg chg="del">
          <ac:chgData name="Palak gupta" userId="f9a89c6c66891a25" providerId="LiveId" clId="{F223D064-5E46-4C65-B439-B338B92B7D89}" dt="2023-09-25T04:43:13.814" v="9259" actId="478"/>
          <ac:grpSpMkLst>
            <pc:docMk/>
            <pc:sldMk cId="3957595228" sldId="319"/>
            <ac:grpSpMk id="2" creationId="{E3FB7450-F949-4FC3-9372-75A3713E388A}"/>
          </ac:grpSpMkLst>
        </pc:grpChg>
      </pc:sldChg>
      <pc:sldChg chg="addSp delSp modSp add del mod">
        <pc:chgData name="Palak gupta" userId="f9a89c6c66891a25" providerId="LiveId" clId="{F223D064-5E46-4C65-B439-B338B92B7D89}" dt="2023-09-19T13:34:07.678" v="5682" actId="1076"/>
        <pc:sldMkLst>
          <pc:docMk/>
          <pc:sldMk cId="3646530407" sldId="320"/>
        </pc:sldMkLst>
        <pc:spChg chg="mod ord">
          <ac:chgData name="Palak gupta" userId="f9a89c6c66891a25" providerId="LiveId" clId="{F223D064-5E46-4C65-B439-B338B92B7D89}" dt="2023-09-18T16:38:45.076" v="991" actId="1076"/>
          <ac:spMkLst>
            <pc:docMk/>
            <pc:sldMk cId="3646530407" sldId="320"/>
            <ac:spMk id="4" creationId="{E126189F-BD54-4415-8C05-707C63B996BE}"/>
          </ac:spMkLst>
        </pc:spChg>
        <pc:spChg chg="mod ord">
          <ac:chgData name="Palak gupta" userId="f9a89c6c66891a25" providerId="LiveId" clId="{F223D064-5E46-4C65-B439-B338B92B7D89}" dt="2023-09-19T05:53:52.301" v="1751" actId="1036"/>
          <ac:spMkLst>
            <pc:docMk/>
            <pc:sldMk cId="3646530407" sldId="320"/>
            <ac:spMk id="5" creationId="{E0512AC9-57B9-4CC9-A316-BEADC27CEE09}"/>
          </ac:spMkLst>
        </pc:spChg>
        <pc:spChg chg="mod">
          <ac:chgData name="Palak gupta" userId="f9a89c6c66891a25" providerId="LiveId" clId="{F223D064-5E46-4C65-B439-B338B92B7D89}" dt="2023-09-19T05:49:51.026" v="1626"/>
          <ac:spMkLst>
            <pc:docMk/>
            <pc:sldMk cId="3646530407" sldId="320"/>
            <ac:spMk id="6" creationId="{8860ACC5-41DC-A50E-CD18-0500B1057E57}"/>
          </ac:spMkLst>
        </pc:spChg>
        <pc:spChg chg="add del">
          <ac:chgData name="Palak gupta" userId="f9a89c6c66891a25" providerId="LiveId" clId="{F223D064-5E46-4C65-B439-B338B92B7D89}" dt="2023-09-18T13:27:42.966" v="324" actId="478"/>
          <ac:spMkLst>
            <pc:docMk/>
            <pc:sldMk cId="3646530407" sldId="320"/>
            <ac:spMk id="6" creationId="{CCBE1B81-A7CE-4743-97AF-6422658D9C9C}"/>
          </ac:spMkLst>
        </pc:spChg>
        <pc:spChg chg="mod ord">
          <ac:chgData name="Palak gupta" userId="f9a89c6c66891a25" providerId="LiveId" clId="{F223D064-5E46-4C65-B439-B338B92B7D89}" dt="2023-09-18T15:57:53.182" v="637" actId="1076"/>
          <ac:spMkLst>
            <pc:docMk/>
            <pc:sldMk cId="3646530407" sldId="320"/>
            <ac:spMk id="7" creationId="{89F7A3E0-AC32-4808-9F99-59D3F9689371}"/>
          </ac:spMkLst>
        </pc:spChg>
        <pc:spChg chg="mod">
          <ac:chgData name="Palak gupta" userId="f9a89c6c66891a25" providerId="LiveId" clId="{F223D064-5E46-4C65-B439-B338B92B7D89}" dt="2023-09-19T05:51:44.346" v="1649" actId="14100"/>
          <ac:spMkLst>
            <pc:docMk/>
            <pc:sldMk cId="3646530407" sldId="320"/>
            <ac:spMk id="8" creationId="{2181D43B-FE20-4176-AC8B-720CBC1CFC44}"/>
          </ac:spMkLst>
        </pc:spChg>
        <pc:spChg chg="mod">
          <ac:chgData name="Palak gupta" userId="f9a89c6c66891a25" providerId="LiveId" clId="{F223D064-5E46-4C65-B439-B338B92B7D89}" dt="2023-09-18T16:10:13.669" v="767" actId="255"/>
          <ac:spMkLst>
            <pc:docMk/>
            <pc:sldMk cId="3646530407" sldId="320"/>
            <ac:spMk id="9" creationId="{6A975EF3-BE81-456E-BC85-0E3339692B51}"/>
          </ac:spMkLst>
        </pc:spChg>
        <pc:spChg chg="mod">
          <ac:chgData name="Palak gupta" userId="f9a89c6c66891a25" providerId="LiveId" clId="{F223D064-5E46-4C65-B439-B338B92B7D89}" dt="2023-09-18T16:12:26.202" v="807" actId="20577"/>
          <ac:spMkLst>
            <pc:docMk/>
            <pc:sldMk cId="3646530407" sldId="320"/>
            <ac:spMk id="10" creationId="{0E92C40E-B2EE-4872-A035-7B0DE438FA37}"/>
          </ac:spMkLst>
        </pc:spChg>
        <pc:spChg chg="mod">
          <ac:chgData name="Palak gupta" userId="f9a89c6c66891a25" providerId="LiveId" clId="{F223D064-5E46-4C65-B439-B338B92B7D89}" dt="2023-09-18T16:43:36.890" v="996" actId="1076"/>
          <ac:spMkLst>
            <pc:docMk/>
            <pc:sldMk cId="3646530407" sldId="320"/>
            <ac:spMk id="11" creationId="{ECA72F75-CD55-4E28-A45A-34656635BCAA}"/>
          </ac:spMkLst>
        </pc:spChg>
        <pc:spChg chg="mod">
          <ac:chgData name="Palak gupta" userId="f9a89c6c66891a25" providerId="LiveId" clId="{F223D064-5E46-4C65-B439-B338B92B7D89}" dt="2023-09-18T16:38:34.179" v="989" actId="1076"/>
          <ac:spMkLst>
            <pc:docMk/>
            <pc:sldMk cId="3646530407" sldId="320"/>
            <ac:spMk id="12" creationId="{8BF25468-1993-4955-8D8A-9639C5268990}"/>
          </ac:spMkLst>
        </pc:spChg>
        <pc:spChg chg="mod">
          <ac:chgData name="Palak gupta" userId="f9a89c6c66891a25" providerId="LiveId" clId="{F223D064-5E46-4C65-B439-B338B92B7D89}" dt="2023-09-18T16:17:25.446" v="953" actId="1076"/>
          <ac:spMkLst>
            <pc:docMk/>
            <pc:sldMk cId="3646530407" sldId="320"/>
            <ac:spMk id="13" creationId="{A0D31A51-936F-4C8E-B4A2-52F456E7CD5B}"/>
          </ac:spMkLst>
        </pc:spChg>
        <pc:spChg chg="add del mod">
          <ac:chgData name="Palak gupta" userId="f9a89c6c66891a25" providerId="LiveId" clId="{F223D064-5E46-4C65-B439-B338B92B7D89}" dt="2023-09-18T16:17:10.919" v="952" actId="1076"/>
          <ac:spMkLst>
            <pc:docMk/>
            <pc:sldMk cId="3646530407" sldId="320"/>
            <ac:spMk id="14" creationId="{2BAC8F72-4713-48AC-B047-BDF7B1521189}"/>
          </ac:spMkLst>
        </pc:spChg>
        <pc:spChg chg="mod">
          <ac:chgData name="Palak gupta" userId="f9a89c6c66891a25" providerId="LiveId" clId="{F223D064-5E46-4C65-B439-B338B92B7D89}" dt="2023-09-19T05:49:51.026" v="1626"/>
          <ac:spMkLst>
            <pc:docMk/>
            <pc:sldMk cId="3646530407" sldId="320"/>
            <ac:spMk id="15" creationId="{0F546151-8721-662D-1DC0-4A07651A2B60}"/>
          </ac:spMkLst>
        </pc:spChg>
        <pc:spChg chg="del mod topLvl">
          <ac:chgData name="Palak gupta" userId="f9a89c6c66891a25" providerId="LiveId" clId="{F223D064-5E46-4C65-B439-B338B92B7D89}" dt="2023-09-18T15:56:36.398" v="629" actId="478"/>
          <ac:spMkLst>
            <pc:docMk/>
            <pc:sldMk cId="3646530407" sldId="320"/>
            <ac:spMk id="15" creationId="{CABA1638-CDB9-4B1F-8960-D46FEC029AFD}"/>
          </ac:spMkLst>
        </pc:spChg>
        <pc:spChg chg="del topLvl">
          <ac:chgData name="Palak gupta" userId="f9a89c6c66891a25" providerId="LiveId" clId="{F223D064-5E46-4C65-B439-B338B92B7D89}" dt="2023-09-18T13:27:02.106" v="293" actId="478"/>
          <ac:spMkLst>
            <pc:docMk/>
            <pc:sldMk cId="3646530407" sldId="320"/>
            <ac:spMk id="16" creationId="{05A66FAB-161D-4516-985B-B2E2F5844B78}"/>
          </ac:spMkLst>
        </pc:spChg>
        <pc:spChg chg="mod">
          <ac:chgData name="Palak gupta" userId="f9a89c6c66891a25" providerId="LiveId" clId="{F223D064-5E46-4C65-B439-B338B92B7D89}" dt="2023-09-19T05:50:46.192" v="1639"/>
          <ac:spMkLst>
            <pc:docMk/>
            <pc:sldMk cId="3646530407" sldId="320"/>
            <ac:spMk id="17" creationId="{0774F47C-5C9F-3DAB-552A-798E4F692101}"/>
          </ac:spMkLst>
        </pc:spChg>
        <pc:spChg chg="add del">
          <ac:chgData name="Palak gupta" userId="f9a89c6c66891a25" providerId="LiveId" clId="{F223D064-5E46-4C65-B439-B338B92B7D89}" dt="2023-09-18T13:26:57.777" v="292" actId="478"/>
          <ac:spMkLst>
            <pc:docMk/>
            <pc:sldMk cId="3646530407" sldId="320"/>
            <ac:spMk id="17" creationId="{7FCAE623-63F5-4B4D-AAF3-A6012F332B4D}"/>
          </ac:spMkLst>
        </pc:spChg>
        <pc:spChg chg="mod">
          <ac:chgData name="Palak gupta" userId="f9a89c6c66891a25" providerId="LiveId" clId="{F223D064-5E46-4C65-B439-B338B92B7D89}" dt="2023-09-19T05:50:46.192" v="1639"/>
          <ac:spMkLst>
            <pc:docMk/>
            <pc:sldMk cId="3646530407" sldId="320"/>
            <ac:spMk id="18" creationId="{54482939-596C-3A97-468E-05ADA21E058B}"/>
          </ac:spMkLst>
        </pc:spChg>
        <pc:spChg chg="add del">
          <ac:chgData name="Palak gupta" userId="f9a89c6c66891a25" providerId="LiveId" clId="{F223D064-5E46-4C65-B439-B338B92B7D89}" dt="2023-09-18T13:26:55.482" v="291" actId="478"/>
          <ac:spMkLst>
            <pc:docMk/>
            <pc:sldMk cId="3646530407" sldId="320"/>
            <ac:spMk id="18" creationId="{9B1DD0F7-E024-4615-8E02-DF57FD6EE4A9}"/>
          </ac:spMkLst>
        </pc:spChg>
        <pc:spChg chg="add mod">
          <ac:chgData name="Palak gupta" userId="f9a89c6c66891a25" providerId="LiveId" clId="{F223D064-5E46-4C65-B439-B338B92B7D89}" dt="2023-09-18T15:55:11.145" v="612" actId="1076"/>
          <ac:spMkLst>
            <pc:docMk/>
            <pc:sldMk cId="3646530407" sldId="320"/>
            <ac:spMk id="20" creationId="{99AA06AD-8561-7D32-4795-406055846EA9}"/>
          </ac:spMkLst>
        </pc:spChg>
        <pc:spChg chg="add mod">
          <ac:chgData name="Palak gupta" userId="f9a89c6c66891a25" providerId="LiveId" clId="{F223D064-5E46-4C65-B439-B338B92B7D89}" dt="2023-09-18T15:56:11.232" v="628" actId="1076"/>
          <ac:spMkLst>
            <pc:docMk/>
            <pc:sldMk cId="3646530407" sldId="320"/>
            <ac:spMk id="21" creationId="{1D20D380-E9EC-20E2-39D5-6E3EA2807925}"/>
          </ac:spMkLst>
        </pc:spChg>
        <pc:spChg chg="mod">
          <ac:chgData name="Palak gupta" userId="f9a89c6c66891a25" providerId="LiveId" clId="{F223D064-5E46-4C65-B439-B338B92B7D89}" dt="2023-09-19T05:50:46.192" v="1639"/>
          <ac:spMkLst>
            <pc:docMk/>
            <pc:sldMk cId="3646530407" sldId="320"/>
            <ac:spMk id="22" creationId="{9622556F-C30B-77D6-E9BD-16D94336130A}"/>
          </ac:spMkLst>
        </pc:spChg>
        <pc:spChg chg="add del mod">
          <ac:chgData name="Palak gupta" userId="f9a89c6c66891a25" providerId="LiveId" clId="{F223D064-5E46-4C65-B439-B338B92B7D89}" dt="2023-09-18T15:59:14.378" v="642" actId="113"/>
          <ac:spMkLst>
            <pc:docMk/>
            <pc:sldMk cId="3646530407" sldId="320"/>
            <ac:spMk id="23" creationId="{40E369CB-3816-4F2D-88AB-0AEFA1D058B9}"/>
          </ac:spMkLst>
        </pc:spChg>
        <pc:spChg chg="add mod">
          <ac:chgData name="Palak gupta" userId="f9a89c6c66891a25" providerId="LiveId" clId="{F223D064-5E46-4C65-B439-B338B92B7D89}" dt="2023-09-18T15:56:00.982" v="625" actId="1076"/>
          <ac:spMkLst>
            <pc:docMk/>
            <pc:sldMk cId="3646530407" sldId="320"/>
            <ac:spMk id="24" creationId="{CBB839AF-C6AB-937C-0C01-C79D6ECC6F2C}"/>
          </ac:spMkLst>
        </pc:spChg>
        <pc:spChg chg="add mod">
          <ac:chgData name="Palak gupta" userId="f9a89c6c66891a25" providerId="LiveId" clId="{F223D064-5E46-4C65-B439-B338B92B7D89}" dt="2023-09-18T15:55:42.923" v="619" actId="1076"/>
          <ac:spMkLst>
            <pc:docMk/>
            <pc:sldMk cId="3646530407" sldId="320"/>
            <ac:spMk id="25" creationId="{16A0F78D-7DD2-8082-91ED-432C83FFEE46}"/>
          </ac:spMkLst>
        </pc:spChg>
        <pc:spChg chg="add mod">
          <ac:chgData name="Palak gupta" userId="f9a89c6c66891a25" providerId="LiveId" clId="{F223D064-5E46-4C65-B439-B338B92B7D89}" dt="2023-09-19T05:52:29.480" v="1658" actId="1076"/>
          <ac:spMkLst>
            <pc:docMk/>
            <pc:sldMk cId="3646530407" sldId="320"/>
            <ac:spMk id="26" creationId="{449364EC-F042-C7B4-2D0C-F8475DDF03E5}"/>
          </ac:spMkLst>
        </pc:spChg>
        <pc:spChg chg="add del mod">
          <ac:chgData name="Palak gupta" userId="f9a89c6c66891a25" providerId="LiveId" clId="{F223D064-5E46-4C65-B439-B338B92B7D89}" dt="2023-09-19T05:53:28.654" v="1713" actId="478"/>
          <ac:spMkLst>
            <pc:docMk/>
            <pc:sldMk cId="3646530407" sldId="320"/>
            <ac:spMk id="27" creationId="{7B0DD630-0AEE-203B-459E-AC3B81293C01}"/>
          </ac:spMkLst>
        </pc:spChg>
        <pc:spChg chg="add mod">
          <ac:chgData name="Palak gupta" userId="f9a89c6c66891a25" providerId="LiveId" clId="{F223D064-5E46-4C65-B439-B338B92B7D89}" dt="2023-09-19T05:53:05.172" v="1663" actId="1076"/>
          <ac:spMkLst>
            <pc:docMk/>
            <pc:sldMk cId="3646530407" sldId="320"/>
            <ac:spMk id="28" creationId="{86443F8C-AD98-E60E-D048-B329236B505E}"/>
          </ac:spMkLst>
        </pc:spChg>
        <pc:spChg chg="mod">
          <ac:chgData name="Palak gupta" userId="f9a89c6c66891a25" providerId="LiveId" clId="{F223D064-5E46-4C65-B439-B338B92B7D89}" dt="2023-09-19T05:50:46.192" v="1639"/>
          <ac:spMkLst>
            <pc:docMk/>
            <pc:sldMk cId="3646530407" sldId="320"/>
            <ac:spMk id="29" creationId="{417A3FB6-3D1C-359A-4A80-47F66B242548}"/>
          </ac:spMkLst>
        </pc:spChg>
        <pc:spChg chg="mod">
          <ac:chgData name="Palak gupta" userId="f9a89c6c66891a25" providerId="LiveId" clId="{F223D064-5E46-4C65-B439-B338B92B7D89}" dt="2023-09-19T05:50:46.192" v="1639"/>
          <ac:spMkLst>
            <pc:docMk/>
            <pc:sldMk cId="3646530407" sldId="320"/>
            <ac:spMk id="30" creationId="{232DA15B-723B-70EA-7A13-28E3E2E4F990}"/>
          </ac:spMkLst>
        </pc:spChg>
        <pc:spChg chg="mod">
          <ac:chgData name="Palak gupta" userId="f9a89c6c66891a25" providerId="LiveId" clId="{F223D064-5E46-4C65-B439-B338B92B7D89}" dt="2023-09-19T05:50:46.192" v="1639"/>
          <ac:spMkLst>
            <pc:docMk/>
            <pc:sldMk cId="3646530407" sldId="320"/>
            <ac:spMk id="31" creationId="{24688356-7CD1-D8D7-A691-0D08828DF8B6}"/>
          </ac:spMkLst>
        </pc:spChg>
        <pc:spChg chg="mod">
          <ac:chgData name="Palak gupta" userId="f9a89c6c66891a25" providerId="LiveId" clId="{F223D064-5E46-4C65-B439-B338B92B7D89}" dt="2023-09-19T05:50:46.192" v="1639"/>
          <ac:spMkLst>
            <pc:docMk/>
            <pc:sldMk cId="3646530407" sldId="320"/>
            <ac:spMk id="32" creationId="{EDCADA87-BB84-401B-1E5A-EADCC83F96A1}"/>
          </ac:spMkLst>
        </pc:spChg>
        <pc:spChg chg="mod">
          <ac:chgData name="Palak gupta" userId="f9a89c6c66891a25" providerId="LiveId" clId="{F223D064-5E46-4C65-B439-B338B92B7D89}" dt="2023-09-19T05:50:46.192" v="1639"/>
          <ac:spMkLst>
            <pc:docMk/>
            <pc:sldMk cId="3646530407" sldId="320"/>
            <ac:spMk id="33" creationId="{870C08A2-02D5-FDC9-6655-024723B17C0E}"/>
          </ac:spMkLst>
        </pc:spChg>
        <pc:spChg chg="mod">
          <ac:chgData name="Palak gupta" userId="f9a89c6c66891a25" providerId="LiveId" clId="{F223D064-5E46-4C65-B439-B338B92B7D89}" dt="2023-09-19T05:50:46.192" v="1639"/>
          <ac:spMkLst>
            <pc:docMk/>
            <pc:sldMk cId="3646530407" sldId="320"/>
            <ac:spMk id="34" creationId="{79572D78-26A2-5D73-CC03-348B0D1F3B9E}"/>
          </ac:spMkLst>
        </pc:spChg>
        <pc:spChg chg="mod">
          <ac:chgData name="Palak gupta" userId="f9a89c6c66891a25" providerId="LiveId" clId="{F223D064-5E46-4C65-B439-B338B92B7D89}" dt="2023-09-19T05:50:46.192" v="1639"/>
          <ac:spMkLst>
            <pc:docMk/>
            <pc:sldMk cId="3646530407" sldId="320"/>
            <ac:spMk id="35" creationId="{7D144AD9-C9E7-A415-0649-252B713B4B5C}"/>
          </ac:spMkLst>
        </pc:spChg>
        <pc:spChg chg="mod">
          <ac:chgData name="Palak gupta" userId="f9a89c6c66891a25" providerId="LiveId" clId="{F223D064-5E46-4C65-B439-B338B92B7D89}" dt="2023-09-19T05:50:46.192" v="1639"/>
          <ac:spMkLst>
            <pc:docMk/>
            <pc:sldMk cId="3646530407" sldId="320"/>
            <ac:spMk id="36" creationId="{53DE4848-03BA-DB0F-65FB-41E751D37F12}"/>
          </ac:spMkLst>
        </pc:spChg>
        <pc:spChg chg="mod">
          <ac:chgData name="Palak gupta" userId="f9a89c6c66891a25" providerId="LiveId" clId="{F223D064-5E46-4C65-B439-B338B92B7D89}" dt="2023-09-19T05:50:46.192" v="1639"/>
          <ac:spMkLst>
            <pc:docMk/>
            <pc:sldMk cId="3646530407" sldId="320"/>
            <ac:spMk id="37" creationId="{0C8531D9-E15E-9420-5828-E48C986EE93D}"/>
          </ac:spMkLst>
        </pc:spChg>
        <pc:spChg chg="mod">
          <ac:chgData name="Palak gupta" userId="f9a89c6c66891a25" providerId="LiveId" clId="{F223D064-5E46-4C65-B439-B338B92B7D89}" dt="2023-09-19T05:50:46.192" v="1639"/>
          <ac:spMkLst>
            <pc:docMk/>
            <pc:sldMk cId="3646530407" sldId="320"/>
            <ac:spMk id="38" creationId="{72EE03DF-852B-1A8A-FB58-BCC5BEB07950}"/>
          </ac:spMkLst>
        </pc:spChg>
        <pc:spChg chg="mod">
          <ac:chgData name="Palak gupta" userId="f9a89c6c66891a25" providerId="LiveId" clId="{F223D064-5E46-4C65-B439-B338B92B7D89}" dt="2023-09-19T05:50:46.192" v="1639"/>
          <ac:spMkLst>
            <pc:docMk/>
            <pc:sldMk cId="3646530407" sldId="320"/>
            <ac:spMk id="39" creationId="{A13EC57F-3CA4-4E38-0E74-DF31A452B718}"/>
          </ac:spMkLst>
        </pc:spChg>
        <pc:spChg chg="mod">
          <ac:chgData name="Palak gupta" userId="f9a89c6c66891a25" providerId="LiveId" clId="{F223D064-5E46-4C65-B439-B338B92B7D89}" dt="2023-09-19T05:50:46.192" v="1639"/>
          <ac:spMkLst>
            <pc:docMk/>
            <pc:sldMk cId="3646530407" sldId="320"/>
            <ac:spMk id="40" creationId="{C527C9A1-35C9-DFD1-BBC2-90038B68C000}"/>
          </ac:spMkLst>
        </pc:spChg>
        <pc:spChg chg="mod">
          <ac:chgData name="Palak gupta" userId="f9a89c6c66891a25" providerId="LiveId" clId="{F223D064-5E46-4C65-B439-B338B92B7D89}" dt="2023-09-19T05:50:46.192" v="1639"/>
          <ac:spMkLst>
            <pc:docMk/>
            <pc:sldMk cId="3646530407" sldId="320"/>
            <ac:spMk id="41" creationId="{BB02AAB9-B626-DF5A-469E-8F419178BC94}"/>
          </ac:spMkLst>
        </pc:spChg>
        <pc:spChg chg="mod">
          <ac:chgData name="Palak gupta" userId="f9a89c6c66891a25" providerId="LiveId" clId="{F223D064-5E46-4C65-B439-B338B92B7D89}" dt="2023-09-19T05:50:46.192" v="1639"/>
          <ac:spMkLst>
            <pc:docMk/>
            <pc:sldMk cId="3646530407" sldId="320"/>
            <ac:spMk id="42" creationId="{41E2AC6B-FB4F-1F42-4644-37917655DB30}"/>
          </ac:spMkLst>
        </pc:spChg>
        <pc:spChg chg="mod">
          <ac:chgData name="Palak gupta" userId="f9a89c6c66891a25" providerId="LiveId" clId="{F223D064-5E46-4C65-B439-B338B92B7D89}" dt="2023-09-19T05:50:46.192" v="1639"/>
          <ac:spMkLst>
            <pc:docMk/>
            <pc:sldMk cId="3646530407" sldId="320"/>
            <ac:spMk id="43" creationId="{D8AC4659-4766-6322-470C-B7DB5F9DEEB2}"/>
          </ac:spMkLst>
        </pc:spChg>
        <pc:spChg chg="mod">
          <ac:chgData name="Palak gupta" userId="f9a89c6c66891a25" providerId="LiveId" clId="{F223D064-5E46-4C65-B439-B338B92B7D89}" dt="2023-09-19T05:50:46.192" v="1639"/>
          <ac:spMkLst>
            <pc:docMk/>
            <pc:sldMk cId="3646530407" sldId="320"/>
            <ac:spMk id="44" creationId="{03773B05-8488-929E-1B5A-54E9566CD08B}"/>
          </ac:spMkLst>
        </pc:spChg>
        <pc:spChg chg="mod">
          <ac:chgData name="Palak gupta" userId="f9a89c6c66891a25" providerId="LiveId" clId="{F223D064-5E46-4C65-B439-B338B92B7D89}" dt="2023-09-19T05:50:46.192" v="1639"/>
          <ac:spMkLst>
            <pc:docMk/>
            <pc:sldMk cId="3646530407" sldId="320"/>
            <ac:spMk id="45" creationId="{2EE9D72F-8002-01D5-EFA1-6929F0E7B88D}"/>
          </ac:spMkLst>
        </pc:spChg>
        <pc:spChg chg="mod">
          <ac:chgData name="Palak gupta" userId="f9a89c6c66891a25" providerId="LiveId" clId="{F223D064-5E46-4C65-B439-B338B92B7D89}" dt="2023-09-19T05:50:46.192" v="1639"/>
          <ac:spMkLst>
            <pc:docMk/>
            <pc:sldMk cId="3646530407" sldId="320"/>
            <ac:spMk id="46" creationId="{3D7EC6E5-D12E-8DDE-A324-E605D5A14992}"/>
          </ac:spMkLst>
        </pc:spChg>
        <pc:spChg chg="mod">
          <ac:chgData name="Palak gupta" userId="f9a89c6c66891a25" providerId="LiveId" clId="{F223D064-5E46-4C65-B439-B338B92B7D89}" dt="2023-09-19T05:51:05.187" v="1641"/>
          <ac:spMkLst>
            <pc:docMk/>
            <pc:sldMk cId="3646530407" sldId="320"/>
            <ac:spMk id="48" creationId="{15D5C387-E0D2-330B-4D01-5DD697ED088C}"/>
          </ac:spMkLst>
        </pc:spChg>
        <pc:spChg chg="mod">
          <ac:chgData name="Palak gupta" userId="f9a89c6c66891a25" providerId="LiveId" clId="{F223D064-5E46-4C65-B439-B338B92B7D89}" dt="2023-09-19T05:51:05.187" v="1641"/>
          <ac:spMkLst>
            <pc:docMk/>
            <pc:sldMk cId="3646530407" sldId="320"/>
            <ac:spMk id="49" creationId="{761B9C7B-5758-8A60-2608-D9468710C5B4}"/>
          </ac:spMkLst>
        </pc:spChg>
        <pc:spChg chg="mod">
          <ac:chgData name="Palak gupta" userId="f9a89c6c66891a25" providerId="LiveId" clId="{F223D064-5E46-4C65-B439-B338B92B7D89}" dt="2023-09-19T05:51:05.187" v="1641"/>
          <ac:spMkLst>
            <pc:docMk/>
            <pc:sldMk cId="3646530407" sldId="320"/>
            <ac:spMk id="50" creationId="{3DB86AEE-9BEA-F853-3280-08F60E6DCB0E}"/>
          </ac:spMkLst>
        </pc:spChg>
        <pc:spChg chg="mod">
          <ac:chgData name="Palak gupta" userId="f9a89c6c66891a25" providerId="LiveId" clId="{F223D064-5E46-4C65-B439-B338B92B7D89}" dt="2023-09-19T05:51:05.187" v="1641"/>
          <ac:spMkLst>
            <pc:docMk/>
            <pc:sldMk cId="3646530407" sldId="320"/>
            <ac:spMk id="51" creationId="{CD71BC98-64F0-F29B-D566-7AE5F1B420B2}"/>
          </ac:spMkLst>
        </pc:spChg>
        <pc:spChg chg="mod">
          <ac:chgData name="Palak gupta" userId="f9a89c6c66891a25" providerId="LiveId" clId="{F223D064-5E46-4C65-B439-B338B92B7D89}" dt="2023-09-19T05:51:05.187" v="1641"/>
          <ac:spMkLst>
            <pc:docMk/>
            <pc:sldMk cId="3646530407" sldId="320"/>
            <ac:spMk id="52" creationId="{0A2DA17C-7FEE-F727-B72A-4F7D61F9FFAC}"/>
          </ac:spMkLst>
        </pc:spChg>
        <pc:spChg chg="mod">
          <ac:chgData name="Palak gupta" userId="f9a89c6c66891a25" providerId="LiveId" clId="{F223D064-5E46-4C65-B439-B338B92B7D89}" dt="2023-09-19T05:51:05.187" v="1641"/>
          <ac:spMkLst>
            <pc:docMk/>
            <pc:sldMk cId="3646530407" sldId="320"/>
            <ac:spMk id="53" creationId="{E013E8DC-879C-38F2-061B-4ADAA68A6302}"/>
          </ac:spMkLst>
        </pc:spChg>
        <pc:spChg chg="mod">
          <ac:chgData name="Palak gupta" userId="f9a89c6c66891a25" providerId="LiveId" clId="{F223D064-5E46-4C65-B439-B338B92B7D89}" dt="2023-09-19T05:51:05.187" v="1641"/>
          <ac:spMkLst>
            <pc:docMk/>
            <pc:sldMk cId="3646530407" sldId="320"/>
            <ac:spMk id="54" creationId="{A41944F3-9F85-ACD4-A784-BD2C850670C0}"/>
          </ac:spMkLst>
        </pc:spChg>
        <pc:spChg chg="mod">
          <ac:chgData name="Palak gupta" userId="f9a89c6c66891a25" providerId="LiveId" clId="{F223D064-5E46-4C65-B439-B338B92B7D89}" dt="2023-09-19T05:51:05.187" v="1641"/>
          <ac:spMkLst>
            <pc:docMk/>
            <pc:sldMk cId="3646530407" sldId="320"/>
            <ac:spMk id="55" creationId="{15D74813-FC49-3BB8-C792-647ADA7CB6EF}"/>
          </ac:spMkLst>
        </pc:spChg>
        <pc:spChg chg="mod">
          <ac:chgData name="Palak gupta" userId="f9a89c6c66891a25" providerId="LiveId" clId="{F223D064-5E46-4C65-B439-B338B92B7D89}" dt="2023-09-19T05:51:05.187" v="1641"/>
          <ac:spMkLst>
            <pc:docMk/>
            <pc:sldMk cId="3646530407" sldId="320"/>
            <ac:spMk id="56" creationId="{8F5303B2-1400-E59A-349B-866D26A08830}"/>
          </ac:spMkLst>
        </pc:spChg>
        <pc:spChg chg="mod">
          <ac:chgData name="Palak gupta" userId="f9a89c6c66891a25" providerId="LiveId" clId="{F223D064-5E46-4C65-B439-B338B92B7D89}" dt="2023-09-19T05:51:05.187" v="1641"/>
          <ac:spMkLst>
            <pc:docMk/>
            <pc:sldMk cId="3646530407" sldId="320"/>
            <ac:spMk id="57" creationId="{422B3A8C-9F35-AF4C-5B3E-973875C1734D}"/>
          </ac:spMkLst>
        </pc:spChg>
        <pc:spChg chg="mod">
          <ac:chgData name="Palak gupta" userId="f9a89c6c66891a25" providerId="LiveId" clId="{F223D064-5E46-4C65-B439-B338B92B7D89}" dt="2023-09-19T05:51:05.187" v="1641"/>
          <ac:spMkLst>
            <pc:docMk/>
            <pc:sldMk cId="3646530407" sldId="320"/>
            <ac:spMk id="58" creationId="{0BB31738-7F50-A955-9E39-4DE3436216C5}"/>
          </ac:spMkLst>
        </pc:spChg>
        <pc:spChg chg="mod">
          <ac:chgData name="Palak gupta" userId="f9a89c6c66891a25" providerId="LiveId" clId="{F223D064-5E46-4C65-B439-B338B92B7D89}" dt="2023-09-19T05:51:05.187" v="1641"/>
          <ac:spMkLst>
            <pc:docMk/>
            <pc:sldMk cId="3646530407" sldId="320"/>
            <ac:spMk id="59" creationId="{CA4DEE10-4481-C3A6-A97E-4F43950038A3}"/>
          </ac:spMkLst>
        </pc:spChg>
        <pc:spChg chg="mod">
          <ac:chgData name="Palak gupta" userId="f9a89c6c66891a25" providerId="LiveId" clId="{F223D064-5E46-4C65-B439-B338B92B7D89}" dt="2023-09-19T05:51:05.187" v="1641"/>
          <ac:spMkLst>
            <pc:docMk/>
            <pc:sldMk cId="3646530407" sldId="320"/>
            <ac:spMk id="60" creationId="{78E84496-86E1-506C-6A48-641C1CF405AA}"/>
          </ac:spMkLst>
        </pc:spChg>
        <pc:spChg chg="mod">
          <ac:chgData name="Palak gupta" userId="f9a89c6c66891a25" providerId="LiveId" clId="{F223D064-5E46-4C65-B439-B338B92B7D89}" dt="2023-09-19T05:51:05.187" v="1641"/>
          <ac:spMkLst>
            <pc:docMk/>
            <pc:sldMk cId="3646530407" sldId="320"/>
            <ac:spMk id="61" creationId="{3313053A-E9CB-E2D2-2D1A-F1D3B79AB0E9}"/>
          </ac:spMkLst>
        </pc:spChg>
        <pc:spChg chg="mod">
          <ac:chgData name="Palak gupta" userId="f9a89c6c66891a25" providerId="LiveId" clId="{F223D064-5E46-4C65-B439-B338B92B7D89}" dt="2023-09-19T05:51:05.187" v="1641"/>
          <ac:spMkLst>
            <pc:docMk/>
            <pc:sldMk cId="3646530407" sldId="320"/>
            <ac:spMk id="62" creationId="{7F01116E-A6C0-B2F1-D04B-365CB1FAF3AF}"/>
          </ac:spMkLst>
        </pc:spChg>
        <pc:spChg chg="mod">
          <ac:chgData name="Palak gupta" userId="f9a89c6c66891a25" providerId="LiveId" clId="{F223D064-5E46-4C65-B439-B338B92B7D89}" dt="2023-09-19T05:51:05.187" v="1641"/>
          <ac:spMkLst>
            <pc:docMk/>
            <pc:sldMk cId="3646530407" sldId="320"/>
            <ac:spMk id="63" creationId="{9DA0BE1E-3F33-7269-B5E4-A972401DC5D7}"/>
          </ac:spMkLst>
        </pc:spChg>
        <pc:spChg chg="mod">
          <ac:chgData name="Palak gupta" userId="f9a89c6c66891a25" providerId="LiveId" clId="{F223D064-5E46-4C65-B439-B338B92B7D89}" dt="2023-09-19T05:51:05.187" v="1641"/>
          <ac:spMkLst>
            <pc:docMk/>
            <pc:sldMk cId="3646530407" sldId="320"/>
            <ac:spMk id="64" creationId="{9CCFBA01-72CA-A557-316F-17A8EBD432B3}"/>
          </ac:spMkLst>
        </pc:spChg>
        <pc:spChg chg="mod">
          <ac:chgData name="Palak gupta" userId="f9a89c6c66891a25" providerId="LiveId" clId="{F223D064-5E46-4C65-B439-B338B92B7D89}" dt="2023-09-19T05:51:05.187" v="1641"/>
          <ac:spMkLst>
            <pc:docMk/>
            <pc:sldMk cId="3646530407" sldId="320"/>
            <ac:spMk id="65" creationId="{1076E547-DAF3-7C90-CC7E-31D4F58888E9}"/>
          </ac:spMkLst>
        </pc:spChg>
        <pc:spChg chg="mod">
          <ac:chgData name="Palak gupta" userId="f9a89c6c66891a25" providerId="LiveId" clId="{F223D064-5E46-4C65-B439-B338B92B7D89}" dt="2023-09-19T05:51:05.187" v="1641"/>
          <ac:spMkLst>
            <pc:docMk/>
            <pc:sldMk cId="3646530407" sldId="320"/>
            <ac:spMk id="66" creationId="{34971184-F3D8-A5AA-1A3E-B96874188E4E}"/>
          </ac:spMkLst>
        </pc:spChg>
        <pc:spChg chg="mod">
          <ac:chgData name="Palak gupta" userId="f9a89c6c66891a25" providerId="LiveId" clId="{F223D064-5E46-4C65-B439-B338B92B7D89}" dt="2023-09-19T05:51:05.187" v="1641"/>
          <ac:spMkLst>
            <pc:docMk/>
            <pc:sldMk cId="3646530407" sldId="320"/>
            <ac:spMk id="67" creationId="{D0C4D4B9-20CA-07BD-5D2F-673AC074000B}"/>
          </ac:spMkLst>
        </pc:spChg>
        <pc:spChg chg="mod">
          <ac:chgData name="Palak gupta" userId="f9a89c6c66891a25" providerId="LiveId" clId="{F223D064-5E46-4C65-B439-B338B92B7D89}" dt="2023-09-19T05:51:05.187" v="1641"/>
          <ac:spMkLst>
            <pc:docMk/>
            <pc:sldMk cId="3646530407" sldId="320"/>
            <ac:spMk id="68" creationId="{0062C1CD-3516-6ED5-5ECD-551DA86D203B}"/>
          </ac:spMkLst>
        </pc:spChg>
        <pc:spChg chg="mod">
          <ac:chgData name="Palak gupta" userId="f9a89c6c66891a25" providerId="LiveId" clId="{F223D064-5E46-4C65-B439-B338B92B7D89}" dt="2023-09-19T05:51:23.806" v="1645"/>
          <ac:spMkLst>
            <pc:docMk/>
            <pc:sldMk cId="3646530407" sldId="320"/>
            <ac:spMk id="70" creationId="{7A3932CB-4EA4-D7FE-B797-6D0B51B993E2}"/>
          </ac:spMkLst>
        </pc:spChg>
        <pc:spChg chg="mod">
          <ac:chgData name="Palak gupta" userId="f9a89c6c66891a25" providerId="LiveId" clId="{F223D064-5E46-4C65-B439-B338B92B7D89}" dt="2023-09-19T05:51:23.806" v="1645"/>
          <ac:spMkLst>
            <pc:docMk/>
            <pc:sldMk cId="3646530407" sldId="320"/>
            <ac:spMk id="71" creationId="{3BECC5FC-861F-ABEC-9D4E-632B5C8E9895}"/>
          </ac:spMkLst>
        </pc:spChg>
        <pc:spChg chg="add mod">
          <ac:chgData name="Palak gupta" userId="f9a89c6c66891a25" providerId="LiveId" clId="{F223D064-5E46-4C65-B439-B338B92B7D89}" dt="2023-09-19T13:34:07.678" v="5682" actId="1076"/>
          <ac:spMkLst>
            <pc:docMk/>
            <pc:sldMk cId="3646530407" sldId="320"/>
            <ac:spMk id="72" creationId="{97FE55E6-4F18-E758-5307-6120373E0A48}"/>
          </ac:spMkLst>
        </pc:spChg>
        <pc:grpChg chg="add mod">
          <ac:chgData name="Palak gupta" userId="f9a89c6c66891a25" providerId="LiveId" clId="{F223D064-5E46-4C65-B439-B338B92B7D89}" dt="2023-09-18T16:17:32.403" v="954" actId="1076"/>
          <ac:grpSpMkLst>
            <pc:docMk/>
            <pc:sldMk cId="3646530407" sldId="320"/>
            <ac:grpSpMk id="2" creationId="{DC08ACB4-9938-B325-7CD7-14534688B2F3}"/>
          </ac:grpSpMkLst>
        </pc:grpChg>
        <pc:grpChg chg="add mod">
          <ac:chgData name="Palak gupta" userId="f9a89c6c66891a25" providerId="LiveId" clId="{F223D064-5E46-4C65-B439-B338B92B7D89}" dt="2023-09-19T05:50:38.171" v="1637" actId="1036"/>
          <ac:grpSpMkLst>
            <pc:docMk/>
            <pc:sldMk cId="3646530407" sldId="320"/>
            <ac:grpSpMk id="3" creationId="{325930D1-A5AC-7F00-1BBF-5AB551CCBE03}"/>
          </ac:grpSpMkLst>
        </pc:grpChg>
        <pc:grpChg chg="add mod">
          <ac:chgData name="Palak gupta" userId="f9a89c6c66891a25" providerId="LiveId" clId="{F223D064-5E46-4C65-B439-B338B92B7D89}" dt="2023-09-19T05:50:54.174" v="1640" actId="1076"/>
          <ac:grpSpMkLst>
            <pc:docMk/>
            <pc:sldMk cId="3646530407" sldId="320"/>
            <ac:grpSpMk id="16" creationId="{8675975D-B6F3-88CC-41B4-713E48762FDF}"/>
          </ac:grpSpMkLst>
        </pc:grpChg>
        <pc:grpChg chg="add del mod">
          <ac:chgData name="Palak gupta" userId="f9a89c6c66891a25" providerId="LiveId" clId="{F223D064-5E46-4C65-B439-B338B92B7D89}" dt="2023-09-18T16:13:52.251" v="866" actId="1076"/>
          <ac:grpSpMkLst>
            <pc:docMk/>
            <pc:sldMk cId="3646530407" sldId="320"/>
            <ac:grpSpMk id="19" creationId="{1D08C661-6FE5-5544-4513-7037E04ED288}"/>
          </ac:grpSpMkLst>
        </pc:grpChg>
        <pc:grpChg chg="del">
          <ac:chgData name="Palak gupta" userId="f9a89c6c66891a25" providerId="LiveId" clId="{F223D064-5E46-4C65-B439-B338B92B7D89}" dt="2023-09-18T13:27:02.106" v="293" actId="478"/>
          <ac:grpSpMkLst>
            <pc:docMk/>
            <pc:sldMk cId="3646530407" sldId="320"/>
            <ac:grpSpMk id="22" creationId="{779AFE79-FB22-416B-A663-D55B2DB7E4A5}"/>
          </ac:grpSpMkLst>
        </pc:grpChg>
        <pc:grpChg chg="add mod">
          <ac:chgData name="Palak gupta" userId="f9a89c6c66891a25" providerId="LiveId" clId="{F223D064-5E46-4C65-B439-B338B92B7D89}" dt="2023-09-19T05:51:14.777" v="1643" actId="1076"/>
          <ac:grpSpMkLst>
            <pc:docMk/>
            <pc:sldMk cId="3646530407" sldId="320"/>
            <ac:grpSpMk id="47" creationId="{7D380781-A017-A010-4D2F-AB5B6E1D1E33}"/>
          </ac:grpSpMkLst>
        </pc:grpChg>
        <pc:grpChg chg="add mod">
          <ac:chgData name="Palak gupta" userId="f9a89c6c66891a25" providerId="LiveId" clId="{F223D064-5E46-4C65-B439-B338B92B7D89}" dt="2023-09-19T05:52:04.042" v="1652" actId="14100"/>
          <ac:grpSpMkLst>
            <pc:docMk/>
            <pc:sldMk cId="3646530407" sldId="320"/>
            <ac:grpSpMk id="69" creationId="{4AB43C56-439B-3953-1B27-E4FA4AFEDB18}"/>
          </ac:grpSpMkLst>
        </pc:grpChg>
        <pc:cxnChg chg="del">
          <ac:chgData name="Palak gupta" userId="f9a89c6c66891a25" providerId="LiveId" clId="{F223D064-5E46-4C65-B439-B338B92B7D89}" dt="2023-09-18T13:29:25.211" v="359" actId="478"/>
          <ac:cxnSpMkLst>
            <pc:docMk/>
            <pc:sldMk cId="3646530407" sldId="320"/>
            <ac:cxnSpMk id="3" creationId="{AE0F1D02-A538-46D1-A45F-AE8F17476609}"/>
          </ac:cxnSpMkLst>
        </pc:cxnChg>
      </pc:sldChg>
      <pc:sldChg chg="addSp delSp modSp add del mod modTransition">
        <pc:chgData name="Palak gupta" userId="f9a89c6c66891a25" providerId="LiveId" clId="{F223D064-5E46-4C65-B439-B338B92B7D89}" dt="2023-09-19T07:04:18.536" v="2335" actId="478"/>
        <pc:sldMkLst>
          <pc:docMk/>
          <pc:sldMk cId="739188083" sldId="321"/>
        </pc:sldMkLst>
        <pc:spChg chg="mod">
          <ac:chgData name="Palak gupta" userId="f9a89c6c66891a25" providerId="LiveId" clId="{F223D064-5E46-4C65-B439-B338B92B7D89}" dt="2023-09-19T05:49:15.314" v="1620" actId="1076"/>
          <ac:spMkLst>
            <pc:docMk/>
            <pc:sldMk cId="739188083" sldId="321"/>
            <ac:spMk id="2" creationId="{206381AD-4C2B-4745-99B1-0BBCE6131A71}"/>
          </ac:spMkLst>
        </pc:spChg>
        <pc:spChg chg="mod">
          <ac:chgData name="Palak gupta" userId="f9a89c6c66891a25" providerId="LiveId" clId="{F223D064-5E46-4C65-B439-B338B92B7D89}" dt="2023-09-18T16:47:12.521" v="1122" actId="164"/>
          <ac:spMkLst>
            <pc:docMk/>
            <pc:sldMk cId="739188083" sldId="321"/>
            <ac:spMk id="3" creationId="{25726969-86C3-4E0A-A7D5-AF1B338BD4B0}"/>
          </ac:spMkLst>
        </pc:spChg>
        <pc:spChg chg="add mod">
          <ac:chgData name="Palak gupta" userId="f9a89c6c66891a25" providerId="LiveId" clId="{F223D064-5E46-4C65-B439-B338B92B7D89}" dt="2023-09-18T16:46:54.195" v="1091" actId="164"/>
          <ac:spMkLst>
            <pc:docMk/>
            <pc:sldMk cId="739188083" sldId="321"/>
            <ac:spMk id="4" creationId="{149AC5BD-0B7D-7A56-658F-751A0F6A0AAE}"/>
          </ac:spMkLst>
        </pc:spChg>
        <pc:spChg chg="del">
          <ac:chgData name="Palak gupta" userId="f9a89c6c66891a25" providerId="LiveId" clId="{F223D064-5E46-4C65-B439-B338B92B7D89}" dt="2023-09-18T16:45:41.114" v="1075" actId="478"/>
          <ac:spMkLst>
            <pc:docMk/>
            <pc:sldMk cId="739188083" sldId="321"/>
            <ac:spMk id="5" creationId="{724DE7DF-EB6D-4531-B213-3DA78C7374CA}"/>
          </ac:spMkLst>
        </pc:spChg>
        <pc:spChg chg="add mod">
          <ac:chgData name="Palak gupta" userId="f9a89c6c66891a25" providerId="LiveId" clId="{F223D064-5E46-4C65-B439-B338B92B7D89}" dt="2023-09-19T05:37:49.394" v="1474" actId="1076"/>
          <ac:spMkLst>
            <pc:docMk/>
            <pc:sldMk cId="739188083" sldId="321"/>
            <ac:spMk id="5" creationId="{B4837162-09C2-C454-3120-6989CBCF16A5}"/>
          </ac:spMkLst>
        </pc:spChg>
        <pc:spChg chg="add mod">
          <ac:chgData name="Palak gupta" userId="f9a89c6c66891a25" providerId="LiveId" clId="{F223D064-5E46-4C65-B439-B338B92B7D89}" dt="2023-09-19T06:42:56.523" v="2055" actId="1038"/>
          <ac:spMkLst>
            <pc:docMk/>
            <pc:sldMk cId="739188083" sldId="321"/>
            <ac:spMk id="6" creationId="{129A4131-AE75-DE16-CDC3-D4460FFD683C}"/>
          </ac:spMkLst>
        </pc:spChg>
        <pc:spChg chg="add del mod">
          <ac:chgData name="Palak gupta" userId="f9a89c6c66891a25" providerId="LiveId" clId="{F223D064-5E46-4C65-B439-B338B92B7D89}" dt="2023-09-18T16:07:26.684" v="672" actId="478"/>
          <ac:spMkLst>
            <pc:docMk/>
            <pc:sldMk cId="739188083" sldId="321"/>
            <ac:spMk id="6" creationId="{92E79F22-C972-7300-AE91-C9DA6B896613}"/>
          </ac:spMkLst>
        </pc:spChg>
        <pc:spChg chg="add del mod">
          <ac:chgData name="Palak gupta" userId="f9a89c6c66891a25" providerId="LiveId" clId="{F223D064-5E46-4C65-B439-B338B92B7D89}" dt="2023-09-17T12:33:41.572" v="206" actId="478"/>
          <ac:spMkLst>
            <pc:docMk/>
            <pc:sldMk cId="739188083" sldId="321"/>
            <ac:spMk id="6" creationId="{C819A192-7049-C55B-E6CC-1A3A67BDF022}"/>
          </ac:spMkLst>
        </pc:spChg>
        <pc:spChg chg="add mod">
          <ac:chgData name="Palak gupta" userId="f9a89c6c66891a25" providerId="LiveId" clId="{F223D064-5E46-4C65-B439-B338B92B7D89}" dt="2023-09-19T06:03:29.614" v="1818" actId="1076"/>
          <ac:spMkLst>
            <pc:docMk/>
            <pc:sldMk cId="739188083" sldId="321"/>
            <ac:spMk id="7" creationId="{B72C5176-A5C9-C2D2-CE0B-4F52C2198B2F}"/>
          </ac:spMkLst>
        </pc:spChg>
        <pc:spChg chg="del">
          <ac:chgData name="Palak gupta" userId="f9a89c6c66891a25" providerId="LiveId" clId="{F223D064-5E46-4C65-B439-B338B92B7D89}" dt="2023-09-18T16:34:41.565" v="985" actId="478"/>
          <ac:spMkLst>
            <pc:docMk/>
            <pc:sldMk cId="739188083" sldId="321"/>
            <ac:spMk id="7" creationId="{E5802AF2-1191-4664-AA40-521DC48378E2}"/>
          </ac:spMkLst>
        </pc:spChg>
        <pc:spChg chg="add mod">
          <ac:chgData name="Palak gupta" userId="f9a89c6c66891a25" providerId="LiveId" clId="{F223D064-5E46-4C65-B439-B338B92B7D89}" dt="2023-09-19T06:06:54.824" v="1847" actId="1076"/>
          <ac:spMkLst>
            <pc:docMk/>
            <pc:sldMk cId="739188083" sldId="321"/>
            <ac:spMk id="8" creationId="{66E2C411-BF99-CC40-95EC-20BE2D5EB83E}"/>
          </ac:spMkLst>
        </pc:spChg>
        <pc:spChg chg="del">
          <ac:chgData name="Palak gupta" userId="f9a89c6c66891a25" providerId="LiveId" clId="{F223D064-5E46-4C65-B439-B338B92B7D89}" dt="2023-09-18T16:45:27.142" v="1074" actId="478"/>
          <ac:spMkLst>
            <pc:docMk/>
            <pc:sldMk cId="739188083" sldId="321"/>
            <ac:spMk id="8" creationId="{86D57F5F-3873-469A-88A9-424C98D379C8}"/>
          </ac:spMkLst>
        </pc:spChg>
        <pc:spChg chg="add mod">
          <ac:chgData name="Palak gupta" userId="f9a89c6c66891a25" providerId="LiveId" clId="{F223D064-5E46-4C65-B439-B338B92B7D89}" dt="2023-09-19T06:16:12.905" v="1913" actId="1076"/>
          <ac:spMkLst>
            <pc:docMk/>
            <pc:sldMk cId="739188083" sldId="321"/>
            <ac:spMk id="9" creationId="{39DC568A-C264-C59D-CC47-A7E2DC3F85FC}"/>
          </ac:spMkLst>
        </pc:spChg>
        <pc:spChg chg="del">
          <ac:chgData name="Palak gupta" userId="f9a89c6c66891a25" providerId="LiveId" clId="{F223D064-5E46-4C65-B439-B338B92B7D89}" dt="2023-09-18T11:56:39.140" v="226" actId="478"/>
          <ac:spMkLst>
            <pc:docMk/>
            <pc:sldMk cId="739188083" sldId="321"/>
            <ac:spMk id="9" creationId="{756388F5-1599-4B19-B273-3A30343D80C5}"/>
          </ac:spMkLst>
        </pc:spChg>
        <pc:spChg chg="add del mod">
          <ac:chgData name="Palak gupta" userId="f9a89c6c66891a25" providerId="LiveId" clId="{F223D064-5E46-4C65-B439-B338B92B7D89}" dt="2023-09-19T06:15:40.705" v="1910" actId="478"/>
          <ac:spMkLst>
            <pc:docMk/>
            <pc:sldMk cId="739188083" sldId="321"/>
            <ac:spMk id="10" creationId="{6512D18D-7D94-A44A-1F81-AB36D8DDC314}"/>
          </ac:spMkLst>
        </pc:spChg>
        <pc:spChg chg="add mod">
          <ac:chgData name="Palak gupta" userId="f9a89c6c66891a25" providerId="LiveId" clId="{F223D064-5E46-4C65-B439-B338B92B7D89}" dt="2023-09-19T05:48:29.943" v="1609" actId="1076"/>
          <ac:spMkLst>
            <pc:docMk/>
            <pc:sldMk cId="739188083" sldId="321"/>
            <ac:spMk id="11" creationId="{7848944D-7547-06FB-C587-651F6467E2B8}"/>
          </ac:spMkLst>
        </pc:spChg>
        <pc:spChg chg="add mod">
          <ac:chgData name="Palak gupta" userId="f9a89c6c66891a25" providerId="LiveId" clId="{F223D064-5E46-4C65-B439-B338B92B7D89}" dt="2023-09-19T05:49:03.187" v="1617" actId="1076"/>
          <ac:spMkLst>
            <pc:docMk/>
            <pc:sldMk cId="739188083" sldId="321"/>
            <ac:spMk id="12" creationId="{54384FD0-1DE4-8405-D2DD-07CEA11485B5}"/>
          </ac:spMkLst>
        </pc:spChg>
        <pc:spChg chg="mod">
          <ac:chgData name="Palak gupta" userId="f9a89c6c66891a25" providerId="LiveId" clId="{F223D064-5E46-4C65-B439-B338B92B7D89}" dt="2023-09-18T16:50:54.716" v="1263" actId="1076"/>
          <ac:spMkLst>
            <pc:docMk/>
            <pc:sldMk cId="739188083" sldId="321"/>
            <ac:spMk id="14" creationId="{7BE9BDF8-D9B3-4973-84B6-82816678C3EA}"/>
          </ac:spMkLst>
        </pc:spChg>
        <pc:spChg chg="del">
          <ac:chgData name="Palak gupta" userId="f9a89c6c66891a25" providerId="LiveId" clId="{F223D064-5E46-4C65-B439-B338B92B7D89}" dt="2023-09-18T16:45:24.173" v="1073" actId="478"/>
          <ac:spMkLst>
            <pc:docMk/>
            <pc:sldMk cId="739188083" sldId="321"/>
            <ac:spMk id="15" creationId="{04C9031F-6E53-4739-89B2-4E5D8BE83286}"/>
          </ac:spMkLst>
        </pc:spChg>
        <pc:spChg chg="mod">
          <ac:chgData name="Palak gupta" userId="f9a89c6c66891a25" providerId="LiveId" clId="{F223D064-5E46-4C65-B439-B338B92B7D89}" dt="2023-09-19T05:49:11.895" v="1618"/>
          <ac:spMkLst>
            <pc:docMk/>
            <pc:sldMk cId="739188083" sldId="321"/>
            <ac:spMk id="15" creationId="{F0583F1A-E6EF-4F40-5EB2-8AC02D6CB588}"/>
          </ac:spMkLst>
        </pc:spChg>
        <pc:spChg chg="mod">
          <ac:chgData name="Palak gupta" userId="f9a89c6c66891a25" providerId="LiveId" clId="{F223D064-5E46-4C65-B439-B338B92B7D89}" dt="2023-09-19T05:49:11.895" v="1618"/>
          <ac:spMkLst>
            <pc:docMk/>
            <pc:sldMk cId="739188083" sldId="321"/>
            <ac:spMk id="16" creationId="{6544DF31-EE48-C7F2-E7C5-F01B631BFF9C}"/>
          </ac:spMkLst>
        </pc:spChg>
        <pc:spChg chg="del">
          <ac:chgData name="Palak gupta" userId="f9a89c6c66891a25" providerId="LiveId" clId="{F223D064-5E46-4C65-B439-B338B92B7D89}" dt="2023-09-18T11:56:36.251" v="225" actId="478"/>
          <ac:spMkLst>
            <pc:docMk/>
            <pc:sldMk cId="739188083" sldId="321"/>
            <ac:spMk id="16" creationId="{A296EB84-0F34-4191-ABC5-0564138C3668}"/>
          </ac:spMkLst>
        </pc:spChg>
        <pc:spChg chg="mod">
          <ac:chgData name="Palak gupta" userId="f9a89c6c66891a25" providerId="LiveId" clId="{F223D064-5E46-4C65-B439-B338B92B7D89}" dt="2023-09-19T05:49:11.895" v="1618"/>
          <ac:spMkLst>
            <pc:docMk/>
            <pc:sldMk cId="739188083" sldId="321"/>
            <ac:spMk id="17" creationId="{7D8AF09F-C895-B031-6212-368849318A92}"/>
          </ac:spMkLst>
        </pc:spChg>
        <pc:spChg chg="mod">
          <ac:chgData name="Palak gupta" userId="f9a89c6c66891a25" providerId="LiveId" clId="{F223D064-5E46-4C65-B439-B338B92B7D89}" dt="2023-09-19T05:49:11.895" v="1618"/>
          <ac:spMkLst>
            <pc:docMk/>
            <pc:sldMk cId="739188083" sldId="321"/>
            <ac:spMk id="18" creationId="{91E3FC29-654B-C9CE-684B-1F39740CF236}"/>
          </ac:spMkLst>
        </pc:spChg>
        <pc:spChg chg="mod">
          <ac:chgData name="Palak gupta" userId="f9a89c6c66891a25" providerId="LiveId" clId="{F223D064-5E46-4C65-B439-B338B92B7D89}" dt="2023-09-19T05:49:11.895" v="1618"/>
          <ac:spMkLst>
            <pc:docMk/>
            <pc:sldMk cId="739188083" sldId="321"/>
            <ac:spMk id="19" creationId="{4AB2F58F-BB8E-1B7E-55DA-845562464593}"/>
          </ac:spMkLst>
        </pc:spChg>
        <pc:spChg chg="mod">
          <ac:chgData name="Palak gupta" userId="f9a89c6c66891a25" providerId="LiveId" clId="{F223D064-5E46-4C65-B439-B338B92B7D89}" dt="2023-09-19T05:49:11.895" v="1618"/>
          <ac:spMkLst>
            <pc:docMk/>
            <pc:sldMk cId="739188083" sldId="321"/>
            <ac:spMk id="20" creationId="{90F83C61-3ABA-197F-C1A2-29C1B3ACDB9D}"/>
          </ac:spMkLst>
        </pc:spChg>
        <pc:spChg chg="mod ord">
          <ac:chgData name="Palak gupta" userId="f9a89c6c66891a25" providerId="LiveId" clId="{F223D064-5E46-4C65-B439-B338B92B7D89}" dt="2023-09-18T16:51:38.491" v="1272" actId="166"/>
          <ac:spMkLst>
            <pc:docMk/>
            <pc:sldMk cId="739188083" sldId="321"/>
            <ac:spMk id="21" creationId="{8CA1BDD3-CE3E-4AD3-9E3C-2B41C3038F97}"/>
          </ac:spMkLst>
        </pc:spChg>
        <pc:spChg chg="mod">
          <ac:chgData name="Palak gupta" userId="f9a89c6c66891a25" providerId="LiveId" clId="{F223D064-5E46-4C65-B439-B338B92B7D89}" dt="2023-09-19T05:49:11.895" v="1618"/>
          <ac:spMkLst>
            <pc:docMk/>
            <pc:sldMk cId="739188083" sldId="321"/>
            <ac:spMk id="22" creationId="{52DC3754-7FBC-8846-423C-41343D8F9094}"/>
          </ac:spMkLst>
        </pc:spChg>
        <pc:spChg chg="del">
          <ac:chgData name="Palak gupta" userId="f9a89c6c66891a25" providerId="LiveId" clId="{F223D064-5E46-4C65-B439-B338B92B7D89}" dt="2023-09-18T16:45:21.586" v="1072" actId="478"/>
          <ac:spMkLst>
            <pc:docMk/>
            <pc:sldMk cId="739188083" sldId="321"/>
            <ac:spMk id="22" creationId="{E0780BE1-AE57-44A1-8A24-010A46010F05}"/>
          </ac:spMkLst>
        </pc:spChg>
        <pc:spChg chg="mod">
          <ac:chgData name="Palak gupta" userId="f9a89c6c66891a25" providerId="LiveId" clId="{F223D064-5E46-4C65-B439-B338B92B7D89}" dt="2023-09-19T05:49:11.895" v="1618"/>
          <ac:spMkLst>
            <pc:docMk/>
            <pc:sldMk cId="739188083" sldId="321"/>
            <ac:spMk id="23" creationId="{653B0F0F-BDA8-B067-DC77-1E4A2310A449}"/>
          </ac:spMkLst>
        </pc:spChg>
        <pc:spChg chg="del">
          <ac:chgData name="Palak gupta" userId="f9a89c6c66891a25" providerId="LiveId" clId="{F223D064-5E46-4C65-B439-B338B92B7D89}" dt="2023-09-18T11:56:33.389" v="224" actId="478"/>
          <ac:spMkLst>
            <pc:docMk/>
            <pc:sldMk cId="739188083" sldId="321"/>
            <ac:spMk id="23" creationId="{C8027CD4-B00E-4E2D-B628-89E21EBA31B4}"/>
          </ac:spMkLst>
        </pc:spChg>
        <pc:spChg chg="mod">
          <ac:chgData name="Palak gupta" userId="f9a89c6c66891a25" providerId="LiveId" clId="{F223D064-5E46-4C65-B439-B338B92B7D89}" dt="2023-09-19T05:49:11.895" v="1618"/>
          <ac:spMkLst>
            <pc:docMk/>
            <pc:sldMk cId="739188083" sldId="321"/>
            <ac:spMk id="24" creationId="{91FCBD41-806F-5354-3017-29FE239FE667}"/>
          </ac:spMkLst>
        </pc:spChg>
        <pc:spChg chg="mod">
          <ac:chgData name="Palak gupta" userId="f9a89c6c66891a25" providerId="LiveId" clId="{F223D064-5E46-4C65-B439-B338B92B7D89}" dt="2023-09-19T05:49:11.895" v="1618"/>
          <ac:spMkLst>
            <pc:docMk/>
            <pc:sldMk cId="739188083" sldId="321"/>
            <ac:spMk id="25" creationId="{A2749E6C-1EBF-444C-187A-B057936E881E}"/>
          </ac:spMkLst>
        </pc:spChg>
        <pc:spChg chg="mod">
          <ac:chgData name="Palak gupta" userId="f9a89c6c66891a25" providerId="LiveId" clId="{F223D064-5E46-4C65-B439-B338B92B7D89}" dt="2023-09-19T05:49:11.895" v="1618"/>
          <ac:spMkLst>
            <pc:docMk/>
            <pc:sldMk cId="739188083" sldId="321"/>
            <ac:spMk id="26" creationId="{8918AC39-ABD4-9095-BC5D-F82F01437FCD}"/>
          </ac:spMkLst>
        </pc:spChg>
        <pc:spChg chg="mod">
          <ac:chgData name="Palak gupta" userId="f9a89c6c66891a25" providerId="LiveId" clId="{F223D064-5E46-4C65-B439-B338B92B7D89}" dt="2023-09-19T05:49:11.895" v="1618"/>
          <ac:spMkLst>
            <pc:docMk/>
            <pc:sldMk cId="739188083" sldId="321"/>
            <ac:spMk id="27" creationId="{5BD5A648-7553-6309-00DA-C8682FB90F30}"/>
          </ac:spMkLst>
        </pc:spChg>
        <pc:spChg chg="mod">
          <ac:chgData name="Palak gupta" userId="f9a89c6c66891a25" providerId="LiveId" clId="{F223D064-5E46-4C65-B439-B338B92B7D89}" dt="2023-09-19T05:49:11.895" v="1618"/>
          <ac:spMkLst>
            <pc:docMk/>
            <pc:sldMk cId="739188083" sldId="321"/>
            <ac:spMk id="28" creationId="{8A417317-F9CA-1FE7-D01D-20982EDA9E7B}"/>
          </ac:spMkLst>
        </pc:spChg>
        <pc:spChg chg="del">
          <ac:chgData name="Palak gupta" userId="f9a89c6c66891a25" providerId="LiveId" clId="{F223D064-5E46-4C65-B439-B338B92B7D89}" dt="2023-09-18T16:46:18.353" v="1084" actId="478"/>
          <ac:spMkLst>
            <pc:docMk/>
            <pc:sldMk cId="739188083" sldId="321"/>
            <ac:spMk id="28" creationId="{C0A888A3-027B-4D26-BBD6-E7DCC0B89A59}"/>
          </ac:spMkLst>
        </pc:spChg>
        <pc:spChg chg="mod">
          <ac:chgData name="Palak gupta" userId="f9a89c6c66891a25" providerId="LiveId" clId="{F223D064-5E46-4C65-B439-B338B92B7D89}" dt="2023-09-19T05:49:11.895" v="1618"/>
          <ac:spMkLst>
            <pc:docMk/>
            <pc:sldMk cId="739188083" sldId="321"/>
            <ac:spMk id="29" creationId="{2D7EEBF8-58AF-70A5-D6B4-3C9FFD921E0E}"/>
          </ac:spMkLst>
        </pc:spChg>
        <pc:spChg chg="del">
          <ac:chgData name="Palak gupta" userId="f9a89c6c66891a25" providerId="LiveId" clId="{F223D064-5E46-4C65-B439-B338B92B7D89}" dt="2023-09-18T16:45:18.727" v="1071" actId="478"/>
          <ac:spMkLst>
            <pc:docMk/>
            <pc:sldMk cId="739188083" sldId="321"/>
            <ac:spMk id="29" creationId="{8DE0210C-CC6F-4866-A2F9-CC44B2525440}"/>
          </ac:spMkLst>
        </pc:spChg>
        <pc:spChg chg="mod">
          <ac:chgData name="Palak gupta" userId="f9a89c6c66891a25" providerId="LiveId" clId="{F223D064-5E46-4C65-B439-B338B92B7D89}" dt="2023-09-19T05:49:11.895" v="1618"/>
          <ac:spMkLst>
            <pc:docMk/>
            <pc:sldMk cId="739188083" sldId="321"/>
            <ac:spMk id="30" creationId="{5672C904-CF31-8E40-4E87-EE0BC89E8112}"/>
          </ac:spMkLst>
        </pc:spChg>
        <pc:spChg chg="del">
          <ac:chgData name="Palak gupta" userId="f9a89c6c66891a25" providerId="LiveId" clId="{F223D064-5E46-4C65-B439-B338B92B7D89}" dt="2023-09-18T11:56:30.061" v="223" actId="478"/>
          <ac:spMkLst>
            <pc:docMk/>
            <pc:sldMk cId="739188083" sldId="321"/>
            <ac:spMk id="30" creationId="{86692A92-6C46-4947-92CF-769C84618D13}"/>
          </ac:spMkLst>
        </pc:spChg>
        <pc:spChg chg="mod ord">
          <ac:chgData name="Palak gupta" userId="f9a89c6c66891a25" providerId="LiveId" clId="{F223D064-5E46-4C65-B439-B338B92B7D89}" dt="2023-09-18T16:53:10.430" v="1284" actId="1076"/>
          <ac:spMkLst>
            <pc:docMk/>
            <pc:sldMk cId="739188083" sldId="321"/>
            <ac:spMk id="35" creationId="{C3139C75-F0DE-40C0-9200-C218BE041BBA}"/>
          </ac:spMkLst>
        </pc:spChg>
        <pc:spChg chg="mod">
          <ac:chgData name="Palak gupta" userId="f9a89c6c66891a25" providerId="LiveId" clId="{F223D064-5E46-4C65-B439-B338B92B7D89}" dt="2023-09-19T05:49:11.895" v="1618"/>
          <ac:spMkLst>
            <pc:docMk/>
            <pc:sldMk cId="739188083" sldId="321"/>
            <ac:spMk id="36" creationId="{4E5370BC-D92C-9D9F-5C5E-40BE5BA7499F}"/>
          </ac:spMkLst>
        </pc:spChg>
        <pc:spChg chg="del mod">
          <ac:chgData name="Palak gupta" userId="f9a89c6c66891a25" providerId="LiveId" clId="{F223D064-5E46-4C65-B439-B338B92B7D89}" dt="2023-09-18T16:46:01.865" v="1081" actId="478"/>
          <ac:spMkLst>
            <pc:docMk/>
            <pc:sldMk cId="739188083" sldId="321"/>
            <ac:spMk id="36" creationId="{ABA9E188-6E00-4F10-8F5A-94BE4A9650B0}"/>
          </ac:spMkLst>
        </pc:spChg>
        <pc:spChg chg="mod">
          <ac:chgData name="Palak gupta" userId="f9a89c6c66891a25" providerId="LiveId" clId="{F223D064-5E46-4C65-B439-B338B92B7D89}" dt="2023-09-18T16:46:42.658" v="1089" actId="164"/>
          <ac:spMkLst>
            <pc:docMk/>
            <pc:sldMk cId="739188083" sldId="321"/>
            <ac:spMk id="37" creationId="{6C5901FA-3D44-4D00-B8D5-926BAB1D7ED9}"/>
          </ac:spMkLst>
        </pc:spChg>
        <pc:spChg chg="mod">
          <ac:chgData name="Palak gupta" userId="f9a89c6c66891a25" providerId="LiveId" clId="{F223D064-5E46-4C65-B439-B338B92B7D89}" dt="2023-09-19T05:49:11.895" v="1618"/>
          <ac:spMkLst>
            <pc:docMk/>
            <pc:sldMk cId="739188083" sldId="321"/>
            <ac:spMk id="38" creationId="{D1DE95E3-B76F-8DB6-6060-A878E28805FE}"/>
          </ac:spMkLst>
        </pc:spChg>
        <pc:spChg chg="del mod">
          <ac:chgData name="Palak gupta" userId="f9a89c6c66891a25" providerId="LiveId" clId="{F223D064-5E46-4C65-B439-B338B92B7D89}" dt="2023-09-18T16:46:18.353" v="1084" actId="478"/>
          <ac:spMkLst>
            <pc:docMk/>
            <pc:sldMk cId="739188083" sldId="321"/>
            <ac:spMk id="38" creationId="{ED250D68-0E7C-4831-AF6D-B71BB6677200}"/>
          </ac:spMkLst>
        </pc:spChg>
        <pc:spChg chg="mod">
          <ac:chgData name="Palak gupta" userId="f9a89c6c66891a25" providerId="LiveId" clId="{F223D064-5E46-4C65-B439-B338B92B7D89}" dt="2023-09-19T05:49:11.895" v="1618"/>
          <ac:spMkLst>
            <pc:docMk/>
            <pc:sldMk cId="739188083" sldId="321"/>
            <ac:spMk id="39" creationId="{CD7194D7-ECE9-65E2-9C2F-EA5D59C23E9F}"/>
          </ac:spMkLst>
        </pc:spChg>
        <pc:spChg chg="add del mod">
          <ac:chgData name="Palak gupta" userId="f9a89c6c66891a25" providerId="LiveId" clId="{F223D064-5E46-4C65-B439-B338B92B7D89}" dt="2023-09-18T16:46:18.353" v="1084" actId="478"/>
          <ac:spMkLst>
            <pc:docMk/>
            <pc:sldMk cId="739188083" sldId="321"/>
            <ac:spMk id="39" creationId="{F2E3C870-3AFE-197B-441A-1D228E200BEB}"/>
          </ac:spMkLst>
        </pc:spChg>
        <pc:spChg chg="mod">
          <ac:chgData name="Palak gupta" userId="f9a89c6c66891a25" providerId="LiveId" clId="{F223D064-5E46-4C65-B439-B338B92B7D89}" dt="2023-09-18T16:53:20.206" v="1285" actId="1076"/>
          <ac:spMkLst>
            <pc:docMk/>
            <pc:sldMk cId="739188083" sldId="321"/>
            <ac:spMk id="40" creationId="{B7B3632A-98E8-43AC-8FEF-86666D82B302}"/>
          </ac:spMkLst>
        </pc:spChg>
        <pc:spChg chg="add mod">
          <ac:chgData name="Palak gupta" userId="f9a89c6c66891a25" providerId="LiveId" clId="{F223D064-5E46-4C65-B439-B338B92B7D89}" dt="2023-09-18T16:46:42.658" v="1089" actId="164"/>
          <ac:spMkLst>
            <pc:docMk/>
            <pc:sldMk cId="739188083" sldId="321"/>
            <ac:spMk id="41" creationId="{4F0A8BC6-FE75-F551-879D-7E69FD76CB6F}"/>
          </ac:spMkLst>
        </pc:spChg>
        <pc:spChg chg="del mod">
          <ac:chgData name="Palak gupta" userId="f9a89c6c66891a25" providerId="LiveId" clId="{F223D064-5E46-4C65-B439-B338B92B7D89}" dt="2023-09-18T16:46:18.353" v="1084" actId="478"/>
          <ac:spMkLst>
            <pc:docMk/>
            <pc:sldMk cId="739188083" sldId="321"/>
            <ac:spMk id="42" creationId="{81CDB7DA-BD02-430D-A916-7B2FA2026D49}"/>
          </ac:spMkLst>
        </pc:spChg>
        <pc:spChg chg="mod">
          <ac:chgData name="Palak gupta" userId="f9a89c6c66891a25" providerId="LiveId" clId="{F223D064-5E46-4C65-B439-B338B92B7D89}" dt="2023-09-19T05:49:11.895" v="1618"/>
          <ac:spMkLst>
            <pc:docMk/>
            <pc:sldMk cId="739188083" sldId="321"/>
            <ac:spMk id="42" creationId="{DC306413-E34F-D25E-6AA0-BDE73A60B40D}"/>
          </ac:spMkLst>
        </pc:spChg>
        <pc:spChg chg="mod">
          <ac:chgData name="Palak gupta" userId="f9a89c6c66891a25" providerId="LiveId" clId="{F223D064-5E46-4C65-B439-B338B92B7D89}" dt="2023-09-19T05:49:11.895" v="1618"/>
          <ac:spMkLst>
            <pc:docMk/>
            <pc:sldMk cId="739188083" sldId="321"/>
            <ac:spMk id="43" creationId="{2A94C6F1-302D-B25E-35F8-D8EE8BDBAAAC}"/>
          </ac:spMkLst>
        </pc:spChg>
        <pc:spChg chg="add del mod">
          <ac:chgData name="Palak gupta" userId="f9a89c6c66891a25" providerId="LiveId" clId="{F223D064-5E46-4C65-B439-B338B92B7D89}" dt="2023-09-18T16:07:03.893" v="667" actId="478"/>
          <ac:spMkLst>
            <pc:docMk/>
            <pc:sldMk cId="739188083" sldId="321"/>
            <ac:spMk id="43" creationId="{4E096C95-BA79-B907-BF9B-F7FBE5C1766F}"/>
          </ac:spMkLst>
        </pc:spChg>
        <pc:spChg chg="add del mod">
          <ac:chgData name="Palak gupta" userId="f9a89c6c66891a25" providerId="LiveId" clId="{F223D064-5E46-4C65-B439-B338B92B7D89}" dt="2023-09-18T16:06:59.183" v="665" actId="478"/>
          <ac:spMkLst>
            <pc:docMk/>
            <pc:sldMk cId="739188083" sldId="321"/>
            <ac:spMk id="44" creationId="{18F90DD4-83A3-40D0-5DE3-C6CDD49FC58B}"/>
          </ac:spMkLst>
        </pc:spChg>
        <pc:spChg chg="mod">
          <ac:chgData name="Palak gupta" userId="f9a89c6c66891a25" providerId="LiveId" clId="{F223D064-5E46-4C65-B439-B338B92B7D89}" dt="2023-09-19T05:49:11.895" v="1618"/>
          <ac:spMkLst>
            <pc:docMk/>
            <pc:sldMk cId="739188083" sldId="321"/>
            <ac:spMk id="44" creationId="{A5FC1835-C7EF-2B9F-DDE7-4B7F94DDDF9F}"/>
          </ac:spMkLst>
        </pc:spChg>
        <pc:spChg chg="add del mod">
          <ac:chgData name="Palak gupta" userId="f9a89c6c66891a25" providerId="LiveId" clId="{F223D064-5E46-4C65-B439-B338B92B7D89}" dt="2023-09-18T16:07:57.598" v="737"/>
          <ac:spMkLst>
            <pc:docMk/>
            <pc:sldMk cId="739188083" sldId="321"/>
            <ac:spMk id="45" creationId="{BE6B6B41-F8B5-3A26-F4AD-732AC8D68B38}"/>
          </ac:spMkLst>
        </pc:spChg>
        <pc:spChg chg="mod">
          <ac:chgData name="Palak gupta" userId="f9a89c6c66891a25" providerId="LiveId" clId="{F223D064-5E46-4C65-B439-B338B92B7D89}" dt="2023-09-19T05:49:34.940" v="1623"/>
          <ac:spMkLst>
            <pc:docMk/>
            <pc:sldMk cId="739188083" sldId="321"/>
            <ac:spMk id="46" creationId="{5CA7BF7F-A422-5536-A32B-445F16DF2CE3}"/>
          </ac:spMkLst>
        </pc:spChg>
        <pc:spChg chg="del">
          <ac:chgData name="Palak gupta" userId="f9a89c6c66891a25" providerId="LiveId" clId="{F223D064-5E46-4C65-B439-B338B92B7D89}" dt="2023-09-18T16:46:20.871" v="1085" actId="478"/>
          <ac:spMkLst>
            <pc:docMk/>
            <pc:sldMk cId="739188083" sldId="321"/>
            <ac:spMk id="46" creationId="{D21AD54E-CC78-41E3-916C-A50086838759}"/>
          </ac:spMkLst>
        </pc:spChg>
        <pc:spChg chg="add del mod">
          <ac:chgData name="Palak gupta" userId="f9a89c6c66891a25" providerId="LiveId" clId="{F223D064-5E46-4C65-B439-B338B92B7D89}" dt="2023-09-18T16:50:23.747" v="1255" actId="478"/>
          <ac:spMkLst>
            <pc:docMk/>
            <pc:sldMk cId="739188083" sldId="321"/>
            <ac:spMk id="47" creationId="{A5920046-DA89-39E8-BE47-3C1FE485AEC5}"/>
          </ac:spMkLst>
        </pc:spChg>
        <pc:spChg chg="mod">
          <ac:chgData name="Palak gupta" userId="f9a89c6c66891a25" providerId="LiveId" clId="{F223D064-5E46-4C65-B439-B338B92B7D89}" dt="2023-09-19T05:49:34.940" v="1623"/>
          <ac:spMkLst>
            <pc:docMk/>
            <pc:sldMk cId="739188083" sldId="321"/>
            <ac:spMk id="47" creationId="{E5E09153-C895-ADB6-5733-988B7CC322E0}"/>
          </ac:spMkLst>
        </pc:spChg>
        <pc:spChg chg="add del mod">
          <ac:chgData name="Palak gupta" userId="f9a89c6c66891a25" providerId="LiveId" clId="{F223D064-5E46-4C65-B439-B338B92B7D89}" dt="2023-09-18T16:50:25.532" v="1257" actId="478"/>
          <ac:spMkLst>
            <pc:docMk/>
            <pc:sldMk cId="739188083" sldId="321"/>
            <ac:spMk id="48" creationId="{F544AFB0-965D-E6EA-7E74-A7F375D78F25}"/>
          </ac:spMkLst>
        </pc:spChg>
        <pc:spChg chg="add mod">
          <ac:chgData name="Palak gupta" userId="f9a89c6c66891a25" providerId="LiveId" clId="{F223D064-5E46-4C65-B439-B338B92B7D89}" dt="2023-09-18T16:08:43.351" v="744" actId="1076"/>
          <ac:spMkLst>
            <pc:docMk/>
            <pc:sldMk cId="739188083" sldId="321"/>
            <ac:spMk id="49" creationId="{D76D1E36-A887-A676-C3D9-7F930FE1F676}"/>
          </ac:spMkLst>
        </pc:spChg>
        <pc:spChg chg="mod">
          <ac:chgData name="Palak gupta" userId="f9a89c6c66891a25" providerId="LiveId" clId="{F223D064-5E46-4C65-B439-B338B92B7D89}" dt="2023-09-19T05:56:44.751" v="1771"/>
          <ac:spMkLst>
            <pc:docMk/>
            <pc:sldMk cId="739188083" sldId="321"/>
            <ac:spMk id="50" creationId="{09DFEF89-70D2-4174-6735-C4F4DCB6CA4B}"/>
          </ac:spMkLst>
        </pc:spChg>
        <pc:spChg chg="add del mod">
          <ac:chgData name="Palak gupta" userId="f9a89c6c66891a25" providerId="LiveId" clId="{F223D064-5E46-4C65-B439-B338B92B7D89}" dt="2023-09-18T16:08:59.928" v="752" actId="478"/>
          <ac:spMkLst>
            <pc:docMk/>
            <pc:sldMk cId="739188083" sldId="321"/>
            <ac:spMk id="50" creationId="{AE42A734-A511-5C3E-6376-1A3119BD81F3}"/>
          </ac:spMkLst>
        </pc:spChg>
        <pc:spChg chg="add mod">
          <ac:chgData name="Palak gupta" userId="f9a89c6c66891a25" providerId="LiveId" clId="{F223D064-5E46-4C65-B439-B338B92B7D89}" dt="2023-09-19T05:38:23.690" v="1526" actId="1076"/>
          <ac:spMkLst>
            <pc:docMk/>
            <pc:sldMk cId="739188083" sldId="321"/>
            <ac:spMk id="51" creationId="{6B70D10C-0AE4-8AF6-DB8B-9E1490E2DAFD}"/>
          </ac:spMkLst>
        </pc:spChg>
        <pc:spChg chg="add mod">
          <ac:chgData name="Palak gupta" userId="f9a89c6c66891a25" providerId="LiveId" clId="{F223D064-5E46-4C65-B439-B338B92B7D89}" dt="2023-09-19T05:38:09.682" v="1501" actId="1035"/>
          <ac:spMkLst>
            <pc:docMk/>
            <pc:sldMk cId="739188083" sldId="321"/>
            <ac:spMk id="52" creationId="{A2BA37F3-043C-C2DA-CBFC-5B47BBF37FB8}"/>
          </ac:spMkLst>
        </pc:spChg>
        <pc:spChg chg="add mod">
          <ac:chgData name="Palak gupta" userId="f9a89c6c66891a25" providerId="LiveId" clId="{F223D064-5E46-4C65-B439-B338B92B7D89}" dt="2023-09-19T05:37:57.422" v="1475" actId="1076"/>
          <ac:spMkLst>
            <pc:docMk/>
            <pc:sldMk cId="739188083" sldId="321"/>
            <ac:spMk id="53" creationId="{BB5E465A-0EB5-55BA-1D3A-0F0CABFB581B}"/>
          </ac:spMkLst>
        </pc:spChg>
        <pc:spChg chg="mod">
          <ac:chgData name="Palak gupta" userId="f9a89c6c66891a25" providerId="LiveId" clId="{F223D064-5E46-4C65-B439-B338B92B7D89}" dt="2023-09-19T05:56:44.751" v="1771"/>
          <ac:spMkLst>
            <pc:docMk/>
            <pc:sldMk cId="739188083" sldId="321"/>
            <ac:spMk id="57" creationId="{C6F320AC-7E24-F4F8-9644-B3B641A3ABA2}"/>
          </ac:spMkLst>
        </pc:spChg>
        <pc:spChg chg="add mod">
          <ac:chgData name="Palak gupta" userId="f9a89c6c66891a25" providerId="LiveId" clId="{F223D064-5E46-4C65-B439-B338B92B7D89}" dt="2023-09-19T06:40:45.738" v="2050" actId="1076"/>
          <ac:spMkLst>
            <pc:docMk/>
            <pc:sldMk cId="739188083" sldId="321"/>
            <ac:spMk id="60" creationId="{F5535405-E4D4-2BD0-58B7-152D21BBF4EE}"/>
          </ac:spMkLst>
        </pc:spChg>
        <pc:spChg chg="add del mod">
          <ac:chgData name="Palak gupta" userId="f9a89c6c66891a25" providerId="LiveId" clId="{F223D064-5E46-4C65-B439-B338B92B7D89}" dt="2023-09-19T06:03:55.248" v="1820" actId="478"/>
          <ac:spMkLst>
            <pc:docMk/>
            <pc:sldMk cId="739188083" sldId="321"/>
            <ac:spMk id="61" creationId="{5D360024-55D2-53D9-50CB-8599E8A132D7}"/>
          </ac:spMkLst>
        </pc:spChg>
        <pc:spChg chg="add del mod">
          <ac:chgData name="Palak gupta" userId="f9a89c6c66891a25" providerId="LiveId" clId="{F223D064-5E46-4C65-B439-B338B92B7D89}" dt="2023-09-19T06:05:38.693" v="1832" actId="478"/>
          <ac:spMkLst>
            <pc:docMk/>
            <pc:sldMk cId="739188083" sldId="321"/>
            <ac:spMk id="62" creationId="{288C573A-3E8F-59DF-E970-B5DAF6FDBCA7}"/>
          </ac:spMkLst>
        </pc:spChg>
        <pc:spChg chg="add mod">
          <ac:chgData name="Palak gupta" userId="f9a89c6c66891a25" providerId="LiveId" clId="{F223D064-5E46-4C65-B439-B338B92B7D89}" dt="2023-09-19T06:16:55.943" v="1939" actId="1038"/>
          <ac:spMkLst>
            <pc:docMk/>
            <pc:sldMk cId="739188083" sldId="321"/>
            <ac:spMk id="63" creationId="{58624033-A683-1943-3EA6-4FCE19703397}"/>
          </ac:spMkLst>
        </pc:spChg>
        <pc:spChg chg="add mod">
          <ac:chgData name="Palak gupta" userId="f9a89c6c66891a25" providerId="LiveId" clId="{F223D064-5E46-4C65-B439-B338B92B7D89}" dt="2023-09-19T06:16:47.698" v="1925" actId="207"/>
          <ac:spMkLst>
            <pc:docMk/>
            <pc:sldMk cId="739188083" sldId="321"/>
            <ac:spMk id="64" creationId="{6F2E2D4C-E67F-A1DC-EAA6-3FEE3C33CCBB}"/>
          </ac:spMkLst>
        </pc:spChg>
        <pc:spChg chg="add mod">
          <ac:chgData name="Palak gupta" userId="f9a89c6c66891a25" providerId="LiveId" clId="{F223D064-5E46-4C65-B439-B338B92B7D89}" dt="2023-09-19T06:06:59.187" v="1848" actId="1076"/>
          <ac:spMkLst>
            <pc:docMk/>
            <pc:sldMk cId="739188083" sldId="321"/>
            <ac:spMk id="65" creationId="{AACA9B19-EDF6-FD0F-8F9A-8F053C807E8A}"/>
          </ac:spMkLst>
        </pc:spChg>
        <pc:spChg chg="add del mod">
          <ac:chgData name="Palak gupta" userId="f9a89c6c66891a25" providerId="LiveId" clId="{F223D064-5E46-4C65-B439-B338B92B7D89}" dt="2023-09-19T06:01:27.038" v="1794" actId="478"/>
          <ac:spMkLst>
            <pc:docMk/>
            <pc:sldMk cId="739188083" sldId="321"/>
            <ac:spMk id="66" creationId="{D5C202B9-FCA5-070B-0E17-92F823FE3B7E}"/>
          </ac:spMkLst>
        </pc:spChg>
        <pc:spChg chg="add mod">
          <ac:chgData name="Palak gupta" userId="f9a89c6c66891a25" providerId="LiveId" clId="{F223D064-5E46-4C65-B439-B338B92B7D89}" dt="2023-09-19T06:04:09.344" v="1822" actId="207"/>
          <ac:spMkLst>
            <pc:docMk/>
            <pc:sldMk cId="739188083" sldId="321"/>
            <ac:spMk id="68" creationId="{996A5A2B-3374-8BDA-0EDD-793560EC53B0}"/>
          </ac:spMkLst>
        </pc:spChg>
        <pc:spChg chg="add del mod">
          <ac:chgData name="Palak gupta" userId="f9a89c6c66891a25" providerId="LiveId" clId="{F223D064-5E46-4C65-B439-B338B92B7D89}" dt="2023-09-19T06:01:27.038" v="1794" actId="478"/>
          <ac:spMkLst>
            <pc:docMk/>
            <pc:sldMk cId="739188083" sldId="321"/>
            <ac:spMk id="69" creationId="{5AE54034-D671-8047-6B31-676934E4FFA9}"/>
          </ac:spMkLst>
        </pc:spChg>
        <pc:spChg chg="mod">
          <ac:chgData name="Palak gupta" userId="f9a89c6c66891a25" providerId="LiveId" clId="{F223D064-5E46-4C65-B439-B338B92B7D89}" dt="2023-09-19T06:01:06.416" v="1793"/>
          <ac:spMkLst>
            <pc:docMk/>
            <pc:sldMk cId="739188083" sldId="321"/>
            <ac:spMk id="71" creationId="{5700577E-219F-020B-18BA-B6B2BC6FB480}"/>
          </ac:spMkLst>
        </pc:spChg>
        <pc:spChg chg="mod">
          <ac:chgData name="Palak gupta" userId="f9a89c6c66891a25" providerId="LiveId" clId="{F223D064-5E46-4C65-B439-B338B92B7D89}" dt="2023-09-19T06:01:06.416" v="1793"/>
          <ac:spMkLst>
            <pc:docMk/>
            <pc:sldMk cId="739188083" sldId="321"/>
            <ac:spMk id="72" creationId="{09E7D4A9-66ED-667C-3443-19D4A28E285B}"/>
          </ac:spMkLst>
        </pc:spChg>
        <pc:spChg chg="add del mod">
          <ac:chgData name="Palak gupta" userId="f9a89c6c66891a25" providerId="LiveId" clId="{F223D064-5E46-4C65-B439-B338B92B7D89}" dt="2023-09-19T06:01:34.551" v="1796" actId="478"/>
          <ac:spMkLst>
            <pc:docMk/>
            <pc:sldMk cId="739188083" sldId="321"/>
            <ac:spMk id="73" creationId="{B56B0364-B2F8-7C44-D940-83213DF97E23}"/>
          </ac:spMkLst>
        </pc:spChg>
        <pc:spChg chg="add del mod">
          <ac:chgData name="Palak gupta" userId="f9a89c6c66891a25" providerId="LiveId" clId="{F223D064-5E46-4C65-B439-B338B92B7D89}" dt="2023-09-19T06:05:46.382" v="1834" actId="478"/>
          <ac:spMkLst>
            <pc:docMk/>
            <pc:sldMk cId="739188083" sldId="321"/>
            <ac:spMk id="74" creationId="{BD88F059-4119-34A6-0009-7357DD7F1ED2}"/>
          </ac:spMkLst>
        </pc:spChg>
        <pc:spChg chg="add del mod">
          <ac:chgData name="Palak gupta" userId="f9a89c6c66891a25" providerId="LiveId" clId="{F223D064-5E46-4C65-B439-B338B92B7D89}" dt="2023-09-19T06:03:15.280" v="1817" actId="478"/>
          <ac:spMkLst>
            <pc:docMk/>
            <pc:sldMk cId="739188083" sldId="321"/>
            <ac:spMk id="75" creationId="{09109143-AC97-AFA5-C6B9-077E46107F7C}"/>
          </ac:spMkLst>
        </pc:spChg>
        <pc:spChg chg="add del mod">
          <ac:chgData name="Palak gupta" userId="f9a89c6c66891a25" providerId="LiveId" clId="{F223D064-5E46-4C65-B439-B338B92B7D89}" dt="2023-09-19T06:05:07.431" v="1825" actId="478"/>
          <ac:spMkLst>
            <pc:docMk/>
            <pc:sldMk cId="739188083" sldId="321"/>
            <ac:spMk id="76" creationId="{6BC7B495-27E9-8D2F-3270-89A17B628F17}"/>
          </ac:spMkLst>
        </pc:spChg>
        <pc:spChg chg="mod">
          <ac:chgData name="Palak gupta" userId="f9a89c6c66891a25" providerId="LiveId" clId="{F223D064-5E46-4C65-B439-B338B92B7D89}" dt="2023-09-19T06:01:06.416" v="1793"/>
          <ac:spMkLst>
            <pc:docMk/>
            <pc:sldMk cId="739188083" sldId="321"/>
            <ac:spMk id="78" creationId="{668FB55F-272E-B06B-4C0B-B21E2F01E15F}"/>
          </ac:spMkLst>
        </pc:spChg>
        <pc:spChg chg="mod">
          <ac:chgData name="Palak gupta" userId="f9a89c6c66891a25" providerId="LiveId" clId="{F223D064-5E46-4C65-B439-B338B92B7D89}" dt="2023-09-19T06:01:06.416" v="1793"/>
          <ac:spMkLst>
            <pc:docMk/>
            <pc:sldMk cId="739188083" sldId="321"/>
            <ac:spMk id="79" creationId="{9BA78E23-42F5-C167-338A-597DB001FB4E}"/>
          </ac:spMkLst>
        </pc:spChg>
        <pc:spChg chg="mod">
          <ac:chgData name="Palak gupta" userId="f9a89c6c66891a25" providerId="LiveId" clId="{F223D064-5E46-4C65-B439-B338B92B7D89}" dt="2023-09-19T06:01:06.416" v="1793"/>
          <ac:spMkLst>
            <pc:docMk/>
            <pc:sldMk cId="739188083" sldId="321"/>
            <ac:spMk id="81" creationId="{B7F3C700-73C1-7460-DFE4-7DF1B83C1B6C}"/>
          </ac:spMkLst>
        </pc:spChg>
        <pc:spChg chg="mod">
          <ac:chgData name="Palak gupta" userId="f9a89c6c66891a25" providerId="LiveId" clId="{F223D064-5E46-4C65-B439-B338B92B7D89}" dt="2023-09-19T06:01:06.416" v="1793"/>
          <ac:spMkLst>
            <pc:docMk/>
            <pc:sldMk cId="739188083" sldId="321"/>
            <ac:spMk id="82" creationId="{AD744F2C-5118-A697-BDDD-4C9277917E6A}"/>
          </ac:spMkLst>
        </pc:spChg>
        <pc:spChg chg="del mod topLvl">
          <ac:chgData name="Palak gupta" userId="f9a89c6c66891a25" providerId="LiveId" clId="{F223D064-5E46-4C65-B439-B338B92B7D89}" dt="2023-09-19T06:02:50.208" v="1814" actId="478"/>
          <ac:spMkLst>
            <pc:docMk/>
            <pc:sldMk cId="739188083" sldId="321"/>
            <ac:spMk id="84" creationId="{5A71E65D-401E-64C7-C12F-4F6A672CD5EA}"/>
          </ac:spMkLst>
        </pc:spChg>
        <pc:spChg chg="del mod topLvl">
          <ac:chgData name="Palak gupta" userId="f9a89c6c66891a25" providerId="LiveId" clId="{F223D064-5E46-4C65-B439-B338B92B7D89}" dt="2023-09-19T06:02:44.386" v="1812" actId="478"/>
          <ac:spMkLst>
            <pc:docMk/>
            <pc:sldMk cId="739188083" sldId="321"/>
            <ac:spMk id="85" creationId="{9A085A61-6C6E-C382-2E41-3E84B1337050}"/>
          </ac:spMkLst>
        </pc:spChg>
        <pc:spChg chg="mod">
          <ac:chgData name="Palak gupta" userId="f9a89c6c66891a25" providerId="LiveId" clId="{F223D064-5E46-4C65-B439-B338B92B7D89}" dt="2023-09-19T06:07:41.466" v="1871" actId="208"/>
          <ac:spMkLst>
            <pc:docMk/>
            <pc:sldMk cId="739188083" sldId="321"/>
            <ac:spMk id="90" creationId="{EA3B14EA-BF4F-C25F-012E-DC88CF25EB28}"/>
          </ac:spMkLst>
        </pc:spChg>
        <pc:spChg chg="mod">
          <ac:chgData name="Palak gupta" userId="f9a89c6c66891a25" providerId="LiveId" clId="{F223D064-5E46-4C65-B439-B338B92B7D89}" dt="2023-09-19T06:15:05.203" v="1899" actId="207"/>
          <ac:spMkLst>
            <pc:docMk/>
            <pc:sldMk cId="739188083" sldId="321"/>
            <ac:spMk id="91" creationId="{E070E7F6-F1DC-A8A8-FABE-2BC083CC8EC6}"/>
          </ac:spMkLst>
        </pc:spChg>
        <pc:spChg chg="mod">
          <ac:chgData name="Palak gupta" userId="f9a89c6c66891a25" providerId="LiveId" clId="{F223D064-5E46-4C65-B439-B338B92B7D89}" dt="2023-09-19T06:08:37.458" v="1873" actId="208"/>
          <ac:spMkLst>
            <pc:docMk/>
            <pc:sldMk cId="739188083" sldId="321"/>
            <ac:spMk id="94" creationId="{806B6131-77BD-3BB7-3C8B-3E4AE5350E95}"/>
          </ac:spMkLst>
        </pc:spChg>
        <pc:spChg chg="mod">
          <ac:chgData name="Palak gupta" userId="f9a89c6c66891a25" providerId="LiveId" clId="{F223D064-5E46-4C65-B439-B338B92B7D89}" dt="2023-09-19T06:13:27.137" v="1895" actId="207"/>
          <ac:spMkLst>
            <pc:docMk/>
            <pc:sldMk cId="739188083" sldId="321"/>
            <ac:spMk id="95" creationId="{B030E9F2-BB74-4B05-E437-3221F68A38ED}"/>
          </ac:spMkLst>
        </pc:spChg>
        <pc:spChg chg="add mod">
          <ac:chgData name="Palak gupta" userId="f9a89c6c66891a25" providerId="LiveId" clId="{F223D064-5E46-4C65-B439-B338B92B7D89}" dt="2023-09-19T06:35:07.765" v="2030" actId="1076"/>
          <ac:spMkLst>
            <pc:docMk/>
            <pc:sldMk cId="739188083" sldId="321"/>
            <ac:spMk id="96" creationId="{FDDA4F64-75D4-E5B4-6293-E8888B85A9A9}"/>
          </ac:spMkLst>
        </pc:spChg>
        <pc:grpChg chg="del">
          <ac:chgData name="Palak gupta" userId="f9a89c6c66891a25" providerId="LiveId" clId="{F223D064-5E46-4C65-B439-B338B92B7D89}" dt="2023-09-18T11:56:14.790" v="219" actId="478"/>
          <ac:grpSpMkLst>
            <pc:docMk/>
            <pc:sldMk cId="739188083" sldId="321"/>
            <ac:grpSpMk id="10" creationId="{507C1D7C-07AC-452E-BB37-43A8D3EB38CE}"/>
          </ac:grpSpMkLst>
        </pc:grpChg>
        <pc:grpChg chg="add mod">
          <ac:chgData name="Palak gupta" userId="f9a89c6c66891a25" providerId="LiveId" clId="{F223D064-5E46-4C65-B439-B338B92B7D89}" dt="2023-09-19T07:02:39.705" v="2317" actId="1076"/>
          <ac:grpSpMkLst>
            <pc:docMk/>
            <pc:sldMk cId="739188083" sldId="321"/>
            <ac:grpSpMk id="13" creationId="{B4DAFBB7-E36B-54A6-E171-3DB7D1D57DCB}"/>
          </ac:grpSpMkLst>
        </pc:grpChg>
        <pc:grpChg chg="del">
          <ac:chgData name="Palak gupta" userId="f9a89c6c66891a25" providerId="LiveId" clId="{F223D064-5E46-4C65-B439-B338B92B7D89}" dt="2023-09-18T11:56:16.549" v="220" actId="478"/>
          <ac:grpSpMkLst>
            <pc:docMk/>
            <pc:sldMk cId="739188083" sldId="321"/>
            <ac:grpSpMk id="17" creationId="{549564F2-B3DC-4916-9F99-9493AC1CCA15}"/>
          </ac:grpSpMkLst>
        </pc:grpChg>
        <pc:grpChg chg="del">
          <ac:chgData name="Palak gupta" userId="f9a89c6c66891a25" providerId="LiveId" clId="{F223D064-5E46-4C65-B439-B338B92B7D89}" dt="2023-09-18T11:56:18.374" v="221" actId="478"/>
          <ac:grpSpMkLst>
            <pc:docMk/>
            <pc:sldMk cId="739188083" sldId="321"/>
            <ac:grpSpMk id="24" creationId="{B8A429ED-4BF4-4FD6-A4F2-CC3E6F6A122A}"/>
          </ac:grpSpMkLst>
        </pc:grpChg>
        <pc:grpChg chg="del mod">
          <ac:chgData name="Palak gupta" userId="f9a89c6c66891a25" providerId="LiveId" clId="{F223D064-5E46-4C65-B439-B338B92B7D89}" dt="2023-09-19T07:04:18.536" v="2335" actId="478"/>
          <ac:grpSpMkLst>
            <pc:docMk/>
            <pc:sldMk cId="739188083" sldId="321"/>
            <ac:grpSpMk id="31" creationId="{FA9B3C3D-88A3-4039-956E-17640A577AFE}"/>
          </ac:grpSpMkLst>
        </pc:grpChg>
        <pc:grpChg chg="add mod">
          <ac:chgData name="Palak gupta" userId="f9a89c6c66891a25" providerId="LiveId" clId="{F223D064-5E46-4C65-B439-B338B92B7D89}" dt="2023-09-19T05:49:48.228" v="1625" actId="1076"/>
          <ac:grpSpMkLst>
            <pc:docMk/>
            <pc:sldMk cId="739188083" sldId="321"/>
            <ac:grpSpMk id="45" creationId="{0BD3EF9C-8995-68D1-2857-CFE7516C0C45}"/>
          </ac:grpSpMkLst>
        </pc:grpChg>
        <pc:grpChg chg="add mod">
          <ac:chgData name="Palak gupta" userId="f9a89c6c66891a25" providerId="LiveId" clId="{F223D064-5E46-4C65-B439-B338B92B7D89}" dt="2023-09-19T06:15:35.695" v="1909" actId="1036"/>
          <ac:grpSpMkLst>
            <pc:docMk/>
            <pc:sldMk cId="739188083" sldId="321"/>
            <ac:grpSpMk id="48" creationId="{ED467565-99CE-4C02-38CC-C4539407A2AD}"/>
          </ac:grpSpMkLst>
        </pc:grpChg>
        <pc:grpChg chg="add mod">
          <ac:chgData name="Palak gupta" userId="f9a89c6c66891a25" providerId="LiveId" clId="{F223D064-5E46-4C65-B439-B338B92B7D89}" dt="2023-09-19T05:38:19.054" v="1525" actId="1035"/>
          <ac:grpSpMkLst>
            <pc:docMk/>
            <pc:sldMk cId="739188083" sldId="321"/>
            <ac:grpSpMk id="54" creationId="{750CF6D1-2BDB-C5E6-66CE-7ADF691A5782}"/>
          </ac:grpSpMkLst>
        </pc:grpChg>
        <pc:grpChg chg="add mod">
          <ac:chgData name="Palak gupta" userId="f9a89c6c66891a25" providerId="LiveId" clId="{F223D064-5E46-4C65-B439-B338B92B7D89}" dt="2023-09-19T05:38:30.541" v="1527" actId="1076"/>
          <ac:grpSpMkLst>
            <pc:docMk/>
            <pc:sldMk cId="739188083" sldId="321"/>
            <ac:grpSpMk id="55" creationId="{B3A7A9FC-5B94-5EBE-94E2-17064C638208}"/>
          </ac:grpSpMkLst>
        </pc:grpChg>
        <pc:grpChg chg="add mod">
          <ac:chgData name="Palak gupta" userId="f9a89c6c66891a25" providerId="LiveId" clId="{F223D064-5E46-4C65-B439-B338B92B7D89}" dt="2023-09-19T05:38:36.893" v="1528" actId="1076"/>
          <ac:grpSpMkLst>
            <pc:docMk/>
            <pc:sldMk cId="739188083" sldId="321"/>
            <ac:grpSpMk id="56" creationId="{0E9E0331-209D-0317-FE49-EAB3F544D2E0}"/>
          </ac:grpSpMkLst>
        </pc:grpChg>
        <pc:grpChg chg="add del mod">
          <ac:chgData name="Palak gupta" userId="f9a89c6c66891a25" providerId="LiveId" clId="{F223D064-5E46-4C65-B439-B338B92B7D89}" dt="2023-09-19T06:01:27.038" v="1794" actId="478"/>
          <ac:grpSpMkLst>
            <pc:docMk/>
            <pc:sldMk cId="739188083" sldId="321"/>
            <ac:grpSpMk id="70" creationId="{CD9707E6-2D54-5752-0EC8-F991CCF7E01F}"/>
          </ac:grpSpMkLst>
        </pc:grpChg>
        <pc:grpChg chg="add del mod">
          <ac:chgData name="Palak gupta" userId="f9a89c6c66891a25" providerId="LiveId" clId="{F223D064-5E46-4C65-B439-B338B92B7D89}" dt="2023-09-19T06:01:27.038" v="1794" actId="478"/>
          <ac:grpSpMkLst>
            <pc:docMk/>
            <pc:sldMk cId="739188083" sldId="321"/>
            <ac:grpSpMk id="77" creationId="{1D4A90C3-C9AD-D78B-8930-F17CA88602C6}"/>
          </ac:grpSpMkLst>
        </pc:grpChg>
        <pc:grpChg chg="add del mod">
          <ac:chgData name="Palak gupta" userId="f9a89c6c66891a25" providerId="LiveId" clId="{F223D064-5E46-4C65-B439-B338B92B7D89}" dt="2023-09-19T06:02:41.320" v="1811" actId="478"/>
          <ac:grpSpMkLst>
            <pc:docMk/>
            <pc:sldMk cId="739188083" sldId="321"/>
            <ac:grpSpMk id="80" creationId="{ADDE5DAE-0AD1-13CB-B7FA-353D7DA5A688}"/>
          </ac:grpSpMkLst>
        </pc:grpChg>
        <pc:grpChg chg="add del mod">
          <ac:chgData name="Palak gupta" userId="f9a89c6c66891a25" providerId="LiveId" clId="{F223D064-5E46-4C65-B439-B338B92B7D89}" dt="2023-09-19T06:02:44.386" v="1812" actId="478"/>
          <ac:grpSpMkLst>
            <pc:docMk/>
            <pc:sldMk cId="739188083" sldId="321"/>
            <ac:grpSpMk id="83" creationId="{12FAFBEC-DA9C-9037-56A7-72A6C401AEBF}"/>
          </ac:grpSpMkLst>
        </pc:grpChg>
        <pc:grpChg chg="add del mod">
          <ac:chgData name="Palak gupta" userId="f9a89c6c66891a25" providerId="LiveId" clId="{F223D064-5E46-4C65-B439-B338B92B7D89}" dt="2023-09-19T06:05:38.693" v="1832" actId="478"/>
          <ac:grpSpMkLst>
            <pc:docMk/>
            <pc:sldMk cId="739188083" sldId="321"/>
            <ac:grpSpMk id="86" creationId="{21075EC7-8B10-3B34-41D0-A1B67B216854}"/>
          </ac:grpSpMkLst>
        </pc:grpChg>
        <pc:grpChg chg="add mod">
          <ac:chgData name="Palak gupta" userId="f9a89c6c66891a25" providerId="LiveId" clId="{F223D064-5E46-4C65-B439-B338B92B7D89}" dt="2023-09-19T06:43:06.138" v="2065" actId="1038"/>
          <ac:grpSpMkLst>
            <pc:docMk/>
            <pc:sldMk cId="739188083" sldId="321"/>
            <ac:grpSpMk id="87" creationId="{367B3633-E2E4-A84C-9E02-F8FFF9ACC428}"/>
          </ac:grpSpMkLst>
        </pc:grpChg>
        <pc:grpChg chg="add mod">
          <ac:chgData name="Palak gupta" userId="f9a89c6c66891a25" providerId="LiveId" clId="{F223D064-5E46-4C65-B439-B338B92B7D89}" dt="2023-09-19T06:42:51.252" v="2051" actId="1076"/>
          <ac:grpSpMkLst>
            <pc:docMk/>
            <pc:sldMk cId="739188083" sldId="321"/>
            <ac:grpSpMk id="88" creationId="{29295D27-57A9-C918-6428-41DD9D7FF1A2}"/>
          </ac:grpSpMkLst>
        </pc:grpChg>
        <pc:grpChg chg="add mod">
          <ac:chgData name="Palak gupta" userId="f9a89c6c66891a25" providerId="LiveId" clId="{F223D064-5E46-4C65-B439-B338B92B7D89}" dt="2023-09-19T06:09:30.170" v="1877" actId="1076"/>
          <ac:grpSpMkLst>
            <pc:docMk/>
            <pc:sldMk cId="739188083" sldId="321"/>
            <ac:grpSpMk id="92" creationId="{585C60BB-F791-A201-E6FE-D80236C70494}"/>
          </ac:grpSpMkLst>
        </pc:grpChg>
        <pc:graphicFrameChg chg="add mod">
          <ac:chgData name="Palak gupta" userId="f9a89c6c66891a25" providerId="LiveId" clId="{F223D064-5E46-4C65-B439-B338B92B7D89}" dt="2023-09-19T06:15:53.539" v="1911"/>
          <ac:graphicFrameMkLst>
            <pc:docMk/>
            <pc:sldMk cId="739188083" sldId="321"/>
            <ac:graphicFrameMk id="58" creationId="{33E01345-BC19-3074-A6E7-509B6DFD8DA3}"/>
          </ac:graphicFrameMkLst>
        </pc:graphicFrameChg>
        <pc:graphicFrameChg chg="add mod">
          <ac:chgData name="Palak gupta" userId="f9a89c6c66891a25" providerId="LiveId" clId="{F223D064-5E46-4C65-B439-B338B92B7D89}" dt="2023-09-19T06:03:51.056" v="1819" actId="1076"/>
          <ac:graphicFrameMkLst>
            <pc:docMk/>
            <pc:sldMk cId="739188083" sldId="321"/>
            <ac:graphicFrameMk id="59" creationId="{47161D81-2EE1-2994-60E0-2FDF617B4E74}"/>
          </ac:graphicFrameMkLst>
        </pc:graphicFrameChg>
        <pc:graphicFrameChg chg="add del mod">
          <ac:chgData name="Palak gupta" userId="f9a89c6c66891a25" providerId="LiveId" clId="{F223D064-5E46-4C65-B439-B338B92B7D89}" dt="2023-09-19T06:06:49.997" v="1846" actId="478"/>
          <ac:graphicFrameMkLst>
            <pc:docMk/>
            <pc:sldMk cId="739188083" sldId="321"/>
            <ac:graphicFrameMk id="60" creationId="{9EA91CB4-1BB0-B260-B374-8EDC682EF691}"/>
          </ac:graphicFrameMkLst>
        </pc:graphicFrameChg>
        <pc:graphicFrameChg chg="add mod">
          <ac:chgData name="Palak gupta" userId="f9a89c6c66891a25" providerId="LiveId" clId="{F223D064-5E46-4C65-B439-B338B92B7D89}" dt="2023-09-19T06:04:13.943" v="1823"/>
          <ac:graphicFrameMkLst>
            <pc:docMk/>
            <pc:sldMk cId="739188083" sldId="321"/>
            <ac:graphicFrameMk id="67" creationId="{819C26FF-3AE3-AEBD-955E-10C930BC299B}"/>
          </ac:graphicFrameMkLst>
        </pc:graphicFrameChg>
        <pc:graphicFrameChg chg="mod">
          <ac:chgData name="Palak gupta" userId="f9a89c6c66891a25" providerId="LiveId" clId="{F223D064-5E46-4C65-B439-B338B92B7D89}" dt="2023-09-19T06:14:54.465" v="1897"/>
          <ac:graphicFrameMkLst>
            <pc:docMk/>
            <pc:sldMk cId="739188083" sldId="321"/>
            <ac:graphicFrameMk id="89" creationId="{3703D91C-A3C6-596F-178A-8060EB3A99FB}"/>
          </ac:graphicFrameMkLst>
        </pc:graphicFrameChg>
        <pc:graphicFrameChg chg="mod">
          <ac:chgData name="Palak gupta" userId="f9a89c6c66891a25" providerId="LiveId" clId="{F223D064-5E46-4C65-B439-B338B92B7D89}" dt="2023-09-19T06:08:46.624" v="1874"/>
          <ac:graphicFrameMkLst>
            <pc:docMk/>
            <pc:sldMk cId="739188083" sldId="321"/>
            <ac:graphicFrameMk id="93" creationId="{45C7955F-3664-D3B8-0AAB-5DB6C358F3CC}"/>
          </ac:graphicFrameMkLst>
        </pc:graphicFrameChg>
      </pc:sldChg>
      <pc:sldChg chg="del">
        <pc:chgData name="Palak gupta" userId="f9a89c6c66891a25" providerId="LiveId" clId="{F223D064-5E46-4C65-B439-B338B92B7D89}" dt="2023-09-25T04:44:47.225" v="9284" actId="2696"/>
        <pc:sldMkLst>
          <pc:docMk/>
          <pc:sldMk cId="3272390258" sldId="322"/>
        </pc:sldMkLst>
      </pc:sldChg>
      <pc:sldChg chg="modSp add mod ord modTransition">
        <pc:chgData name="Palak gupta" userId="f9a89c6c66891a25" providerId="LiveId" clId="{F223D064-5E46-4C65-B439-B338B92B7D89}" dt="2023-09-18T13:05:52.876" v="255" actId="1076"/>
        <pc:sldMkLst>
          <pc:docMk/>
          <pc:sldMk cId="1962119276" sldId="323"/>
        </pc:sldMkLst>
        <pc:spChg chg="mod">
          <ac:chgData name="Palak gupta" userId="f9a89c6c66891a25" providerId="LiveId" clId="{F223D064-5E46-4C65-B439-B338B92B7D89}" dt="2023-09-18T13:05:52.876" v="255" actId="1076"/>
          <ac:spMkLst>
            <pc:docMk/>
            <pc:sldMk cId="1962119276" sldId="323"/>
            <ac:spMk id="10" creationId="{22EACE2C-F0BB-4B26-BDA0-E1B66FC049A7}"/>
          </ac:spMkLst>
        </pc:spChg>
        <pc:spChg chg="mod">
          <ac:chgData name="Palak gupta" userId="f9a89c6c66891a25" providerId="LiveId" clId="{F223D064-5E46-4C65-B439-B338B92B7D89}" dt="2023-09-18T13:05:18.041" v="245" actId="14100"/>
          <ac:spMkLst>
            <pc:docMk/>
            <pc:sldMk cId="1962119276" sldId="323"/>
            <ac:spMk id="19" creationId="{4CFCEA34-2B2B-47DF-A969-4A12CD1BADAD}"/>
          </ac:spMkLst>
        </pc:spChg>
        <pc:spChg chg="mod">
          <ac:chgData name="Palak gupta" userId="f9a89c6c66891a25" providerId="LiveId" clId="{F223D064-5E46-4C65-B439-B338B92B7D89}" dt="2023-09-18T13:04:57.998" v="241" actId="1076"/>
          <ac:spMkLst>
            <pc:docMk/>
            <pc:sldMk cId="1962119276" sldId="323"/>
            <ac:spMk id="20" creationId="{A5EE27D8-95BC-4C2B-A5E4-871ED71E0E6B}"/>
          </ac:spMkLst>
        </pc:spChg>
        <pc:spChg chg="mod">
          <ac:chgData name="Palak gupta" userId="f9a89c6c66891a25" providerId="LiveId" clId="{F223D064-5E46-4C65-B439-B338B92B7D89}" dt="2023-09-18T13:04:14.639" v="230" actId="1076"/>
          <ac:spMkLst>
            <pc:docMk/>
            <pc:sldMk cId="1962119276" sldId="323"/>
            <ac:spMk id="21" creationId="{BC534616-0BCD-4067-8087-DE544782CB21}"/>
          </ac:spMkLst>
        </pc:spChg>
        <pc:spChg chg="mod">
          <ac:chgData name="Palak gupta" userId="f9a89c6c66891a25" providerId="LiveId" clId="{F223D064-5E46-4C65-B439-B338B92B7D89}" dt="2023-09-18T13:04:29.751" v="234" actId="1076"/>
          <ac:spMkLst>
            <pc:docMk/>
            <pc:sldMk cId="1962119276" sldId="323"/>
            <ac:spMk id="23" creationId="{79A68489-6042-4357-813B-5263918D63B0}"/>
          </ac:spMkLst>
        </pc:spChg>
        <pc:spChg chg="mod">
          <ac:chgData name="Palak gupta" userId="f9a89c6c66891a25" providerId="LiveId" clId="{F223D064-5E46-4C65-B439-B338B92B7D89}" dt="2023-09-18T13:04:43.684" v="238" actId="1076"/>
          <ac:spMkLst>
            <pc:docMk/>
            <pc:sldMk cId="1962119276" sldId="323"/>
            <ac:spMk id="24" creationId="{2AB2AC16-42AE-4DD6-B958-37D751F8BBAF}"/>
          </ac:spMkLst>
        </pc:spChg>
        <pc:grpChg chg="mod">
          <ac:chgData name="Palak gupta" userId="f9a89c6c66891a25" providerId="LiveId" clId="{F223D064-5E46-4C65-B439-B338B92B7D89}" dt="2023-09-18T13:04:45.432" v="239" actId="1076"/>
          <ac:grpSpMkLst>
            <pc:docMk/>
            <pc:sldMk cId="1962119276" sldId="323"/>
            <ac:grpSpMk id="93" creationId="{2BD7DF76-8A8C-435C-9322-C4D45F235A4A}"/>
          </ac:grpSpMkLst>
        </pc:grpChg>
      </pc:sldChg>
      <pc:sldChg chg="addSp delSp modSp add del mod">
        <pc:chgData name="Palak gupta" userId="f9a89c6c66891a25" providerId="LiveId" clId="{F223D064-5E46-4C65-B439-B338B92B7D89}" dt="2023-09-19T06:45:43.433" v="2099" actId="47"/>
        <pc:sldMkLst>
          <pc:docMk/>
          <pc:sldMk cId="2540501302" sldId="324"/>
        </pc:sldMkLst>
        <pc:spChg chg="mod">
          <ac:chgData name="Palak gupta" userId="f9a89c6c66891a25" providerId="LiveId" clId="{F223D064-5E46-4C65-B439-B338B92B7D89}" dt="2023-09-19T06:44:41.634" v="2094" actId="20577"/>
          <ac:spMkLst>
            <pc:docMk/>
            <pc:sldMk cId="2540501302" sldId="324"/>
            <ac:spMk id="2" creationId="{206381AD-4C2B-4745-99B1-0BBCE6131A71}"/>
          </ac:spMkLst>
        </pc:spChg>
        <pc:spChg chg="mod">
          <ac:chgData name="Palak gupta" userId="f9a89c6c66891a25" providerId="LiveId" clId="{F223D064-5E46-4C65-B439-B338B92B7D89}" dt="2023-09-19T06:44:33.364" v="2087" actId="14100"/>
          <ac:spMkLst>
            <pc:docMk/>
            <pc:sldMk cId="2540501302" sldId="324"/>
            <ac:spMk id="5" creationId="{B4837162-09C2-C454-3120-6989CBCF16A5}"/>
          </ac:spMkLst>
        </pc:spChg>
        <pc:spChg chg="mod">
          <ac:chgData name="Palak gupta" userId="f9a89c6c66891a25" providerId="LiveId" clId="{F223D064-5E46-4C65-B439-B338B92B7D89}" dt="2023-09-19T05:56:33.287" v="1769" actId="1076"/>
          <ac:spMkLst>
            <pc:docMk/>
            <pc:sldMk cId="2540501302" sldId="324"/>
            <ac:spMk id="8" creationId="{66E2C411-BF99-CC40-95EC-20BE2D5EB83E}"/>
          </ac:spMkLst>
        </pc:spChg>
        <pc:spChg chg="mod">
          <ac:chgData name="Palak gupta" userId="f9a89c6c66891a25" providerId="LiveId" clId="{F223D064-5E46-4C65-B439-B338B92B7D89}" dt="2023-09-19T06:44:32.772" v="2085" actId="1076"/>
          <ac:spMkLst>
            <pc:docMk/>
            <pc:sldMk cId="2540501302" sldId="324"/>
            <ac:spMk id="9" creationId="{39DC568A-C264-C59D-CC47-A7E2DC3F85FC}"/>
          </ac:spMkLst>
        </pc:spChg>
        <pc:spChg chg="add del mod">
          <ac:chgData name="Palak gupta" userId="f9a89c6c66891a25" providerId="LiveId" clId="{F223D064-5E46-4C65-B439-B338B92B7D89}" dt="2023-09-19T06:45:27.719" v="2097" actId="478"/>
          <ac:spMkLst>
            <pc:docMk/>
            <pc:sldMk cId="2540501302" sldId="324"/>
            <ac:spMk id="48" creationId="{0C5206A8-C399-A21D-7CE9-A295F8925845}"/>
          </ac:spMkLst>
        </pc:spChg>
        <pc:spChg chg="add del mod">
          <ac:chgData name="Palak gupta" userId="f9a89c6c66891a25" providerId="LiveId" clId="{F223D064-5E46-4C65-B439-B338B92B7D89}" dt="2023-09-19T06:45:30.556" v="2098" actId="478"/>
          <ac:spMkLst>
            <pc:docMk/>
            <pc:sldMk cId="2540501302" sldId="324"/>
            <ac:spMk id="50" creationId="{683DC71E-D6BF-7D16-9692-13A97BAA81AE}"/>
          </ac:spMkLst>
        </pc:spChg>
        <pc:spChg chg="add del mod">
          <ac:chgData name="Palak gupta" userId="f9a89c6c66891a25" providerId="LiveId" clId="{F223D064-5E46-4C65-B439-B338B92B7D89}" dt="2023-09-19T06:45:27.719" v="2097" actId="478"/>
          <ac:spMkLst>
            <pc:docMk/>
            <pc:sldMk cId="2540501302" sldId="324"/>
            <ac:spMk id="57" creationId="{92907E5E-4228-199C-0244-C5A1A1BF6595}"/>
          </ac:spMkLst>
        </pc:spChg>
        <pc:spChg chg="mod">
          <ac:chgData name="Palak gupta" userId="f9a89c6c66891a25" providerId="LiveId" clId="{F223D064-5E46-4C65-B439-B338B92B7D89}" dt="2023-09-19T06:44:56.804" v="2095"/>
          <ac:spMkLst>
            <pc:docMk/>
            <pc:sldMk cId="2540501302" sldId="324"/>
            <ac:spMk id="59" creationId="{52920078-7465-E051-0E0D-A1BDA3253077}"/>
          </ac:spMkLst>
        </pc:spChg>
        <pc:spChg chg="mod">
          <ac:chgData name="Palak gupta" userId="f9a89c6c66891a25" providerId="LiveId" clId="{F223D064-5E46-4C65-B439-B338B92B7D89}" dt="2023-09-19T06:44:56.804" v="2095"/>
          <ac:spMkLst>
            <pc:docMk/>
            <pc:sldMk cId="2540501302" sldId="324"/>
            <ac:spMk id="60" creationId="{EA05D6FC-FF1C-4406-AC61-B2C7DF00DB95}"/>
          </ac:spMkLst>
        </pc:spChg>
        <pc:grpChg chg="mod">
          <ac:chgData name="Palak gupta" userId="f9a89c6c66891a25" providerId="LiveId" clId="{F223D064-5E46-4C65-B439-B338B92B7D89}" dt="2023-09-19T06:44:40.848" v="2092" actId="1076"/>
          <ac:grpSpMkLst>
            <pc:docMk/>
            <pc:sldMk cId="2540501302" sldId="324"/>
            <ac:grpSpMk id="13" creationId="{B4DAFBB7-E36B-54A6-E171-3DB7D1D57DCB}"/>
          </ac:grpSpMkLst>
        </pc:grpChg>
        <pc:grpChg chg="add mod">
          <ac:chgData name="Palak gupta" userId="f9a89c6c66891a25" providerId="LiveId" clId="{F223D064-5E46-4C65-B439-B338B92B7D89}" dt="2023-09-19T06:44:56.804" v="2095"/>
          <ac:grpSpMkLst>
            <pc:docMk/>
            <pc:sldMk cId="2540501302" sldId="324"/>
            <ac:grpSpMk id="58" creationId="{29D3EF19-6B50-DF6D-821B-1993A08D9B36}"/>
          </ac:grpSpMkLst>
        </pc:grpChg>
      </pc:sldChg>
      <pc:sldChg chg="add del">
        <pc:chgData name="Palak gupta" userId="f9a89c6c66891a25" providerId="LiveId" clId="{F223D064-5E46-4C65-B439-B338B92B7D89}" dt="2023-09-18T16:43:30.669" v="994"/>
        <pc:sldMkLst>
          <pc:docMk/>
          <pc:sldMk cId="3799999084" sldId="324"/>
        </pc:sldMkLst>
      </pc:sldChg>
      <pc:sldChg chg="add del">
        <pc:chgData name="Palak gupta" userId="f9a89c6c66891a25" providerId="LiveId" clId="{F223D064-5E46-4C65-B439-B338B92B7D89}" dt="2023-09-19T05:55:32.607" v="1764"/>
        <pc:sldMkLst>
          <pc:docMk/>
          <pc:sldMk cId="1391442890" sldId="325"/>
        </pc:sldMkLst>
      </pc:sldChg>
      <pc:sldChg chg="addSp delSp modSp add mod">
        <pc:chgData name="Palak gupta" userId="f9a89c6c66891a25" providerId="LiveId" clId="{F223D064-5E46-4C65-B439-B338B92B7D89}" dt="2023-09-19T17:26:23.716" v="5763" actId="14100"/>
        <pc:sldMkLst>
          <pc:docMk/>
          <pc:sldMk cId="3345779508" sldId="325"/>
        </pc:sldMkLst>
        <pc:spChg chg="del">
          <ac:chgData name="Palak gupta" userId="f9a89c6c66891a25" providerId="LiveId" clId="{F223D064-5E46-4C65-B439-B338B92B7D89}" dt="2023-09-19T09:36:24.420" v="2454" actId="478"/>
          <ac:spMkLst>
            <pc:docMk/>
            <pc:sldMk cId="3345779508" sldId="325"/>
            <ac:spMk id="2" creationId="{206381AD-4C2B-4745-99B1-0BBCE6131A71}"/>
          </ac:spMkLst>
        </pc:spChg>
        <pc:spChg chg="mod">
          <ac:chgData name="Palak gupta" userId="f9a89c6c66891a25" providerId="LiveId" clId="{F223D064-5E46-4C65-B439-B338B92B7D89}" dt="2023-09-19T09:37:33.674" v="2476" actId="207"/>
          <ac:spMkLst>
            <pc:docMk/>
            <pc:sldMk cId="3345779508" sldId="325"/>
            <ac:spMk id="3" creationId="{25726969-86C3-4E0A-A7D5-AF1B338BD4B0}"/>
          </ac:spMkLst>
        </pc:spChg>
        <pc:spChg chg="mod">
          <ac:chgData name="Palak gupta" userId="f9a89c6c66891a25" providerId="LiveId" clId="{F223D064-5E46-4C65-B439-B338B92B7D89}" dt="2023-09-19T13:37:05.111" v="5697" actId="207"/>
          <ac:spMkLst>
            <pc:docMk/>
            <pc:sldMk cId="3345779508" sldId="325"/>
            <ac:spMk id="4" creationId="{149AC5BD-0B7D-7A56-658F-751A0F6A0AAE}"/>
          </ac:spMkLst>
        </pc:spChg>
        <pc:spChg chg="del">
          <ac:chgData name="Palak gupta" userId="f9a89c6c66891a25" providerId="LiveId" clId="{F223D064-5E46-4C65-B439-B338B92B7D89}" dt="2023-09-19T09:35:19.300" v="2445" actId="478"/>
          <ac:spMkLst>
            <pc:docMk/>
            <pc:sldMk cId="3345779508" sldId="325"/>
            <ac:spMk id="5" creationId="{B4837162-09C2-C454-3120-6989CBCF16A5}"/>
          </ac:spMkLst>
        </pc:spChg>
        <pc:spChg chg="del">
          <ac:chgData name="Palak gupta" userId="f9a89c6c66891a25" providerId="LiveId" clId="{F223D064-5E46-4C65-B439-B338B92B7D89}" dt="2023-09-19T09:36:36.157" v="2458" actId="478"/>
          <ac:spMkLst>
            <pc:docMk/>
            <pc:sldMk cId="3345779508" sldId="325"/>
            <ac:spMk id="6" creationId="{129A4131-AE75-DE16-CDC3-D4460FFD683C}"/>
          </ac:spMkLst>
        </pc:spChg>
        <pc:spChg chg="mod">
          <ac:chgData name="Palak gupta" userId="f9a89c6c66891a25" providerId="LiveId" clId="{F223D064-5E46-4C65-B439-B338B92B7D89}" dt="2023-09-19T09:35:58.056" v="2451" actId="1076"/>
          <ac:spMkLst>
            <pc:docMk/>
            <pc:sldMk cId="3345779508" sldId="325"/>
            <ac:spMk id="8" creationId="{66E2C411-BF99-CC40-95EC-20BE2D5EB83E}"/>
          </ac:spMkLst>
        </pc:spChg>
        <pc:spChg chg="mod">
          <ac:chgData name="Palak gupta" userId="f9a89c6c66891a25" providerId="LiveId" clId="{F223D064-5E46-4C65-B439-B338B92B7D89}" dt="2023-09-19T09:36:56.874" v="2474" actId="1037"/>
          <ac:spMkLst>
            <pc:docMk/>
            <pc:sldMk cId="3345779508" sldId="325"/>
            <ac:spMk id="10" creationId="{6512D18D-7D94-A44A-1F81-AB36D8DDC314}"/>
          </ac:spMkLst>
        </pc:spChg>
        <pc:spChg chg="mod">
          <ac:chgData name="Palak gupta" userId="f9a89c6c66891a25" providerId="LiveId" clId="{F223D064-5E46-4C65-B439-B338B92B7D89}" dt="2023-09-19T17:25:34.068" v="5741" actId="207"/>
          <ac:spMkLst>
            <pc:docMk/>
            <pc:sldMk cId="3345779508" sldId="325"/>
            <ac:spMk id="14" creationId="{7BE9BDF8-D9B3-4973-84B6-82816678C3EA}"/>
          </ac:spMkLst>
        </pc:spChg>
        <pc:spChg chg="mod">
          <ac:chgData name="Palak gupta" userId="f9a89c6c66891a25" providerId="LiveId" clId="{F223D064-5E46-4C65-B439-B338B92B7D89}" dt="2023-09-19T13:39:50.243" v="5709" actId="14100"/>
          <ac:spMkLst>
            <pc:docMk/>
            <pc:sldMk cId="3345779508" sldId="325"/>
            <ac:spMk id="35" creationId="{C3139C75-F0DE-40C0-9200-C218BE041BBA}"/>
          </ac:spMkLst>
        </pc:spChg>
        <pc:spChg chg="mod">
          <ac:chgData name="Palak gupta" userId="f9a89c6c66891a25" providerId="LiveId" clId="{F223D064-5E46-4C65-B439-B338B92B7D89}" dt="2023-09-19T13:37:05.111" v="5697" actId="207"/>
          <ac:spMkLst>
            <pc:docMk/>
            <pc:sldMk cId="3345779508" sldId="325"/>
            <ac:spMk id="40" creationId="{B7B3632A-98E8-43AC-8FEF-86666D82B302}"/>
          </ac:spMkLst>
        </pc:spChg>
        <pc:spChg chg="del mod">
          <ac:chgData name="Palak gupta" userId="f9a89c6c66891a25" providerId="LiveId" clId="{F223D064-5E46-4C65-B439-B338B92B7D89}" dt="2023-09-19T10:41:23.832" v="2661" actId="478"/>
          <ac:spMkLst>
            <pc:docMk/>
            <pc:sldMk cId="3345779508" sldId="325"/>
            <ac:spMk id="48" creationId="{0C5206A8-C399-A21D-7CE9-A295F8925845}"/>
          </ac:spMkLst>
        </pc:spChg>
        <pc:spChg chg="mod">
          <ac:chgData name="Palak gupta" userId="f9a89c6c66891a25" providerId="LiveId" clId="{F223D064-5E46-4C65-B439-B338B92B7D89}" dt="2023-09-19T09:39:25.644" v="2494" actId="1076"/>
          <ac:spMkLst>
            <pc:docMk/>
            <pc:sldMk cId="3345779508" sldId="325"/>
            <ac:spMk id="50" creationId="{683DC71E-D6BF-7D16-9692-13A97BAA81AE}"/>
          </ac:spMkLst>
        </pc:spChg>
        <pc:spChg chg="mod">
          <ac:chgData name="Palak gupta" userId="f9a89c6c66891a25" providerId="LiveId" clId="{F223D064-5E46-4C65-B439-B338B92B7D89}" dt="2023-09-19T09:37:39.880" v="2477" actId="207"/>
          <ac:spMkLst>
            <pc:docMk/>
            <pc:sldMk cId="3345779508" sldId="325"/>
            <ac:spMk id="51" creationId="{6B70D10C-0AE4-8AF6-DB8B-9E1490E2DAFD}"/>
          </ac:spMkLst>
        </pc:spChg>
        <pc:spChg chg="mod">
          <ac:chgData name="Palak gupta" userId="f9a89c6c66891a25" providerId="LiveId" clId="{F223D064-5E46-4C65-B439-B338B92B7D89}" dt="2023-09-19T17:26:15.140" v="5760" actId="1038"/>
          <ac:spMkLst>
            <pc:docMk/>
            <pc:sldMk cId="3345779508" sldId="325"/>
            <ac:spMk id="52" creationId="{A2BA37F3-043C-C2DA-CBFC-5B47BBF37FB8}"/>
          </ac:spMkLst>
        </pc:spChg>
        <pc:spChg chg="mod">
          <ac:chgData name="Palak gupta" userId="f9a89c6c66891a25" providerId="LiveId" clId="{F223D064-5E46-4C65-B439-B338B92B7D89}" dt="2023-09-19T09:37:26.002" v="2475" actId="207"/>
          <ac:spMkLst>
            <pc:docMk/>
            <pc:sldMk cId="3345779508" sldId="325"/>
            <ac:spMk id="53" creationId="{BB5E465A-0EB5-55BA-1D3A-0F0CABFB581B}"/>
          </ac:spMkLst>
        </pc:spChg>
        <pc:spChg chg="mod">
          <ac:chgData name="Palak gupta" userId="f9a89c6c66891a25" providerId="LiveId" clId="{F223D064-5E46-4C65-B439-B338B92B7D89}" dt="2023-09-19T09:38:59.698" v="2488" actId="1076"/>
          <ac:spMkLst>
            <pc:docMk/>
            <pc:sldMk cId="3345779508" sldId="325"/>
            <ac:spMk id="57" creationId="{92907E5E-4228-199C-0244-C5A1A1BF6595}"/>
          </ac:spMkLst>
        </pc:spChg>
        <pc:spChg chg="add del mod">
          <ac:chgData name="Palak gupta" userId="f9a89c6c66891a25" providerId="LiveId" clId="{F223D064-5E46-4C65-B439-B338B92B7D89}" dt="2023-09-19T09:36:27.782" v="2456" actId="478"/>
          <ac:spMkLst>
            <pc:docMk/>
            <pc:sldMk cId="3345779508" sldId="325"/>
            <ac:spMk id="63" creationId="{EC0AA541-4772-F950-1277-F87A51A21949}"/>
          </ac:spMkLst>
        </pc:spChg>
        <pc:spChg chg="add mod">
          <ac:chgData name="Palak gupta" userId="f9a89c6c66891a25" providerId="LiveId" clId="{F223D064-5E46-4C65-B439-B338B92B7D89}" dt="2023-09-19T09:36:28.625" v="2457"/>
          <ac:spMkLst>
            <pc:docMk/>
            <pc:sldMk cId="3345779508" sldId="325"/>
            <ac:spMk id="64" creationId="{5459BE89-0AB9-E6A3-C323-12E459BF1090}"/>
          </ac:spMkLst>
        </pc:spChg>
        <pc:spChg chg="mod">
          <ac:chgData name="Palak gupta" userId="f9a89c6c66891a25" providerId="LiveId" clId="{F223D064-5E46-4C65-B439-B338B92B7D89}" dt="2023-09-19T09:36:53.212" v="2460"/>
          <ac:spMkLst>
            <pc:docMk/>
            <pc:sldMk cId="3345779508" sldId="325"/>
            <ac:spMk id="67" creationId="{863A373E-2D1C-B072-BAF8-F661BACC19E1}"/>
          </ac:spMkLst>
        </pc:spChg>
        <pc:spChg chg="mod">
          <ac:chgData name="Palak gupta" userId="f9a89c6c66891a25" providerId="LiveId" clId="{F223D064-5E46-4C65-B439-B338B92B7D89}" dt="2023-09-19T09:36:53.212" v="2460"/>
          <ac:spMkLst>
            <pc:docMk/>
            <pc:sldMk cId="3345779508" sldId="325"/>
            <ac:spMk id="68" creationId="{0D31E18C-E717-37CC-A19C-DF2B85E26A8C}"/>
          </ac:spMkLst>
        </pc:spChg>
        <pc:spChg chg="add mod">
          <ac:chgData name="Palak gupta" userId="f9a89c6c66891a25" providerId="LiveId" clId="{F223D064-5E46-4C65-B439-B338B92B7D89}" dt="2023-09-19T09:36:53.212" v="2460"/>
          <ac:spMkLst>
            <pc:docMk/>
            <pc:sldMk cId="3345779508" sldId="325"/>
            <ac:spMk id="69" creationId="{E94930DF-3692-1FE6-F0A2-E5D5DCD55AD2}"/>
          </ac:spMkLst>
        </pc:spChg>
        <pc:spChg chg="add mod">
          <ac:chgData name="Palak gupta" userId="f9a89c6c66891a25" providerId="LiveId" clId="{F223D064-5E46-4C65-B439-B338B92B7D89}" dt="2023-09-19T10:40:26.719" v="2653" actId="1076"/>
          <ac:spMkLst>
            <pc:docMk/>
            <pc:sldMk cId="3345779508" sldId="325"/>
            <ac:spMk id="70" creationId="{46ECF98B-A6C1-470B-8C38-1B617C52189A}"/>
          </ac:spMkLst>
        </pc:spChg>
        <pc:spChg chg="add del mod">
          <ac:chgData name="Palak gupta" userId="f9a89c6c66891a25" providerId="LiveId" clId="{F223D064-5E46-4C65-B439-B338B92B7D89}" dt="2023-09-19T10:40:58.402" v="2655"/>
          <ac:spMkLst>
            <pc:docMk/>
            <pc:sldMk cId="3345779508" sldId="325"/>
            <ac:spMk id="71" creationId="{F50C7A62-8EC7-8B64-6BFC-4B9FF2C83B0B}"/>
          </ac:spMkLst>
        </pc:spChg>
        <pc:spChg chg="add mod">
          <ac:chgData name="Palak gupta" userId="f9a89c6c66891a25" providerId="LiveId" clId="{F223D064-5E46-4C65-B439-B338B92B7D89}" dt="2023-09-19T10:41:13.649" v="2657" actId="1076"/>
          <ac:spMkLst>
            <pc:docMk/>
            <pc:sldMk cId="3345779508" sldId="325"/>
            <ac:spMk id="72" creationId="{6D48CF37-1877-0BCC-E576-083F43E7206A}"/>
          </ac:spMkLst>
        </pc:spChg>
        <pc:spChg chg="add mod">
          <ac:chgData name="Palak gupta" userId="f9a89c6c66891a25" providerId="LiveId" clId="{F223D064-5E46-4C65-B439-B338B92B7D89}" dt="2023-09-19T10:41:47.677" v="2666" actId="1076"/>
          <ac:spMkLst>
            <pc:docMk/>
            <pc:sldMk cId="3345779508" sldId="325"/>
            <ac:spMk id="73" creationId="{CC57DC1E-2DB3-1ABA-332A-01C3261EF6A6}"/>
          </ac:spMkLst>
        </pc:spChg>
        <pc:spChg chg="mod">
          <ac:chgData name="Palak gupta" userId="f9a89c6c66891a25" providerId="LiveId" clId="{F223D064-5E46-4C65-B439-B338B92B7D89}" dt="2023-09-19T10:42:14.113" v="2667"/>
          <ac:spMkLst>
            <pc:docMk/>
            <pc:sldMk cId="3345779508" sldId="325"/>
            <ac:spMk id="75" creationId="{3FFA3BCE-AC6E-48B7-D625-1FBE0507ABF4}"/>
          </ac:spMkLst>
        </pc:spChg>
        <pc:spChg chg="mod">
          <ac:chgData name="Palak gupta" userId="f9a89c6c66891a25" providerId="LiveId" clId="{F223D064-5E46-4C65-B439-B338B92B7D89}" dt="2023-09-19T10:42:25.267" v="2669" actId="20577"/>
          <ac:spMkLst>
            <pc:docMk/>
            <pc:sldMk cId="3345779508" sldId="325"/>
            <ac:spMk id="76" creationId="{2642CDF6-3190-4CA2-7A20-D2F6BE798383}"/>
          </ac:spMkLst>
        </pc:spChg>
        <pc:spChg chg="mod">
          <ac:chgData name="Palak gupta" userId="f9a89c6c66891a25" providerId="LiveId" clId="{F223D064-5E46-4C65-B439-B338B92B7D89}" dt="2023-09-19T10:42:14.113" v="2667"/>
          <ac:spMkLst>
            <pc:docMk/>
            <pc:sldMk cId="3345779508" sldId="325"/>
            <ac:spMk id="77" creationId="{831F3036-CE3F-E6EE-2D0E-F1AC86F5A808}"/>
          </ac:spMkLst>
        </pc:spChg>
        <pc:grpChg chg="mod">
          <ac:chgData name="Palak gupta" userId="f9a89c6c66891a25" providerId="LiveId" clId="{F223D064-5E46-4C65-B439-B338B92B7D89}" dt="2023-09-19T09:35:51.824" v="2449" actId="1076"/>
          <ac:grpSpMkLst>
            <pc:docMk/>
            <pc:sldMk cId="3345779508" sldId="325"/>
            <ac:grpSpMk id="13" creationId="{B4DAFBB7-E36B-54A6-E171-3DB7D1D57DCB}"/>
          </ac:grpSpMkLst>
        </pc:grpChg>
        <pc:grpChg chg="mod">
          <ac:chgData name="Palak gupta" userId="f9a89c6c66891a25" providerId="LiveId" clId="{F223D064-5E46-4C65-B439-B338B92B7D89}" dt="2023-09-19T17:26:23.716" v="5763" actId="14100"/>
          <ac:grpSpMkLst>
            <pc:docMk/>
            <pc:sldMk cId="3345779508" sldId="325"/>
            <ac:grpSpMk id="54" creationId="{750CF6D1-2BDB-C5E6-66CE-7ADF691A5782}"/>
          </ac:grpSpMkLst>
        </pc:grpChg>
        <pc:grpChg chg="mod">
          <ac:chgData name="Palak gupta" userId="f9a89c6c66891a25" providerId="LiveId" clId="{F223D064-5E46-4C65-B439-B338B92B7D89}" dt="2023-09-19T13:40:01.246" v="5711" actId="14100"/>
          <ac:grpSpMkLst>
            <pc:docMk/>
            <pc:sldMk cId="3345779508" sldId="325"/>
            <ac:grpSpMk id="55" creationId="{B3A7A9FC-5B94-5EBE-94E2-17064C638208}"/>
          </ac:grpSpMkLst>
        </pc:grpChg>
        <pc:grpChg chg="mod">
          <ac:chgData name="Palak gupta" userId="f9a89c6c66891a25" providerId="LiveId" clId="{F223D064-5E46-4C65-B439-B338B92B7D89}" dt="2023-09-19T09:37:33.674" v="2476" actId="207"/>
          <ac:grpSpMkLst>
            <pc:docMk/>
            <pc:sldMk cId="3345779508" sldId="325"/>
            <ac:grpSpMk id="56" creationId="{0E9E0331-209D-0317-FE49-EAB3F544D2E0}"/>
          </ac:grpSpMkLst>
        </pc:grpChg>
        <pc:grpChg chg="add del mod">
          <ac:chgData name="Palak gupta" userId="f9a89c6c66891a25" providerId="LiveId" clId="{F223D064-5E46-4C65-B439-B338B92B7D89}" dt="2023-09-19T10:41:16.126" v="2659" actId="1076"/>
          <ac:grpSpMkLst>
            <pc:docMk/>
            <pc:sldMk cId="3345779508" sldId="325"/>
            <ac:grpSpMk id="61" creationId="{11E9FE77-32AC-75AB-B74C-061673288995}"/>
          </ac:grpSpMkLst>
        </pc:grpChg>
        <pc:grpChg chg="add mod">
          <ac:chgData name="Palak gupta" userId="f9a89c6c66891a25" providerId="LiveId" clId="{F223D064-5E46-4C65-B439-B338B92B7D89}" dt="2023-09-19T09:36:53.212" v="2460"/>
          <ac:grpSpMkLst>
            <pc:docMk/>
            <pc:sldMk cId="3345779508" sldId="325"/>
            <ac:grpSpMk id="65" creationId="{D739B5DA-9764-2DE2-FD43-284D1CB91E9E}"/>
          </ac:grpSpMkLst>
        </pc:grpChg>
        <pc:grpChg chg="add mod">
          <ac:chgData name="Palak gupta" userId="f9a89c6c66891a25" providerId="LiveId" clId="{F223D064-5E46-4C65-B439-B338B92B7D89}" dt="2023-09-19T10:42:36.456" v="2671" actId="1076"/>
          <ac:grpSpMkLst>
            <pc:docMk/>
            <pc:sldMk cId="3345779508" sldId="325"/>
            <ac:grpSpMk id="74" creationId="{E407F3E9-A8E1-6BD7-6409-ED7A63EC4D24}"/>
          </ac:grpSpMkLst>
        </pc:grpChg>
        <pc:graphicFrameChg chg="mod">
          <ac:chgData name="Palak gupta" userId="f9a89c6c66891a25" providerId="LiveId" clId="{F223D064-5E46-4C65-B439-B338B92B7D89}" dt="2023-09-19T09:36:53.212" v="2460"/>
          <ac:graphicFrameMkLst>
            <pc:docMk/>
            <pc:sldMk cId="3345779508" sldId="325"/>
            <ac:graphicFrameMk id="66" creationId="{DD49DA21-7EE9-2DA8-DCDD-7C08590FF576}"/>
          </ac:graphicFrameMkLst>
        </pc:graphicFrameChg>
      </pc:sldChg>
      <pc:sldChg chg="delSp modSp add mod">
        <pc:chgData name="Palak gupta" userId="f9a89c6c66891a25" providerId="LiveId" clId="{F223D064-5E46-4C65-B439-B338B92B7D89}" dt="2023-09-19T17:26:01.345" v="5746" actId="14100"/>
        <pc:sldMkLst>
          <pc:docMk/>
          <pc:sldMk cId="4256922142" sldId="326"/>
        </pc:sldMkLst>
        <pc:spChg chg="del mod">
          <ac:chgData name="Palak gupta" userId="f9a89c6c66891a25" providerId="LiveId" clId="{F223D064-5E46-4C65-B439-B338B92B7D89}" dt="2023-09-19T06:49:55.910" v="2127" actId="478"/>
          <ac:spMkLst>
            <pc:docMk/>
            <pc:sldMk cId="4256922142" sldId="326"/>
            <ac:spMk id="4" creationId="{149AC5BD-0B7D-7A56-658F-751A0F6A0AAE}"/>
          </ac:spMkLst>
        </pc:spChg>
        <pc:spChg chg="mod">
          <ac:chgData name="Palak gupta" userId="f9a89c6c66891a25" providerId="LiveId" clId="{F223D064-5E46-4C65-B439-B338B92B7D89}" dt="2023-09-19T06:52:21.545" v="2160" actId="1076"/>
          <ac:spMkLst>
            <pc:docMk/>
            <pc:sldMk cId="4256922142" sldId="326"/>
            <ac:spMk id="7" creationId="{B72C5176-A5C9-C2D2-CE0B-4F52C2198B2F}"/>
          </ac:spMkLst>
        </pc:spChg>
        <pc:spChg chg="mod">
          <ac:chgData name="Palak gupta" userId="f9a89c6c66891a25" providerId="LiveId" clId="{F223D064-5E46-4C65-B439-B338B92B7D89}" dt="2023-09-19T06:51:59.803" v="2159" actId="1076"/>
          <ac:spMkLst>
            <pc:docMk/>
            <pc:sldMk cId="4256922142" sldId="326"/>
            <ac:spMk id="8" creationId="{66E2C411-BF99-CC40-95EC-20BE2D5EB83E}"/>
          </ac:spMkLst>
        </pc:spChg>
        <pc:spChg chg="mod">
          <ac:chgData name="Palak gupta" userId="f9a89c6c66891a25" providerId="LiveId" clId="{F223D064-5E46-4C65-B439-B338B92B7D89}" dt="2023-09-19T06:51:26.362" v="2152" actId="1076"/>
          <ac:spMkLst>
            <pc:docMk/>
            <pc:sldMk cId="4256922142" sldId="326"/>
            <ac:spMk id="9" creationId="{39DC568A-C264-C59D-CC47-A7E2DC3F85FC}"/>
          </ac:spMkLst>
        </pc:spChg>
        <pc:spChg chg="mod">
          <ac:chgData name="Palak gupta" userId="f9a89c6c66891a25" providerId="LiveId" clId="{F223D064-5E46-4C65-B439-B338B92B7D89}" dt="2023-09-19T06:51:33.449" v="2154" actId="1076"/>
          <ac:spMkLst>
            <pc:docMk/>
            <pc:sldMk cId="4256922142" sldId="326"/>
            <ac:spMk id="11" creationId="{7848944D-7547-06FB-C587-651F6467E2B8}"/>
          </ac:spMkLst>
        </pc:spChg>
        <pc:spChg chg="mod">
          <ac:chgData name="Palak gupta" userId="f9a89c6c66891a25" providerId="LiveId" clId="{F223D064-5E46-4C65-B439-B338B92B7D89}" dt="2023-09-19T06:51:37.279" v="2155" actId="1076"/>
          <ac:spMkLst>
            <pc:docMk/>
            <pc:sldMk cId="4256922142" sldId="326"/>
            <ac:spMk id="12" creationId="{54384FD0-1DE4-8405-D2DD-07CEA11485B5}"/>
          </ac:spMkLst>
        </pc:spChg>
        <pc:spChg chg="mod">
          <ac:chgData name="Palak gupta" userId="f9a89c6c66891a25" providerId="LiveId" clId="{F223D064-5E46-4C65-B439-B338B92B7D89}" dt="2023-09-19T17:24:22.288" v="5736" actId="207"/>
          <ac:spMkLst>
            <pc:docMk/>
            <pc:sldMk cId="4256922142" sldId="326"/>
            <ac:spMk id="21" creationId="{8CA1BDD3-CE3E-4AD3-9E3C-2B41C3038F97}"/>
          </ac:spMkLst>
        </pc:spChg>
        <pc:spChg chg="mod">
          <ac:chgData name="Palak gupta" userId="f9a89c6c66891a25" providerId="LiveId" clId="{F223D064-5E46-4C65-B439-B338B92B7D89}" dt="2023-09-19T07:04:05.433" v="2333" actId="1076"/>
          <ac:spMkLst>
            <pc:docMk/>
            <pc:sldMk cId="4256922142" sldId="326"/>
            <ac:spMk id="32" creationId="{A45A6E96-8EEF-4E31-8390-58723806670C}"/>
          </ac:spMkLst>
        </pc:spChg>
        <pc:spChg chg="mod">
          <ac:chgData name="Palak gupta" userId="f9a89c6c66891a25" providerId="LiveId" clId="{F223D064-5E46-4C65-B439-B338B92B7D89}" dt="2023-09-19T07:04:01.662" v="2332" actId="1076"/>
          <ac:spMkLst>
            <pc:docMk/>
            <pc:sldMk cId="4256922142" sldId="326"/>
            <ac:spMk id="33" creationId="{4838E9FB-7D5C-4DD2-8458-3955DE00BC24}"/>
          </ac:spMkLst>
        </pc:spChg>
        <pc:spChg chg="mod">
          <ac:chgData name="Palak gupta" userId="f9a89c6c66891a25" providerId="LiveId" clId="{F223D064-5E46-4C65-B439-B338B92B7D89}" dt="2023-09-19T07:04:10.042" v="2334" actId="1076"/>
          <ac:spMkLst>
            <pc:docMk/>
            <pc:sldMk cId="4256922142" sldId="326"/>
            <ac:spMk id="34" creationId="{8D3CF7E9-F87E-441E-AB8A-DC6C5034E67E}"/>
          </ac:spMkLst>
        </pc:spChg>
        <pc:spChg chg="mod">
          <ac:chgData name="Palak gupta" userId="f9a89c6c66891a25" providerId="LiveId" clId="{F223D064-5E46-4C65-B439-B338B92B7D89}" dt="2023-09-19T17:24:45.059" v="5737" actId="207"/>
          <ac:spMkLst>
            <pc:docMk/>
            <pc:sldMk cId="4256922142" sldId="326"/>
            <ac:spMk id="35" creationId="{C3139C75-F0DE-40C0-9200-C218BE041BBA}"/>
          </ac:spMkLst>
        </pc:spChg>
        <pc:spChg chg="mod">
          <ac:chgData name="Palak gupta" userId="f9a89c6c66891a25" providerId="LiveId" clId="{F223D064-5E46-4C65-B439-B338B92B7D89}" dt="2023-09-19T17:23:29.372" v="5733" actId="207"/>
          <ac:spMkLst>
            <pc:docMk/>
            <pc:sldMk cId="4256922142" sldId="326"/>
            <ac:spMk id="37" creationId="{6C5901FA-3D44-4D00-B8D5-926BAB1D7ED9}"/>
          </ac:spMkLst>
        </pc:spChg>
        <pc:spChg chg="mod">
          <ac:chgData name="Palak gupta" userId="f9a89c6c66891a25" providerId="LiveId" clId="{F223D064-5E46-4C65-B439-B338B92B7D89}" dt="2023-09-19T06:49:53.846" v="2125" actId="207"/>
          <ac:spMkLst>
            <pc:docMk/>
            <pc:sldMk cId="4256922142" sldId="326"/>
            <ac:spMk id="40" creationId="{B7B3632A-98E8-43AC-8FEF-86666D82B302}"/>
          </ac:spMkLst>
        </pc:spChg>
        <pc:spChg chg="del">
          <ac:chgData name="Palak gupta" userId="f9a89c6c66891a25" providerId="LiveId" clId="{F223D064-5E46-4C65-B439-B338B92B7D89}" dt="2023-09-19T06:47:43.666" v="2113" actId="478"/>
          <ac:spMkLst>
            <pc:docMk/>
            <pc:sldMk cId="4256922142" sldId="326"/>
            <ac:spMk id="41" creationId="{4F0A8BC6-FE75-F551-879D-7E69FD76CB6F}"/>
          </ac:spMkLst>
        </pc:spChg>
        <pc:spChg chg="mod">
          <ac:chgData name="Palak gupta" userId="f9a89c6c66891a25" providerId="LiveId" clId="{F223D064-5E46-4C65-B439-B338B92B7D89}" dt="2023-09-19T06:49:34.340" v="2123" actId="207"/>
          <ac:spMkLst>
            <pc:docMk/>
            <pc:sldMk cId="4256922142" sldId="326"/>
            <ac:spMk id="51" creationId="{6B70D10C-0AE4-8AF6-DB8B-9E1490E2DAFD}"/>
          </ac:spMkLst>
        </pc:spChg>
        <pc:spChg chg="mod">
          <ac:chgData name="Palak gupta" userId="f9a89c6c66891a25" providerId="LiveId" clId="{F223D064-5E46-4C65-B439-B338B92B7D89}" dt="2023-09-19T17:23:19.182" v="5732" actId="207"/>
          <ac:spMkLst>
            <pc:docMk/>
            <pc:sldMk cId="4256922142" sldId="326"/>
            <ac:spMk id="52" creationId="{A2BA37F3-043C-C2DA-CBFC-5B47BBF37FB8}"/>
          </ac:spMkLst>
        </pc:spChg>
        <pc:spChg chg="mod">
          <ac:chgData name="Palak gupta" userId="f9a89c6c66891a25" providerId="LiveId" clId="{F223D064-5E46-4C65-B439-B338B92B7D89}" dt="2023-09-19T17:25:53.856" v="5743" actId="14100"/>
          <ac:spMkLst>
            <pc:docMk/>
            <pc:sldMk cId="4256922142" sldId="326"/>
            <ac:spMk id="53" creationId="{BB5E465A-0EB5-55BA-1D3A-0F0CABFB581B}"/>
          </ac:spMkLst>
        </pc:spChg>
        <pc:spChg chg="del">
          <ac:chgData name="Palak gupta" userId="f9a89c6c66891a25" providerId="LiveId" clId="{F223D064-5E46-4C65-B439-B338B92B7D89}" dt="2023-09-19T06:46:40.241" v="2108" actId="478"/>
          <ac:spMkLst>
            <pc:docMk/>
            <pc:sldMk cId="4256922142" sldId="326"/>
            <ac:spMk id="60" creationId="{F5535405-E4D4-2BD0-58B7-152D21BBF4EE}"/>
          </ac:spMkLst>
        </pc:spChg>
        <pc:spChg chg="mod">
          <ac:chgData name="Palak gupta" userId="f9a89c6c66891a25" providerId="LiveId" clId="{F223D064-5E46-4C65-B439-B338B92B7D89}" dt="2023-09-19T06:51:46.079" v="2157" actId="1076"/>
          <ac:spMkLst>
            <pc:docMk/>
            <pc:sldMk cId="4256922142" sldId="326"/>
            <ac:spMk id="65" creationId="{AACA9B19-EDF6-FD0F-8F9A-8F053C807E8A}"/>
          </ac:spMkLst>
        </pc:spChg>
        <pc:spChg chg="mod">
          <ac:chgData name="Palak gupta" userId="f9a89c6c66891a25" providerId="LiveId" clId="{F223D064-5E46-4C65-B439-B338B92B7D89}" dt="2023-09-19T06:45:55.187" v="2101" actId="14100"/>
          <ac:spMkLst>
            <pc:docMk/>
            <pc:sldMk cId="4256922142" sldId="326"/>
            <ac:spMk id="95" creationId="{B030E9F2-BB74-4B05-E437-3221F68A38ED}"/>
          </ac:spMkLst>
        </pc:spChg>
        <pc:spChg chg="del">
          <ac:chgData name="Palak gupta" userId="f9a89c6c66891a25" providerId="LiveId" clId="{F223D064-5E46-4C65-B439-B338B92B7D89}" dt="2023-09-19T06:46:40.241" v="2108" actId="478"/>
          <ac:spMkLst>
            <pc:docMk/>
            <pc:sldMk cId="4256922142" sldId="326"/>
            <ac:spMk id="96" creationId="{FDDA4F64-75D4-E5B4-6293-E8888B85A9A9}"/>
          </ac:spMkLst>
        </pc:spChg>
        <pc:grpChg chg="mod">
          <ac:chgData name="Palak gupta" userId="f9a89c6c66891a25" providerId="LiveId" clId="{F223D064-5E46-4C65-B439-B338B92B7D89}" dt="2023-09-19T06:50:52.397" v="2150" actId="14100"/>
          <ac:grpSpMkLst>
            <pc:docMk/>
            <pc:sldMk cId="4256922142" sldId="326"/>
            <ac:grpSpMk id="54" creationId="{750CF6D1-2BDB-C5E6-66CE-7ADF691A5782}"/>
          </ac:grpSpMkLst>
        </pc:grpChg>
        <pc:grpChg chg="mod">
          <ac:chgData name="Palak gupta" userId="f9a89c6c66891a25" providerId="LiveId" clId="{F223D064-5E46-4C65-B439-B338B92B7D89}" dt="2023-09-19T17:26:01.345" v="5746" actId="14100"/>
          <ac:grpSpMkLst>
            <pc:docMk/>
            <pc:sldMk cId="4256922142" sldId="326"/>
            <ac:grpSpMk id="56" creationId="{0E9E0331-209D-0317-FE49-EAB3F544D2E0}"/>
          </ac:grpSpMkLst>
        </pc:grpChg>
        <pc:grpChg chg="del">
          <ac:chgData name="Palak gupta" userId="f9a89c6c66891a25" providerId="LiveId" clId="{F223D064-5E46-4C65-B439-B338B92B7D89}" dt="2023-09-19T06:46:40.241" v="2108" actId="478"/>
          <ac:grpSpMkLst>
            <pc:docMk/>
            <pc:sldMk cId="4256922142" sldId="326"/>
            <ac:grpSpMk id="87" creationId="{367B3633-E2E4-A84C-9E02-F8FFF9ACC428}"/>
          </ac:grpSpMkLst>
        </pc:grpChg>
        <pc:grpChg chg="mod">
          <ac:chgData name="Palak gupta" userId="f9a89c6c66891a25" providerId="LiveId" clId="{F223D064-5E46-4C65-B439-B338B92B7D89}" dt="2023-09-19T06:46:35.507" v="2107" actId="1076"/>
          <ac:grpSpMkLst>
            <pc:docMk/>
            <pc:sldMk cId="4256922142" sldId="326"/>
            <ac:grpSpMk id="88" creationId="{29295D27-57A9-C918-6428-41DD9D7FF1A2}"/>
          </ac:grpSpMkLst>
        </pc:grpChg>
        <pc:grpChg chg="del mod">
          <ac:chgData name="Palak gupta" userId="f9a89c6c66891a25" providerId="LiveId" clId="{F223D064-5E46-4C65-B439-B338B92B7D89}" dt="2023-09-19T06:46:40.241" v="2108" actId="478"/>
          <ac:grpSpMkLst>
            <pc:docMk/>
            <pc:sldMk cId="4256922142" sldId="326"/>
            <ac:grpSpMk id="92" creationId="{585C60BB-F791-A201-E6FE-D80236C70494}"/>
          </ac:grpSpMkLst>
        </pc:grpChg>
        <pc:graphicFrameChg chg="mod">
          <ac:chgData name="Palak gupta" userId="f9a89c6c66891a25" providerId="LiveId" clId="{F223D064-5E46-4C65-B439-B338B92B7D89}" dt="2023-09-19T06:45:58.544" v="2103"/>
          <ac:graphicFrameMkLst>
            <pc:docMk/>
            <pc:sldMk cId="4256922142" sldId="326"/>
            <ac:graphicFrameMk id="93" creationId="{45C7955F-3664-D3B8-0AAB-5DB6C358F3CC}"/>
          </ac:graphicFrameMkLst>
        </pc:graphicFrameChg>
      </pc:sldChg>
      <pc:sldChg chg="addSp delSp modSp add mod">
        <pc:chgData name="Palak gupta" userId="f9a89c6c66891a25" providerId="LiveId" clId="{F223D064-5E46-4C65-B439-B338B92B7D89}" dt="2023-09-19T09:31:56.042" v="2444" actId="1076"/>
        <pc:sldMkLst>
          <pc:docMk/>
          <pc:sldMk cId="3870271639" sldId="327"/>
        </pc:sldMkLst>
        <pc:spChg chg="mod">
          <ac:chgData name="Palak gupta" userId="f9a89c6c66891a25" providerId="LiveId" clId="{F223D064-5E46-4C65-B439-B338B92B7D89}" dt="2023-09-19T06:53:08.359" v="2176" actId="14100"/>
          <ac:spMkLst>
            <pc:docMk/>
            <pc:sldMk cId="3870271639" sldId="327"/>
            <ac:spMk id="2" creationId="{206381AD-4C2B-4745-99B1-0BBCE6131A71}"/>
          </ac:spMkLst>
        </pc:spChg>
        <pc:spChg chg="mod">
          <ac:chgData name="Palak gupta" userId="f9a89c6c66891a25" providerId="LiveId" clId="{F223D064-5E46-4C65-B439-B338B92B7D89}" dt="2023-09-19T06:54:35.897" v="2199" actId="207"/>
          <ac:spMkLst>
            <pc:docMk/>
            <pc:sldMk cId="3870271639" sldId="327"/>
            <ac:spMk id="3" creationId="{25726969-86C3-4E0A-A7D5-AF1B338BD4B0}"/>
          </ac:spMkLst>
        </pc:spChg>
        <pc:spChg chg="mod">
          <ac:chgData name="Palak gupta" userId="f9a89c6c66891a25" providerId="LiveId" clId="{F223D064-5E46-4C65-B439-B338B92B7D89}" dt="2023-09-19T06:53:56.924" v="2195" actId="1076"/>
          <ac:spMkLst>
            <pc:docMk/>
            <pc:sldMk cId="3870271639" sldId="327"/>
            <ac:spMk id="5" creationId="{B4837162-09C2-C454-3120-6989CBCF16A5}"/>
          </ac:spMkLst>
        </pc:spChg>
        <pc:spChg chg="mod">
          <ac:chgData name="Palak gupta" userId="f9a89c6c66891a25" providerId="LiveId" clId="{F223D064-5E46-4C65-B439-B338B92B7D89}" dt="2023-09-19T07:06:40.841" v="2393" actId="1076"/>
          <ac:spMkLst>
            <pc:docMk/>
            <pc:sldMk cId="3870271639" sldId="327"/>
            <ac:spMk id="6" creationId="{129A4131-AE75-DE16-CDC3-D4460FFD683C}"/>
          </ac:spMkLst>
        </pc:spChg>
        <pc:spChg chg="mod">
          <ac:chgData name="Palak gupta" userId="f9a89c6c66891a25" providerId="LiveId" clId="{F223D064-5E46-4C65-B439-B338B92B7D89}" dt="2023-09-19T07:02:56.911" v="2321" actId="1076"/>
          <ac:spMkLst>
            <pc:docMk/>
            <pc:sldMk cId="3870271639" sldId="327"/>
            <ac:spMk id="7" creationId="{B72C5176-A5C9-C2D2-CE0B-4F52C2198B2F}"/>
          </ac:spMkLst>
        </pc:spChg>
        <pc:spChg chg="mod">
          <ac:chgData name="Palak gupta" userId="f9a89c6c66891a25" providerId="LiveId" clId="{F223D064-5E46-4C65-B439-B338B92B7D89}" dt="2023-09-19T07:02:34.394" v="2316" actId="1076"/>
          <ac:spMkLst>
            <pc:docMk/>
            <pc:sldMk cId="3870271639" sldId="327"/>
            <ac:spMk id="8" creationId="{66E2C411-BF99-CC40-95EC-20BE2D5EB83E}"/>
          </ac:spMkLst>
        </pc:spChg>
        <pc:spChg chg="mod">
          <ac:chgData name="Palak gupta" userId="f9a89c6c66891a25" providerId="LiveId" clId="{F223D064-5E46-4C65-B439-B338B92B7D89}" dt="2023-09-19T07:02:30.089" v="2315" actId="1076"/>
          <ac:spMkLst>
            <pc:docMk/>
            <pc:sldMk cId="3870271639" sldId="327"/>
            <ac:spMk id="9" creationId="{39DC568A-C264-C59D-CC47-A7E2DC3F85FC}"/>
          </ac:spMkLst>
        </pc:spChg>
        <pc:spChg chg="mod">
          <ac:chgData name="Palak gupta" userId="f9a89c6c66891a25" providerId="LiveId" clId="{F223D064-5E46-4C65-B439-B338B92B7D89}" dt="2023-09-19T09:31:53.661" v="2443" actId="208"/>
          <ac:spMkLst>
            <pc:docMk/>
            <pc:sldMk cId="3870271639" sldId="327"/>
            <ac:spMk id="10" creationId="{CFA31B1B-2417-46EB-EF7A-585C8A7A5F34}"/>
          </ac:spMkLst>
        </pc:spChg>
        <pc:spChg chg="mod">
          <ac:chgData name="Palak gupta" userId="f9a89c6c66891a25" providerId="LiveId" clId="{F223D064-5E46-4C65-B439-B338B92B7D89}" dt="2023-09-19T07:02:17.383" v="2312" actId="1076"/>
          <ac:spMkLst>
            <pc:docMk/>
            <pc:sldMk cId="3870271639" sldId="327"/>
            <ac:spMk id="11" creationId="{7848944D-7547-06FB-C587-651F6467E2B8}"/>
          </ac:spMkLst>
        </pc:spChg>
        <pc:spChg chg="mod">
          <ac:chgData name="Palak gupta" userId="f9a89c6c66891a25" providerId="LiveId" clId="{F223D064-5E46-4C65-B439-B338B92B7D89}" dt="2023-09-19T07:02:14.861" v="2311" actId="1076"/>
          <ac:spMkLst>
            <pc:docMk/>
            <pc:sldMk cId="3870271639" sldId="327"/>
            <ac:spMk id="12" creationId="{54384FD0-1DE4-8405-D2DD-07CEA11485B5}"/>
          </ac:spMkLst>
        </pc:spChg>
        <pc:spChg chg="mod">
          <ac:chgData name="Palak gupta" userId="f9a89c6c66891a25" providerId="LiveId" clId="{F223D064-5E46-4C65-B439-B338B92B7D89}" dt="2023-09-19T07:08:46.418" v="2421" actId="20577"/>
          <ac:spMkLst>
            <pc:docMk/>
            <pc:sldMk cId="3870271639" sldId="327"/>
            <ac:spMk id="14" creationId="{7BE9BDF8-D9B3-4973-84B6-82816678C3EA}"/>
          </ac:spMkLst>
        </pc:spChg>
        <pc:spChg chg="mod">
          <ac:chgData name="Palak gupta" userId="f9a89c6c66891a25" providerId="LiveId" clId="{F223D064-5E46-4C65-B439-B338B92B7D89}" dt="2023-09-19T07:07:23.620" v="2400" actId="1076"/>
          <ac:spMkLst>
            <pc:docMk/>
            <pc:sldMk cId="3870271639" sldId="327"/>
            <ac:spMk id="32" creationId="{A45A6E96-8EEF-4E31-8390-58723806670C}"/>
          </ac:spMkLst>
        </pc:spChg>
        <pc:spChg chg="mod">
          <ac:chgData name="Palak gupta" userId="f9a89c6c66891a25" providerId="LiveId" clId="{F223D064-5E46-4C65-B439-B338B92B7D89}" dt="2023-09-19T07:07:42.835" v="2404" actId="1076"/>
          <ac:spMkLst>
            <pc:docMk/>
            <pc:sldMk cId="3870271639" sldId="327"/>
            <ac:spMk id="33" creationId="{4838E9FB-7D5C-4DD2-8458-3955DE00BC24}"/>
          </ac:spMkLst>
        </pc:spChg>
        <pc:spChg chg="mod">
          <ac:chgData name="Palak gupta" userId="f9a89c6c66891a25" providerId="LiveId" clId="{F223D064-5E46-4C65-B439-B338B92B7D89}" dt="2023-09-19T07:07:39.493" v="2403" actId="1076"/>
          <ac:spMkLst>
            <pc:docMk/>
            <pc:sldMk cId="3870271639" sldId="327"/>
            <ac:spMk id="34" creationId="{8D3CF7E9-F87E-441E-AB8A-DC6C5034E67E}"/>
          </ac:spMkLst>
        </pc:spChg>
        <pc:spChg chg="mod">
          <ac:chgData name="Palak gupta" userId="f9a89c6c66891a25" providerId="LiveId" clId="{F223D064-5E46-4C65-B439-B338B92B7D89}" dt="2023-09-19T09:31:53.661" v="2443" actId="208"/>
          <ac:spMkLst>
            <pc:docMk/>
            <pc:sldMk cId="3870271639" sldId="327"/>
            <ac:spMk id="41" creationId="{FACBB90A-63EA-9779-7AB3-C9BDC32B7156}"/>
          </ac:spMkLst>
        </pc:spChg>
        <pc:spChg chg="add del mod">
          <ac:chgData name="Palak gupta" userId="f9a89c6c66891a25" providerId="LiveId" clId="{F223D064-5E46-4C65-B439-B338B92B7D89}" dt="2023-09-19T06:53:42.941" v="2191" actId="478"/>
          <ac:spMkLst>
            <pc:docMk/>
            <pc:sldMk cId="3870271639" sldId="327"/>
            <ac:spMk id="51" creationId="{6B70D10C-0AE4-8AF6-DB8B-9E1490E2DAFD}"/>
          </ac:spMkLst>
        </pc:spChg>
        <pc:spChg chg="del">
          <ac:chgData name="Palak gupta" userId="f9a89c6c66891a25" providerId="LiveId" clId="{F223D064-5E46-4C65-B439-B338B92B7D89}" dt="2023-09-19T06:53:11.488" v="2177" actId="478"/>
          <ac:spMkLst>
            <pc:docMk/>
            <pc:sldMk cId="3870271639" sldId="327"/>
            <ac:spMk id="52" creationId="{A2BA37F3-043C-C2DA-CBFC-5B47BBF37FB8}"/>
          </ac:spMkLst>
        </pc:spChg>
        <pc:spChg chg="mod">
          <ac:chgData name="Palak gupta" userId="f9a89c6c66891a25" providerId="LiveId" clId="{F223D064-5E46-4C65-B439-B338B92B7D89}" dt="2023-09-19T07:01:10.854" v="2304" actId="1038"/>
          <ac:spMkLst>
            <pc:docMk/>
            <pc:sldMk cId="3870271639" sldId="327"/>
            <ac:spMk id="53" creationId="{BB5E465A-0EB5-55BA-1D3A-0F0CABFB581B}"/>
          </ac:spMkLst>
        </pc:spChg>
        <pc:spChg chg="mod">
          <ac:chgData name="Palak gupta" userId="f9a89c6c66891a25" providerId="LiveId" clId="{F223D064-5E46-4C65-B439-B338B92B7D89}" dt="2023-09-19T09:31:53.661" v="2443" actId="208"/>
          <ac:spMkLst>
            <pc:docMk/>
            <pc:sldMk cId="3870271639" sldId="327"/>
            <ac:spMk id="58" creationId="{7DB34977-CCC6-D8AE-56A4-4D1F790780FB}"/>
          </ac:spMkLst>
        </pc:spChg>
        <pc:spChg chg="mod">
          <ac:chgData name="Palak gupta" userId="f9a89c6c66891a25" providerId="LiveId" clId="{F223D064-5E46-4C65-B439-B338B92B7D89}" dt="2023-09-19T07:02:45.720" v="2318"/>
          <ac:spMkLst>
            <pc:docMk/>
            <pc:sldMk cId="3870271639" sldId="327"/>
            <ac:spMk id="61" creationId="{55A2200F-63B9-427A-A024-0227467D9795}"/>
          </ac:spMkLst>
        </pc:spChg>
        <pc:spChg chg="mod">
          <ac:chgData name="Palak gupta" userId="f9a89c6c66891a25" providerId="LiveId" clId="{F223D064-5E46-4C65-B439-B338B92B7D89}" dt="2023-09-19T07:02:45.720" v="2318"/>
          <ac:spMkLst>
            <pc:docMk/>
            <pc:sldMk cId="3870271639" sldId="327"/>
            <ac:spMk id="62" creationId="{BCA7C17F-3ED3-2318-11D4-A350EF57C818}"/>
          </ac:spMkLst>
        </pc:spChg>
        <pc:spChg chg="mod">
          <ac:chgData name="Palak gupta" userId="f9a89c6c66891a25" providerId="LiveId" clId="{F223D064-5E46-4C65-B439-B338B92B7D89}" dt="2023-09-19T07:02:45.720" v="2318"/>
          <ac:spMkLst>
            <pc:docMk/>
            <pc:sldMk cId="3870271639" sldId="327"/>
            <ac:spMk id="63" creationId="{9F49C6C2-3029-B943-0816-AC60117470BC}"/>
          </ac:spMkLst>
        </pc:spChg>
        <pc:spChg chg="mod">
          <ac:chgData name="Palak gupta" userId="f9a89c6c66891a25" providerId="LiveId" clId="{F223D064-5E46-4C65-B439-B338B92B7D89}" dt="2023-09-19T07:02:45.720" v="2318"/>
          <ac:spMkLst>
            <pc:docMk/>
            <pc:sldMk cId="3870271639" sldId="327"/>
            <ac:spMk id="64" creationId="{557887EE-5C5D-5839-4CC6-193A797BB827}"/>
          </ac:spMkLst>
        </pc:spChg>
        <pc:spChg chg="mod">
          <ac:chgData name="Palak gupta" userId="f9a89c6c66891a25" providerId="LiveId" clId="{F223D064-5E46-4C65-B439-B338B92B7D89}" dt="2023-09-19T07:02:25.241" v="2314" actId="1076"/>
          <ac:spMkLst>
            <pc:docMk/>
            <pc:sldMk cId="3870271639" sldId="327"/>
            <ac:spMk id="65" creationId="{AACA9B19-EDF6-FD0F-8F9A-8F053C807E8A}"/>
          </ac:spMkLst>
        </pc:spChg>
        <pc:spChg chg="mod">
          <ac:chgData name="Palak gupta" userId="f9a89c6c66891a25" providerId="LiveId" clId="{F223D064-5E46-4C65-B439-B338B92B7D89}" dt="2023-09-19T07:02:45.720" v="2318"/>
          <ac:spMkLst>
            <pc:docMk/>
            <pc:sldMk cId="3870271639" sldId="327"/>
            <ac:spMk id="66" creationId="{C3754055-294C-2CC3-C948-341BB34C381C}"/>
          </ac:spMkLst>
        </pc:spChg>
        <pc:spChg chg="mod">
          <ac:chgData name="Palak gupta" userId="f9a89c6c66891a25" providerId="LiveId" clId="{F223D064-5E46-4C65-B439-B338B92B7D89}" dt="2023-09-19T07:02:45.720" v="2318"/>
          <ac:spMkLst>
            <pc:docMk/>
            <pc:sldMk cId="3870271639" sldId="327"/>
            <ac:spMk id="67" creationId="{B36FD7C4-4369-5A4F-E405-2FC4CA529BCF}"/>
          </ac:spMkLst>
        </pc:spChg>
        <pc:spChg chg="mod">
          <ac:chgData name="Palak gupta" userId="f9a89c6c66891a25" providerId="LiveId" clId="{F223D064-5E46-4C65-B439-B338B92B7D89}" dt="2023-09-19T07:02:45.720" v="2318"/>
          <ac:spMkLst>
            <pc:docMk/>
            <pc:sldMk cId="3870271639" sldId="327"/>
            <ac:spMk id="68" creationId="{A41EE1CD-F993-5F66-59AE-05A5FD6DB77F}"/>
          </ac:spMkLst>
        </pc:spChg>
        <pc:spChg chg="mod">
          <ac:chgData name="Palak gupta" userId="f9a89c6c66891a25" providerId="LiveId" clId="{F223D064-5E46-4C65-B439-B338B92B7D89}" dt="2023-09-19T07:02:45.720" v="2318"/>
          <ac:spMkLst>
            <pc:docMk/>
            <pc:sldMk cId="3870271639" sldId="327"/>
            <ac:spMk id="69" creationId="{9FDD1B9B-80CD-C5ED-4A34-64B7E1479312}"/>
          </ac:spMkLst>
        </pc:spChg>
        <pc:spChg chg="mod">
          <ac:chgData name="Palak gupta" userId="f9a89c6c66891a25" providerId="LiveId" clId="{F223D064-5E46-4C65-B439-B338B92B7D89}" dt="2023-09-19T07:02:45.720" v="2318"/>
          <ac:spMkLst>
            <pc:docMk/>
            <pc:sldMk cId="3870271639" sldId="327"/>
            <ac:spMk id="70" creationId="{6CF16EBD-F244-404D-8CCC-0623F809D083}"/>
          </ac:spMkLst>
        </pc:spChg>
        <pc:spChg chg="mod">
          <ac:chgData name="Palak gupta" userId="f9a89c6c66891a25" providerId="LiveId" clId="{F223D064-5E46-4C65-B439-B338B92B7D89}" dt="2023-09-19T07:02:45.720" v="2318"/>
          <ac:spMkLst>
            <pc:docMk/>
            <pc:sldMk cId="3870271639" sldId="327"/>
            <ac:spMk id="71" creationId="{8360E3D2-8076-3599-C43E-64AC17D2BD89}"/>
          </ac:spMkLst>
        </pc:spChg>
        <pc:spChg chg="mod">
          <ac:chgData name="Palak gupta" userId="f9a89c6c66891a25" providerId="LiveId" clId="{F223D064-5E46-4C65-B439-B338B92B7D89}" dt="2023-09-19T07:02:45.720" v="2318"/>
          <ac:spMkLst>
            <pc:docMk/>
            <pc:sldMk cId="3870271639" sldId="327"/>
            <ac:spMk id="72" creationId="{13D6BEC2-579A-AD2A-0F5A-B6458FA7E7C7}"/>
          </ac:spMkLst>
        </pc:spChg>
        <pc:spChg chg="mod">
          <ac:chgData name="Palak gupta" userId="f9a89c6c66891a25" providerId="LiveId" clId="{F223D064-5E46-4C65-B439-B338B92B7D89}" dt="2023-09-19T07:02:45.720" v="2318"/>
          <ac:spMkLst>
            <pc:docMk/>
            <pc:sldMk cId="3870271639" sldId="327"/>
            <ac:spMk id="73" creationId="{606DCBF9-44A5-2D6F-5B6E-03C8E9E9DB82}"/>
          </ac:spMkLst>
        </pc:spChg>
        <pc:spChg chg="mod">
          <ac:chgData name="Palak gupta" userId="f9a89c6c66891a25" providerId="LiveId" clId="{F223D064-5E46-4C65-B439-B338B92B7D89}" dt="2023-09-19T07:02:45.720" v="2318"/>
          <ac:spMkLst>
            <pc:docMk/>
            <pc:sldMk cId="3870271639" sldId="327"/>
            <ac:spMk id="74" creationId="{2B1A3F24-BC9A-2F93-CAE7-E50941B48CB7}"/>
          </ac:spMkLst>
        </pc:spChg>
        <pc:spChg chg="mod">
          <ac:chgData name="Palak gupta" userId="f9a89c6c66891a25" providerId="LiveId" clId="{F223D064-5E46-4C65-B439-B338B92B7D89}" dt="2023-09-19T07:02:45.720" v="2318"/>
          <ac:spMkLst>
            <pc:docMk/>
            <pc:sldMk cId="3870271639" sldId="327"/>
            <ac:spMk id="75" creationId="{90819A90-AE6B-3DB0-37B7-0D291C0C7CB9}"/>
          </ac:spMkLst>
        </pc:spChg>
        <pc:spChg chg="mod">
          <ac:chgData name="Palak gupta" userId="f9a89c6c66891a25" providerId="LiveId" clId="{F223D064-5E46-4C65-B439-B338B92B7D89}" dt="2023-09-19T07:02:45.720" v="2318"/>
          <ac:spMkLst>
            <pc:docMk/>
            <pc:sldMk cId="3870271639" sldId="327"/>
            <ac:spMk id="76" creationId="{8CC02F66-D9C0-2994-1DC4-2AD44F1F5164}"/>
          </ac:spMkLst>
        </pc:spChg>
        <pc:spChg chg="mod">
          <ac:chgData name="Palak gupta" userId="f9a89c6c66891a25" providerId="LiveId" clId="{F223D064-5E46-4C65-B439-B338B92B7D89}" dt="2023-09-19T07:02:45.720" v="2318"/>
          <ac:spMkLst>
            <pc:docMk/>
            <pc:sldMk cId="3870271639" sldId="327"/>
            <ac:spMk id="77" creationId="{D0F7EE87-BE2F-519C-4063-7C41AF20A431}"/>
          </ac:spMkLst>
        </pc:spChg>
        <pc:spChg chg="mod">
          <ac:chgData name="Palak gupta" userId="f9a89c6c66891a25" providerId="LiveId" clId="{F223D064-5E46-4C65-B439-B338B92B7D89}" dt="2023-09-19T07:02:45.720" v="2318"/>
          <ac:spMkLst>
            <pc:docMk/>
            <pc:sldMk cId="3870271639" sldId="327"/>
            <ac:spMk id="78" creationId="{C9C5D6ED-709B-0748-B713-0770C6833960}"/>
          </ac:spMkLst>
        </pc:spChg>
        <pc:spChg chg="mod">
          <ac:chgData name="Palak gupta" userId="f9a89c6c66891a25" providerId="LiveId" clId="{F223D064-5E46-4C65-B439-B338B92B7D89}" dt="2023-09-19T07:02:45.720" v="2318"/>
          <ac:spMkLst>
            <pc:docMk/>
            <pc:sldMk cId="3870271639" sldId="327"/>
            <ac:spMk id="79" creationId="{A8F5ACAC-199F-F4D6-C866-1680B4B41EBB}"/>
          </ac:spMkLst>
        </pc:spChg>
        <pc:spChg chg="mod">
          <ac:chgData name="Palak gupta" userId="f9a89c6c66891a25" providerId="LiveId" clId="{F223D064-5E46-4C65-B439-B338B92B7D89}" dt="2023-09-19T07:02:45.720" v="2318"/>
          <ac:spMkLst>
            <pc:docMk/>
            <pc:sldMk cId="3870271639" sldId="327"/>
            <ac:spMk id="80" creationId="{EA1A30D4-0508-FC42-3288-85A910EE9456}"/>
          </ac:spMkLst>
        </pc:spChg>
        <pc:spChg chg="mod">
          <ac:chgData name="Palak gupta" userId="f9a89c6c66891a25" providerId="LiveId" clId="{F223D064-5E46-4C65-B439-B338B92B7D89}" dt="2023-09-19T07:02:45.720" v="2318"/>
          <ac:spMkLst>
            <pc:docMk/>
            <pc:sldMk cId="3870271639" sldId="327"/>
            <ac:spMk id="81" creationId="{812660AC-CC5D-D588-A645-F4EA35EBE4D0}"/>
          </ac:spMkLst>
        </pc:spChg>
        <pc:spChg chg="mod">
          <ac:chgData name="Palak gupta" userId="f9a89c6c66891a25" providerId="LiveId" clId="{F223D064-5E46-4C65-B439-B338B92B7D89}" dt="2023-09-19T07:02:45.720" v="2318"/>
          <ac:spMkLst>
            <pc:docMk/>
            <pc:sldMk cId="3870271639" sldId="327"/>
            <ac:spMk id="82" creationId="{6AD42FAE-3E7F-B992-67CE-94789B8022AF}"/>
          </ac:spMkLst>
        </pc:spChg>
        <pc:grpChg chg="add mod">
          <ac:chgData name="Palak gupta" userId="f9a89c6c66891a25" providerId="LiveId" clId="{F223D064-5E46-4C65-B439-B338B92B7D89}" dt="2023-09-19T09:31:56.042" v="2444" actId="1076"/>
          <ac:grpSpMkLst>
            <pc:docMk/>
            <pc:sldMk cId="3870271639" sldId="327"/>
            <ac:grpSpMk id="4" creationId="{AB344B92-F15E-FFB2-5E1F-DF186D875812}"/>
          </ac:grpSpMkLst>
        </pc:grpChg>
        <pc:grpChg chg="del">
          <ac:chgData name="Palak gupta" userId="f9a89c6c66891a25" providerId="LiveId" clId="{F223D064-5E46-4C65-B439-B338B92B7D89}" dt="2023-09-19T06:52:59.667" v="2175" actId="478"/>
          <ac:grpSpMkLst>
            <pc:docMk/>
            <pc:sldMk cId="3870271639" sldId="327"/>
            <ac:grpSpMk id="13" creationId="{B4DAFBB7-E36B-54A6-E171-3DB7D1D57DCB}"/>
          </ac:grpSpMkLst>
        </pc:grpChg>
        <pc:grpChg chg="mod">
          <ac:chgData name="Palak gupta" userId="f9a89c6c66891a25" providerId="LiveId" clId="{F223D064-5E46-4C65-B439-B338B92B7D89}" dt="2023-09-19T07:07:19.423" v="2399" actId="1076"/>
          <ac:grpSpMkLst>
            <pc:docMk/>
            <pc:sldMk cId="3870271639" sldId="327"/>
            <ac:grpSpMk id="31" creationId="{FA9B3C3D-88A3-4039-956E-17640A577AFE}"/>
          </ac:grpSpMkLst>
        </pc:grpChg>
        <pc:grpChg chg="del">
          <ac:chgData name="Palak gupta" userId="f9a89c6c66891a25" providerId="LiveId" clId="{F223D064-5E46-4C65-B439-B338B92B7D89}" dt="2023-09-19T06:53:16.392" v="2178" actId="478"/>
          <ac:grpSpMkLst>
            <pc:docMk/>
            <pc:sldMk cId="3870271639" sldId="327"/>
            <ac:grpSpMk id="54" creationId="{750CF6D1-2BDB-C5E6-66CE-7ADF691A5782}"/>
          </ac:grpSpMkLst>
        </pc:grpChg>
        <pc:grpChg chg="add del">
          <ac:chgData name="Palak gupta" userId="f9a89c6c66891a25" providerId="LiveId" clId="{F223D064-5E46-4C65-B439-B338B92B7D89}" dt="2023-09-19T06:53:43.453" v="2192" actId="478"/>
          <ac:grpSpMkLst>
            <pc:docMk/>
            <pc:sldMk cId="3870271639" sldId="327"/>
            <ac:grpSpMk id="55" creationId="{B3A7A9FC-5B94-5EBE-94E2-17064C638208}"/>
          </ac:grpSpMkLst>
        </pc:grpChg>
        <pc:grpChg chg="mod">
          <ac:chgData name="Palak gupta" userId="f9a89c6c66891a25" providerId="LiveId" clId="{F223D064-5E46-4C65-B439-B338B92B7D89}" dt="2023-09-19T07:08:53.030" v="2422" actId="1076"/>
          <ac:grpSpMkLst>
            <pc:docMk/>
            <pc:sldMk cId="3870271639" sldId="327"/>
            <ac:grpSpMk id="56" creationId="{0E9E0331-209D-0317-FE49-EAB3F544D2E0}"/>
          </ac:grpSpMkLst>
        </pc:grpChg>
        <pc:grpChg chg="add mod">
          <ac:chgData name="Palak gupta" userId="f9a89c6c66891a25" providerId="LiveId" clId="{F223D064-5E46-4C65-B439-B338B92B7D89}" dt="2023-09-19T07:02:51.019" v="2319" actId="1076"/>
          <ac:grpSpMkLst>
            <pc:docMk/>
            <pc:sldMk cId="3870271639" sldId="327"/>
            <ac:grpSpMk id="60" creationId="{DFB65024-4105-C849-886B-A38071F9DD29}"/>
          </ac:grpSpMkLst>
        </pc:grpChg>
        <pc:grpChg chg="del">
          <ac:chgData name="Palak gupta" userId="f9a89c6c66891a25" providerId="LiveId" clId="{F223D064-5E46-4C65-B439-B338B92B7D89}" dt="2023-09-19T06:55:30.397" v="2207" actId="478"/>
          <ac:grpSpMkLst>
            <pc:docMk/>
            <pc:sldMk cId="3870271639" sldId="327"/>
            <ac:grpSpMk id="88" creationId="{29295D27-57A9-C918-6428-41DD9D7FF1A2}"/>
          </ac:grpSpMkLst>
        </pc:grpChg>
        <pc:graphicFrameChg chg="del mod">
          <ac:chgData name="Palak gupta" userId="f9a89c6c66891a25" providerId="LiveId" clId="{F223D064-5E46-4C65-B439-B338B92B7D89}" dt="2023-09-19T07:01:45.555" v="2308" actId="478"/>
          <ac:graphicFrameMkLst>
            <pc:docMk/>
            <pc:sldMk cId="3870271639" sldId="327"/>
            <ac:graphicFrameMk id="59" creationId="{47161D81-2EE1-2994-60E0-2FDF617B4E74}"/>
          </ac:graphicFrameMkLst>
        </pc:graphicFrameChg>
      </pc:sldChg>
      <pc:sldChg chg="add del">
        <pc:chgData name="Palak gupta" userId="f9a89c6c66891a25" providerId="LiveId" clId="{F223D064-5E46-4C65-B439-B338B92B7D89}" dt="2023-09-19T09:36:06.295" v="2453" actId="2890"/>
        <pc:sldMkLst>
          <pc:docMk/>
          <pc:sldMk cId="1291597393" sldId="328"/>
        </pc:sldMkLst>
      </pc:sldChg>
      <pc:sldChg chg="addSp delSp modSp add mod">
        <pc:chgData name="Palak gupta" userId="f9a89c6c66891a25" providerId="LiveId" clId="{F223D064-5E46-4C65-B439-B338B92B7D89}" dt="2023-09-19T13:40:28.628" v="5712" actId="1076"/>
        <pc:sldMkLst>
          <pc:docMk/>
          <pc:sldMk cId="1515585685" sldId="328"/>
        </pc:sldMkLst>
        <pc:spChg chg="add mod">
          <ac:chgData name="Palak gupta" userId="f9a89c6c66891a25" providerId="LiveId" clId="{F223D064-5E46-4C65-B439-B338B92B7D89}" dt="2023-09-19T10:40:08.654" v="2650" actId="14100"/>
          <ac:spMkLst>
            <pc:docMk/>
            <pc:sldMk cId="1515585685" sldId="328"/>
            <ac:spMk id="2" creationId="{C9B596C5-1E6A-846D-82CC-E386F82D7EC9}"/>
          </ac:spMkLst>
        </pc:spChg>
        <pc:spChg chg="mod">
          <ac:chgData name="Palak gupta" userId="f9a89c6c66891a25" providerId="LiveId" clId="{F223D064-5E46-4C65-B439-B338B92B7D89}" dt="2023-09-19T09:40:29.993" v="2513" actId="1076"/>
          <ac:spMkLst>
            <pc:docMk/>
            <pc:sldMk cId="1515585685" sldId="328"/>
            <ac:spMk id="7" creationId="{B72C5176-A5C9-C2D2-CE0B-4F52C2198B2F}"/>
          </ac:spMkLst>
        </pc:spChg>
        <pc:spChg chg="mod">
          <ac:chgData name="Palak gupta" userId="f9a89c6c66891a25" providerId="LiveId" clId="{F223D064-5E46-4C65-B439-B338B92B7D89}" dt="2023-09-19T09:41:58.764" v="2531" actId="1076"/>
          <ac:spMkLst>
            <pc:docMk/>
            <pc:sldMk cId="1515585685" sldId="328"/>
            <ac:spMk id="9" creationId="{39DC568A-C264-C59D-CC47-A7E2DC3F85FC}"/>
          </ac:spMkLst>
        </pc:spChg>
        <pc:spChg chg="mod topLvl">
          <ac:chgData name="Palak gupta" userId="f9a89c6c66891a25" providerId="LiveId" clId="{F223D064-5E46-4C65-B439-B338B92B7D89}" dt="2023-09-19T09:41:32.269" v="2527" actId="1076"/>
          <ac:spMkLst>
            <pc:docMk/>
            <pc:sldMk cId="1515585685" sldId="328"/>
            <ac:spMk id="21" creationId="{8CA1BDD3-CE3E-4AD3-9E3C-2B41C3038F97}"/>
          </ac:spMkLst>
        </pc:spChg>
        <pc:spChg chg="del">
          <ac:chgData name="Palak gupta" userId="f9a89c6c66891a25" providerId="LiveId" clId="{F223D064-5E46-4C65-B439-B338B92B7D89}" dt="2023-09-19T09:40:56.110" v="2519" actId="478"/>
          <ac:spMkLst>
            <pc:docMk/>
            <pc:sldMk cId="1515585685" sldId="328"/>
            <ac:spMk id="37" creationId="{6C5901FA-3D44-4D00-B8D5-926BAB1D7ED9}"/>
          </ac:spMkLst>
        </pc:spChg>
        <pc:spChg chg="del mod topLvl">
          <ac:chgData name="Palak gupta" userId="f9a89c6c66891a25" providerId="LiveId" clId="{F223D064-5E46-4C65-B439-B338B92B7D89}" dt="2023-09-19T09:41:04.683" v="2522" actId="478"/>
          <ac:spMkLst>
            <pc:docMk/>
            <pc:sldMk cId="1515585685" sldId="328"/>
            <ac:spMk id="41" creationId="{4F0A8BC6-FE75-F551-879D-7E69FD76CB6F}"/>
          </ac:spMkLst>
        </pc:spChg>
        <pc:spChg chg="mod">
          <ac:chgData name="Palak gupta" userId="f9a89c6c66891a25" providerId="LiveId" clId="{F223D064-5E46-4C65-B439-B338B92B7D89}" dt="2023-09-19T10:38:40.847" v="2642" actId="1076"/>
          <ac:spMkLst>
            <pc:docMk/>
            <pc:sldMk cId="1515585685" sldId="328"/>
            <ac:spMk id="48" creationId="{0C5206A8-C399-A21D-7CE9-A295F8925845}"/>
          </ac:spMkLst>
        </pc:spChg>
        <pc:spChg chg="mod">
          <ac:chgData name="Palak gupta" userId="f9a89c6c66891a25" providerId="LiveId" clId="{F223D064-5E46-4C65-B439-B338B92B7D89}" dt="2023-09-19T10:38:27.727" v="2639" actId="20577"/>
          <ac:spMkLst>
            <pc:docMk/>
            <pc:sldMk cId="1515585685" sldId="328"/>
            <ac:spMk id="50" creationId="{683DC71E-D6BF-7D16-9692-13A97BAA81AE}"/>
          </ac:spMkLst>
        </pc:spChg>
        <pc:spChg chg="mod">
          <ac:chgData name="Palak gupta" userId="f9a89c6c66891a25" providerId="LiveId" clId="{F223D064-5E46-4C65-B439-B338B92B7D89}" dt="2023-09-19T09:40:02.678" v="2505" actId="1076"/>
          <ac:spMkLst>
            <pc:docMk/>
            <pc:sldMk cId="1515585685" sldId="328"/>
            <ac:spMk id="51" creationId="{6B70D10C-0AE4-8AF6-DB8B-9E1490E2DAFD}"/>
          </ac:spMkLst>
        </pc:spChg>
        <pc:spChg chg="mod">
          <ac:chgData name="Palak gupta" userId="f9a89c6c66891a25" providerId="LiveId" clId="{F223D064-5E46-4C65-B439-B338B92B7D89}" dt="2023-09-19T09:40:39.027" v="2517" actId="14100"/>
          <ac:spMkLst>
            <pc:docMk/>
            <pc:sldMk cId="1515585685" sldId="328"/>
            <ac:spMk id="52" creationId="{A2BA37F3-043C-C2DA-CBFC-5B47BBF37FB8}"/>
          </ac:spMkLst>
        </pc:spChg>
        <pc:spChg chg="add del mod">
          <ac:chgData name="Palak gupta" userId="f9a89c6c66891a25" providerId="LiveId" clId="{F223D064-5E46-4C65-B439-B338B92B7D89}" dt="2023-09-19T09:39:52.130" v="2501" actId="1076"/>
          <ac:spMkLst>
            <pc:docMk/>
            <pc:sldMk cId="1515585685" sldId="328"/>
            <ac:spMk id="53" creationId="{BB5E465A-0EB5-55BA-1D3A-0F0CABFB581B}"/>
          </ac:spMkLst>
        </pc:spChg>
        <pc:spChg chg="mod">
          <ac:chgData name="Palak gupta" userId="f9a89c6c66891a25" providerId="LiveId" clId="{F223D064-5E46-4C65-B439-B338B92B7D89}" dt="2023-09-19T10:38:33.633" v="2640" actId="1076"/>
          <ac:spMkLst>
            <pc:docMk/>
            <pc:sldMk cId="1515585685" sldId="328"/>
            <ac:spMk id="57" creationId="{92907E5E-4228-199C-0244-C5A1A1BF6595}"/>
          </ac:spMkLst>
        </pc:spChg>
        <pc:spChg chg="mod">
          <ac:chgData name="Palak gupta" userId="f9a89c6c66891a25" providerId="LiveId" clId="{F223D064-5E46-4C65-B439-B338B92B7D89}" dt="2023-09-19T12:32:14.699" v="3849" actId="20577"/>
          <ac:spMkLst>
            <pc:docMk/>
            <pc:sldMk cId="1515585685" sldId="328"/>
            <ac:spMk id="69" creationId="{E94930DF-3692-1FE6-F0A2-E5D5DCD55AD2}"/>
          </ac:spMkLst>
        </pc:spChg>
        <pc:grpChg chg="del mod">
          <ac:chgData name="Palak gupta" userId="f9a89c6c66891a25" providerId="LiveId" clId="{F223D064-5E46-4C65-B439-B338B92B7D89}" dt="2023-09-19T09:41:04.683" v="2522" actId="478"/>
          <ac:grpSpMkLst>
            <pc:docMk/>
            <pc:sldMk cId="1515585685" sldId="328"/>
            <ac:grpSpMk id="54" creationId="{750CF6D1-2BDB-C5E6-66CE-7ADF691A5782}"/>
          </ac:grpSpMkLst>
        </pc:grpChg>
        <pc:grpChg chg="mod">
          <ac:chgData name="Palak gupta" userId="f9a89c6c66891a25" providerId="LiveId" clId="{F223D064-5E46-4C65-B439-B338B92B7D89}" dt="2023-09-19T09:40:07.358" v="2507" actId="1076"/>
          <ac:grpSpMkLst>
            <pc:docMk/>
            <pc:sldMk cId="1515585685" sldId="328"/>
            <ac:grpSpMk id="55" creationId="{B3A7A9FC-5B94-5EBE-94E2-17064C638208}"/>
          </ac:grpSpMkLst>
        </pc:grpChg>
        <pc:grpChg chg="add del mod">
          <ac:chgData name="Palak gupta" userId="f9a89c6c66891a25" providerId="LiveId" clId="{F223D064-5E46-4C65-B439-B338B92B7D89}" dt="2023-09-19T09:39:56.288" v="2502" actId="1076"/>
          <ac:grpSpMkLst>
            <pc:docMk/>
            <pc:sldMk cId="1515585685" sldId="328"/>
            <ac:grpSpMk id="56" creationId="{0E9E0331-209D-0317-FE49-EAB3F544D2E0}"/>
          </ac:grpSpMkLst>
        </pc:grpChg>
        <pc:grpChg chg="mod">
          <ac:chgData name="Palak gupta" userId="f9a89c6c66891a25" providerId="LiveId" clId="{F223D064-5E46-4C65-B439-B338B92B7D89}" dt="2023-09-19T13:40:28.628" v="5712" actId="1076"/>
          <ac:grpSpMkLst>
            <pc:docMk/>
            <pc:sldMk cId="1515585685" sldId="328"/>
            <ac:grpSpMk id="61" creationId="{11E9FE77-32AC-75AB-B74C-061673288995}"/>
          </ac:grpSpMkLst>
        </pc:grpChg>
        <pc:grpChg chg="mod">
          <ac:chgData name="Palak gupta" userId="f9a89c6c66891a25" providerId="LiveId" clId="{F223D064-5E46-4C65-B439-B338B92B7D89}" dt="2023-09-19T09:41:41.923" v="2529" actId="1076"/>
          <ac:grpSpMkLst>
            <pc:docMk/>
            <pc:sldMk cId="1515585685" sldId="328"/>
            <ac:grpSpMk id="65" creationId="{D739B5DA-9764-2DE2-FD43-284D1CB91E9E}"/>
          </ac:grpSpMkLst>
        </pc:grpChg>
      </pc:sldChg>
      <pc:sldChg chg="addSp delSp modSp add mod">
        <pc:chgData name="Palak gupta" userId="f9a89c6c66891a25" providerId="LiveId" clId="{F223D064-5E46-4C65-B439-B338B92B7D89}" dt="2023-09-19T11:50:39.122" v="3188" actId="692"/>
        <pc:sldMkLst>
          <pc:docMk/>
          <pc:sldMk cId="354622618" sldId="329"/>
        </pc:sldMkLst>
        <pc:spChg chg="mod">
          <ac:chgData name="Palak gupta" userId="f9a89c6c66891a25" providerId="LiveId" clId="{F223D064-5E46-4C65-B439-B338B92B7D89}" dt="2023-09-19T10:45:05.316" v="2673" actId="1076"/>
          <ac:spMkLst>
            <pc:docMk/>
            <pc:sldMk cId="354622618" sldId="329"/>
            <ac:spMk id="2" creationId="{C9B596C5-1E6A-846D-82CC-E386F82D7EC9}"/>
          </ac:spMkLst>
        </pc:spChg>
        <pc:spChg chg="add mod">
          <ac:chgData name="Palak gupta" userId="f9a89c6c66891a25" providerId="LiveId" clId="{F223D064-5E46-4C65-B439-B338B92B7D89}" dt="2023-09-19T11:05:36.846" v="3001"/>
          <ac:spMkLst>
            <pc:docMk/>
            <pc:sldMk cId="354622618" sldId="329"/>
            <ac:spMk id="5" creationId="{250ACCC5-6F51-5556-F4D4-5DB5A094445D}"/>
          </ac:spMkLst>
        </pc:spChg>
        <pc:spChg chg="mod">
          <ac:chgData name="Palak gupta" userId="f9a89c6c66891a25" providerId="LiveId" clId="{F223D064-5E46-4C65-B439-B338B92B7D89}" dt="2023-09-19T11:02:41.314" v="2898" actId="1076"/>
          <ac:spMkLst>
            <pc:docMk/>
            <pc:sldMk cId="354622618" sldId="329"/>
            <ac:spMk id="9" creationId="{39DC568A-C264-C59D-CC47-A7E2DC3F85FC}"/>
          </ac:spMkLst>
        </pc:spChg>
        <pc:spChg chg="del mod">
          <ac:chgData name="Palak gupta" userId="f9a89c6c66891a25" providerId="LiveId" clId="{F223D064-5E46-4C65-B439-B338B92B7D89}" dt="2023-09-19T10:46:38.287" v="2684" actId="478"/>
          <ac:spMkLst>
            <pc:docMk/>
            <pc:sldMk cId="354622618" sldId="329"/>
            <ac:spMk id="21" creationId="{8CA1BDD3-CE3E-4AD3-9E3C-2B41C3038F97}"/>
          </ac:spMkLst>
        </pc:spChg>
        <pc:spChg chg="add mod">
          <ac:chgData name="Palak gupta" userId="f9a89c6c66891a25" providerId="LiveId" clId="{F223D064-5E46-4C65-B439-B338B92B7D89}" dt="2023-09-19T11:50:39.122" v="3188" actId="692"/>
          <ac:spMkLst>
            <pc:docMk/>
            <pc:sldMk cId="354622618" sldId="329"/>
            <ac:spMk id="37" creationId="{5E126DF2-97FA-5C3B-9E59-F828AB989C7D}"/>
          </ac:spMkLst>
        </pc:spChg>
        <pc:spChg chg="mod">
          <ac:chgData name="Palak gupta" userId="f9a89c6c66891a25" providerId="LiveId" clId="{F223D064-5E46-4C65-B439-B338B92B7D89}" dt="2023-09-19T10:46:25.660" v="2681" actId="14100"/>
          <ac:spMkLst>
            <pc:docMk/>
            <pc:sldMk cId="354622618" sldId="329"/>
            <ac:spMk id="52" creationId="{A2BA37F3-043C-C2DA-CBFC-5B47BBF37FB8}"/>
          </ac:spMkLst>
        </pc:spChg>
        <pc:spChg chg="mod">
          <ac:chgData name="Palak gupta" userId="f9a89c6c66891a25" providerId="LiveId" clId="{F223D064-5E46-4C65-B439-B338B92B7D89}" dt="2023-09-19T11:00:25.622" v="2805" actId="14100"/>
          <ac:spMkLst>
            <pc:docMk/>
            <pc:sldMk cId="354622618" sldId="329"/>
            <ac:spMk id="64" creationId="{5459BE89-0AB9-E6A3-C323-12E459BF1090}"/>
          </ac:spMkLst>
        </pc:spChg>
        <pc:spChg chg="mod">
          <ac:chgData name="Palak gupta" userId="f9a89c6c66891a25" providerId="LiveId" clId="{F223D064-5E46-4C65-B439-B338B92B7D89}" dt="2023-09-19T10:53:03.768" v="2763" actId="207"/>
          <ac:spMkLst>
            <pc:docMk/>
            <pc:sldMk cId="354622618" sldId="329"/>
            <ac:spMk id="69" creationId="{E94930DF-3692-1FE6-F0A2-E5D5DCD55AD2}"/>
          </ac:spMkLst>
        </pc:spChg>
        <pc:grpChg chg="mod">
          <ac:chgData name="Palak gupta" userId="f9a89c6c66891a25" providerId="LiveId" clId="{F223D064-5E46-4C65-B439-B338B92B7D89}" dt="2023-09-19T10:46:06.719" v="2675" actId="1076"/>
          <ac:grpSpMkLst>
            <pc:docMk/>
            <pc:sldMk cId="354622618" sldId="329"/>
            <ac:grpSpMk id="61" creationId="{11E9FE77-32AC-75AB-B74C-061673288995}"/>
          </ac:grpSpMkLst>
        </pc:grpChg>
        <pc:picChg chg="add mod">
          <ac:chgData name="Palak gupta" userId="f9a89c6c66891a25" providerId="LiveId" clId="{F223D064-5E46-4C65-B439-B338B92B7D89}" dt="2023-09-19T11:08:02.915" v="3008" actId="14100"/>
          <ac:picMkLst>
            <pc:docMk/>
            <pc:sldMk cId="354622618" sldId="329"/>
            <ac:picMk id="6" creationId="{69DBB32A-0781-1829-55A8-C64FCD950C59}"/>
          </ac:picMkLst>
        </pc:picChg>
      </pc:sldChg>
      <pc:sldChg chg="addSp modSp add mod ord">
        <pc:chgData name="Palak gupta" userId="f9a89c6c66891a25" providerId="LiveId" clId="{F223D064-5E46-4C65-B439-B338B92B7D89}" dt="2023-09-19T17:20:04.708" v="5720" actId="1076"/>
        <pc:sldMkLst>
          <pc:docMk/>
          <pc:sldMk cId="2072589909" sldId="330"/>
        </pc:sldMkLst>
        <pc:spChg chg="mod">
          <ac:chgData name="Palak gupta" userId="f9a89c6c66891a25" providerId="LiveId" clId="{F223D064-5E46-4C65-B439-B338B92B7D89}" dt="2023-09-19T12:19:38.944" v="3701" actId="1076"/>
          <ac:spMkLst>
            <pc:docMk/>
            <pc:sldMk cId="2072589909" sldId="330"/>
            <ac:spMk id="5" creationId="{250ACCC5-6F51-5556-F4D4-5DB5A094445D}"/>
          </ac:spMkLst>
        </pc:spChg>
        <pc:spChg chg="mod">
          <ac:chgData name="Palak gupta" userId="f9a89c6c66891a25" providerId="LiveId" clId="{F223D064-5E46-4C65-B439-B338B92B7D89}" dt="2023-09-19T12:18:18.286" v="3643" actId="1076"/>
          <ac:spMkLst>
            <pc:docMk/>
            <pc:sldMk cId="2072589909" sldId="330"/>
            <ac:spMk id="48" creationId="{0C5206A8-C399-A21D-7CE9-A295F8925845}"/>
          </ac:spMkLst>
        </pc:spChg>
        <pc:spChg chg="mod">
          <ac:chgData name="Palak gupta" userId="f9a89c6c66891a25" providerId="LiveId" clId="{F223D064-5E46-4C65-B439-B338B92B7D89}" dt="2023-09-19T12:18:03.934" v="3641" actId="113"/>
          <ac:spMkLst>
            <pc:docMk/>
            <pc:sldMk cId="2072589909" sldId="330"/>
            <ac:spMk id="50" creationId="{683DC71E-D6BF-7D16-9692-13A97BAA81AE}"/>
          </ac:spMkLst>
        </pc:spChg>
        <pc:spChg chg="mod">
          <ac:chgData name="Palak gupta" userId="f9a89c6c66891a25" providerId="LiveId" clId="{F223D064-5E46-4C65-B439-B338B92B7D89}" dt="2023-09-19T12:18:13.426" v="3642" actId="1076"/>
          <ac:spMkLst>
            <pc:docMk/>
            <pc:sldMk cId="2072589909" sldId="330"/>
            <ac:spMk id="57" creationId="{92907E5E-4228-199C-0244-C5A1A1BF6595}"/>
          </ac:spMkLst>
        </pc:spChg>
        <pc:spChg chg="mod">
          <ac:chgData name="Palak gupta" userId="f9a89c6c66891a25" providerId="LiveId" clId="{F223D064-5E46-4C65-B439-B338B92B7D89}" dt="2023-09-19T11:06:26.867" v="3003"/>
          <ac:spMkLst>
            <pc:docMk/>
            <pc:sldMk cId="2072589909" sldId="330"/>
            <ac:spMk id="69" creationId="{E94930DF-3692-1FE6-F0A2-E5D5DCD55AD2}"/>
          </ac:spMkLst>
        </pc:spChg>
        <pc:grpChg chg="mod">
          <ac:chgData name="Palak gupta" userId="f9a89c6c66891a25" providerId="LiveId" clId="{F223D064-5E46-4C65-B439-B338B92B7D89}" dt="2023-09-19T12:17:46.592" v="3633" actId="1076"/>
          <ac:grpSpMkLst>
            <pc:docMk/>
            <pc:sldMk cId="2072589909" sldId="330"/>
            <ac:grpSpMk id="61" creationId="{11E9FE77-32AC-75AB-B74C-061673288995}"/>
          </ac:grpSpMkLst>
        </pc:grpChg>
        <pc:picChg chg="add mod">
          <ac:chgData name="Palak gupta" userId="f9a89c6c66891a25" providerId="LiveId" clId="{F223D064-5E46-4C65-B439-B338B92B7D89}" dt="2023-09-19T12:20:24.138" v="3706" actId="1076"/>
          <ac:picMkLst>
            <pc:docMk/>
            <pc:sldMk cId="2072589909" sldId="330"/>
            <ac:picMk id="6" creationId="{DA65B828-6C9E-DC33-46A6-C7ED346EF1F8}"/>
          </ac:picMkLst>
        </pc:picChg>
        <pc:picChg chg="add mod">
          <ac:chgData name="Palak gupta" userId="f9a89c6c66891a25" providerId="LiveId" clId="{F223D064-5E46-4C65-B439-B338B92B7D89}" dt="2023-09-19T17:20:04.708" v="5720" actId="1076"/>
          <ac:picMkLst>
            <pc:docMk/>
            <pc:sldMk cId="2072589909" sldId="330"/>
            <ac:picMk id="21" creationId="{FD6B33FE-02BA-5312-3377-CA46E420899D}"/>
          </ac:picMkLst>
        </pc:picChg>
      </pc:sldChg>
      <pc:sldChg chg="addSp delSp modSp add mod">
        <pc:chgData name="Palak gupta" userId="f9a89c6c66891a25" providerId="LiveId" clId="{F223D064-5E46-4C65-B439-B338B92B7D89}" dt="2023-09-19T13:40:37.776" v="5713" actId="1076"/>
        <pc:sldMkLst>
          <pc:docMk/>
          <pc:sldMk cId="2248222079" sldId="331"/>
        </pc:sldMkLst>
        <pc:spChg chg="del">
          <ac:chgData name="Palak gupta" userId="f9a89c6c66891a25" providerId="LiveId" clId="{F223D064-5E46-4C65-B439-B338B92B7D89}" dt="2023-09-19T11:07:47.383" v="3005" actId="478"/>
          <ac:spMkLst>
            <pc:docMk/>
            <pc:sldMk cId="2248222079" sldId="331"/>
            <ac:spMk id="5" creationId="{250ACCC5-6F51-5556-F4D4-5DB5A094445D}"/>
          </ac:spMkLst>
        </pc:spChg>
        <pc:spChg chg="add del mod">
          <ac:chgData name="Palak gupta" userId="f9a89c6c66891a25" providerId="LiveId" clId="{F223D064-5E46-4C65-B439-B338B92B7D89}" dt="2023-09-19T11:52:16.095" v="3255" actId="1035"/>
          <ac:spMkLst>
            <pc:docMk/>
            <pc:sldMk cId="2248222079" sldId="331"/>
            <ac:spMk id="41" creationId="{B7228E67-8D63-404C-4619-AD7535876B76}"/>
          </ac:spMkLst>
        </pc:spChg>
        <pc:spChg chg="mod">
          <ac:chgData name="Palak gupta" userId="f9a89c6c66891a25" providerId="LiveId" clId="{F223D064-5E46-4C65-B439-B338B92B7D89}" dt="2023-09-19T11:08:45.163" v="3034" actId="1035"/>
          <ac:spMkLst>
            <pc:docMk/>
            <pc:sldMk cId="2248222079" sldId="331"/>
            <ac:spMk id="52" creationId="{A2BA37F3-043C-C2DA-CBFC-5B47BBF37FB8}"/>
          </ac:spMkLst>
        </pc:spChg>
        <pc:spChg chg="add mod">
          <ac:chgData name="Palak gupta" userId="f9a89c6c66891a25" providerId="LiveId" clId="{F223D064-5E46-4C65-B439-B338B92B7D89}" dt="2023-09-19T11:52:27.102" v="3333" actId="1035"/>
          <ac:spMkLst>
            <pc:docMk/>
            <pc:sldMk cId="2248222079" sldId="331"/>
            <ac:spMk id="54" creationId="{92C327F6-EAD8-5C64-03E5-FB25D28C1FF8}"/>
          </ac:spMkLst>
        </pc:spChg>
        <pc:spChg chg="mod">
          <ac:chgData name="Palak gupta" userId="f9a89c6c66891a25" providerId="LiveId" clId="{F223D064-5E46-4C65-B439-B338B92B7D89}" dt="2023-09-19T11:08:41.465" v="3025" actId="1076"/>
          <ac:spMkLst>
            <pc:docMk/>
            <pc:sldMk cId="2248222079" sldId="331"/>
            <ac:spMk id="69" creationId="{E94930DF-3692-1FE6-F0A2-E5D5DCD55AD2}"/>
          </ac:spMkLst>
        </pc:spChg>
        <pc:grpChg chg="mod">
          <ac:chgData name="Palak gupta" userId="f9a89c6c66891a25" providerId="LiveId" clId="{F223D064-5E46-4C65-B439-B338B92B7D89}" dt="2023-09-19T11:08:22.168" v="3013" actId="1076"/>
          <ac:grpSpMkLst>
            <pc:docMk/>
            <pc:sldMk cId="2248222079" sldId="331"/>
            <ac:grpSpMk id="13" creationId="{B4DAFBB7-E36B-54A6-E171-3DB7D1D57DCB}"/>
          </ac:grpSpMkLst>
        </pc:grpChg>
        <pc:grpChg chg="mod">
          <ac:chgData name="Palak gupta" userId="f9a89c6c66891a25" providerId="LiveId" clId="{F223D064-5E46-4C65-B439-B338B92B7D89}" dt="2023-09-19T11:08:36.622" v="3024" actId="1036"/>
          <ac:grpSpMkLst>
            <pc:docMk/>
            <pc:sldMk cId="2248222079" sldId="331"/>
            <ac:grpSpMk id="58" creationId="{29D3EF19-6B50-DF6D-821B-1993A08D9B36}"/>
          </ac:grpSpMkLst>
        </pc:grpChg>
        <pc:picChg chg="add mod">
          <ac:chgData name="Palak gupta" userId="f9a89c6c66891a25" providerId="LiveId" clId="{F223D064-5E46-4C65-B439-B338B92B7D89}" dt="2023-09-19T11:08:52.178" v="3035" actId="1076"/>
          <ac:picMkLst>
            <pc:docMk/>
            <pc:sldMk cId="2248222079" sldId="331"/>
            <ac:picMk id="21" creationId="{C563C3C6-7222-BDDF-633D-CA408ADF04C9}"/>
          </ac:picMkLst>
        </pc:picChg>
        <pc:picChg chg="add mod">
          <ac:chgData name="Palak gupta" userId="f9a89c6c66891a25" providerId="LiveId" clId="{F223D064-5E46-4C65-B439-B338B92B7D89}" dt="2023-09-19T13:40:37.776" v="5713" actId="1076"/>
          <ac:picMkLst>
            <pc:docMk/>
            <pc:sldMk cId="2248222079" sldId="331"/>
            <ac:picMk id="37" creationId="{4884C460-C88E-E4D4-05BD-1DDB8EE58D4D}"/>
          </ac:picMkLst>
        </pc:picChg>
      </pc:sldChg>
      <pc:sldChg chg="addSp delSp modSp add mod">
        <pc:chgData name="Palak gupta" userId="f9a89c6c66891a25" providerId="LiveId" clId="{F223D064-5E46-4C65-B439-B338B92B7D89}" dt="2023-09-19T12:25:26.013" v="3792"/>
        <pc:sldMkLst>
          <pc:docMk/>
          <pc:sldMk cId="1787046014" sldId="332"/>
        </pc:sldMkLst>
        <pc:spChg chg="mod">
          <ac:chgData name="Palak gupta" userId="f9a89c6c66891a25" providerId="LiveId" clId="{F223D064-5E46-4C65-B439-B338B92B7D89}" dt="2023-09-19T12:25:26.013" v="3792"/>
          <ac:spMkLst>
            <pc:docMk/>
            <pc:sldMk cId="1787046014" sldId="332"/>
            <ac:spMk id="69" creationId="{E94930DF-3692-1FE6-F0A2-E5D5DCD55AD2}"/>
          </ac:spMkLst>
        </pc:spChg>
        <pc:picChg chg="add del mod">
          <ac:chgData name="Palak gupta" userId="f9a89c6c66891a25" providerId="LiveId" clId="{F223D064-5E46-4C65-B439-B338B92B7D89}" dt="2023-09-19T11:35:59.010" v="3043" actId="478"/>
          <ac:picMkLst>
            <pc:docMk/>
            <pc:sldMk cId="1787046014" sldId="332"/>
            <ac:picMk id="6" creationId="{901A980D-9A83-F458-5BC1-6338053F8166}"/>
          </ac:picMkLst>
        </pc:picChg>
        <pc:picChg chg="add del mod">
          <ac:chgData name="Palak gupta" userId="f9a89c6c66891a25" providerId="LiveId" clId="{F223D064-5E46-4C65-B439-B338B92B7D89}" dt="2023-09-19T11:36:36.854" v="3047" actId="478"/>
          <ac:picMkLst>
            <pc:docMk/>
            <pc:sldMk cId="1787046014" sldId="332"/>
            <ac:picMk id="41" creationId="{BAB80E33-1F87-3C2D-324F-831466B7FA8D}"/>
          </ac:picMkLst>
        </pc:picChg>
        <pc:picChg chg="add mod">
          <ac:chgData name="Palak gupta" userId="f9a89c6c66891a25" providerId="LiveId" clId="{F223D064-5E46-4C65-B439-B338B92B7D89}" dt="2023-09-19T11:37:22.795" v="3060" actId="14100"/>
          <ac:picMkLst>
            <pc:docMk/>
            <pc:sldMk cId="1787046014" sldId="332"/>
            <ac:picMk id="62" creationId="{1F11478F-0047-DCD3-F5B7-3FD812546986}"/>
          </ac:picMkLst>
        </pc:picChg>
        <pc:picChg chg="add mod">
          <ac:chgData name="Palak gupta" userId="f9a89c6c66891a25" providerId="LiveId" clId="{F223D064-5E46-4C65-B439-B338B92B7D89}" dt="2023-09-19T11:43:33.717" v="3131" actId="1037"/>
          <ac:picMkLst>
            <pc:docMk/>
            <pc:sldMk cId="1787046014" sldId="332"/>
            <ac:picMk id="70" creationId="{ACFBA455-52A3-4A41-12CD-B39272E0D053}"/>
          </ac:picMkLst>
        </pc:picChg>
      </pc:sldChg>
      <pc:sldChg chg="addSp modSp add mod ord">
        <pc:chgData name="Palak gupta" userId="f9a89c6c66891a25" providerId="LiveId" clId="{F223D064-5E46-4C65-B439-B338B92B7D89}" dt="2023-09-22T09:53:13.933" v="5793" actId="20578"/>
        <pc:sldMkLst>
          <pc:docMk/>
          <pc:sldMk cId="4213872076" sldId="333"/>
        </pc:sldMkLst>
        <pc:spChg chg="mod">
          <ac:chgData name="Palak gupta" userId="f9a89c6c66891a25" providerId="LiveId" clId="{F223D064-5E46-4C65-B439-B338B92B7D89}" dt="2023-09-19T12:25:30.715" v="3793"/>
          <ac:spMkLst>
            <pc:docMk/>
            <pc:sldMk cId="4213872076" sldId="333"/>
            <ac:spMk id="69" creationId="{E94930DF-3692-1FE6-F0A2-E5D5DCD55AD2}"/>
          </ac:spMkLst>
        </pc:spChg>
        <pc:picChg chg="add mod">
          <ac:chgData name="Palak gupta" userId="f9a89c6c66891a25" providerId="LiveId" clId="{F223D064-5E46-4C65-B439-B338B92B7D89}" dt="2023-09-19T11:41:38.212" v="3097" actId="1038"/>
          <ac:picMkLst>
            <pc:docMk/>
            <pc:sldMk cId="4213872076" sldId="333"/>
            <ac:picMk id="6" creationId="{6F011E58-A794-2716-F88E-0ED4CBC15D29}"/>
          </ac:picMkLst>
        </pc:picChg>
        <pc:picChg chg="mod ord">
          <ac:chgData name="Palak gupta" userId="f9a89c6c66891a25" providerId="LiveId" clId="{F223D064-5E46-4C65-B439-B338B92B7D89}" dt="2023-09-19T11:43:41.163" v="3134" actId="208"/>
          <ac:picMkLst>
            <pc:docMk/>
            <pc:sldMk cId="4213872076" sldId="333"/>
            <ac:picMk id="70" creationId="{ACFBA455-52A3-4A41-12CD-B39272E0D053}"/>
          </ac:picMkLst>
        </pc:picChg>
      </pc:sldChg>
      <pc:sldChg chg="addSp modSp add mod">
        <pc:chgData name="Palak gupta" userId="f9a89c6c66891a25" providerId="LiveId" clId="{F223D064-5E46-4C65-B439-B338B92B7D89}" dt="2023-09-19T12:25:35.104" v="3794"/>
        <pc:sldMkLst>
          <pc:docMk/>
          <pc:sldMk cId="735808222" sldId="334"/>
        </pc:sldMkLst>
        <pc:spChg chg="mod">
          <ac:chgData name="Palak gupta" userId="f9a89c6c66891a25" providerId="LiveId" clId="{F223D064-5E46-4C65-B439-B338B92B7D89}" dt="2023-09-19T12:25:35.104" v="3794"/>
          <ac:spMkLst>
            <pc:docMk/>
            <pc:sldMk cId="735808222" sldId="334"/>
            <ac:spMk id="69" creationId="{E94930DF-3692-1FE6-F0A2-E5D5DCD55AD2}"/>
          </ac:spMkLst>
        </pc:spChg>
        <pc:picChg chg="add mod">
          <ac:chgData name="Palak gupta" userId="f9a89c6c66891a25" providerId="LiveId" clId="{F223D064-5E46-4C65-B439-B338B92B7D89}" dt="2023-09-19T12:16:26.298" v="3590" actId="1035"/>
          <ac:picMkLst>
            <pc:docMk/>
            <pc:sldMk cId="735808222" sldId="334"/>
            <ac:picMk id="37" creationId="{1E0F1444-61D7-62C4-9672-8E558335FEF9}"/>
          </ac:picMkLst>
        </pc:picChg>
        <pc:picChg chg="add mod ord">
          <ac:chgData name="Palak gupta" userId="f9a89c6c66891a25" providerId="LiveId" clId="{F223D064-5E46-4C65-B439-B338B92B7D89}" dt="2023-09-19T12:16:11.303" v="3501" actId="1035"/>
          <ac:picMkLst>
            <pc:docMk/>
            <pc:sldMk cId="735808222" sldId="334"/>
            <ac:picMk id="54" creationId="{14661592-A258-9509-07CE-5183052D001D}"/>
          </ac:picMkLst>
        </pc:picChg>
        <pc:picChg chg="mod ord">
          <ac:chgData name="Palak gupta" userId="f9a89c6c66891a25" providerId="LiveId" clId="{F223D064-5E46-4C65-B439-B338B92B7D89}" dt="2023-09-19T12:16:37.027" v="3601" actId="1037"/>
          <ac:picMkLst>
            <pc:docMk/>
            <pc:sldMk cId="735808222" sldId="334"/>
            <ac:picMk id="70" creationId="{ACFBA455-52A3-4A41-12CD-B39272E0D053}"/>
          </ac:picMkLst>
        </pc:picChg>
      </pc:sldChg>
      <pc:sldChg chg="add">
        <pc:chgData name="Palak gupta" userId="f9a89c6c66891a25" providerId="LiveId" clId="{F223D064-5E46-4C65-B439-B338B92B7D89}" dt="2023-09-19T11:51:59.830" v="3204" actId="2890"/>
        <pc:sldMkLst>
          <pc:docMk/>
          <pc:sldMk cId="217686349" sldId="335"/>
        </pc:sldMkLst>
      </pc:sldChg>
      <pc:sldChg chg="delSp modSp add del mod">
        <pc:chgData name="Palak gupta" userId="f9a89c6c66891a25" providerId="LiveId" clId="{F223D064-5E46-4C65-B439-B338B92B7D89}" dt="2023-09-19T12:22:32.203" v="3712" actId="2696"/>
        <pc:sldMkLst>
          <pc:docMk/>
          <pc:sldMk cId="1924473472" sldId="336"/>
        </pc:sldMkLst>
        <pc:picChg chg="del">
          <ac:chgData name="Palak gupta" userId="f9a89c6c66891a25" providerId="LiveId" clId="{F223D064-5E46-4C65-B439-B338B92B7D89}" dt="2023-09-19T12:21:01.242" v="3710" actId="478"/>
          <ac:picMkLst>
            <pc:docMk/>
            <pc:sldMk cId="1924473472" sldId="336"/>
            <ac:picMk id="37" creationId="{1E0F1444-61D7-62C4-9672-8E558335FEF9}"/>
          </ac:picMkLst>
        </pc:picChg>
        <pc:picChg chg="del mod">
          <ac:chgData name="Palak gupta" userId="f9a89c6c66891a25" providerId="LiveId" clId="{F223D064-5E46-4C65-B439-B338B92B7D89}" dt="2023-09-19T12:20:59.461" v="3709" actId="478"/>
          <ac:picMkLst>
            <pc:docMk/>
            <pc:sldMk cId="1924473472" sldId="336"/>
            <ac:picMk id="54" creationId="{14661592-A258-9509-07CE-5183052D001D}"/>
          </ac:picMkLst>
        </pc:picChg>
        <pc:picChg chg="mod">
          <ac:chgData name="Palak gupta" userId="f9a89c6c66891a25" providerId="LiveId" clId="{F223D064-5E46-4C65-B439-B338B92B7D89}" dt="2023-09-19T12:21:08.374" v="3711" actId="1076"/>
          <ac:picMkLst>
            <pc:docMk/>
            <pc:sldMk cId="1924473472" sldId="336"/>
            <ac:picMk id="70" creationId="{ACFBA455-52A3-4A41-12CD-B39272E0D053}"/>
          </ac:picMkLst>
        </pc:picChg>
      </pc:sldChg>
      <pc:sldChg chg="addSp delSp modSp add mod">
        <pc:chgData name="Palak gupta" userId="f9a89c6c66891a25" providerId="LiveId" clId="{F223D064-5E46-4C65-B439-B338B92B7D89}" dt="2023-09-19T12:29:16.072" v="3825" actId="478"/>
        <pc:sldMkLst>
          <pc:docMk/>
          <pc:sldMk cId="2394356875" sldId="336"/>
        </pc:sldMkLst>
        <pc:spChg chg="add del mod">
          <ac:chgData name="Palak gupta" userId="f9a89c6c66891a25" providerId="LiveId" clId="{F223D064-5E46-4C65-B439-B338B92B7D89}" dt="2023-09-19T12:29:16.072" v="3825" actId="478"/>
          <ac:spMkLst>
            <pc:docMk/>
            <pc:sldMk cId="2394356875" sldId="336"/>
            <ac:spMk id="5" creationId="{AB293052-F7BD-733B-CEBF-1B80298D6DCE}"/>
          </ac:spMkLst>
        </pc:spChg>
        <pc:spChg chg="mod">
          <ac:chgData name="Palak gupta" userId="f9a89c6c66891a25" providerId="LiveId" clId="{F223D064-5E46-4C65-B439-B338B92B7D89}" dt="2023-09-19T12:25:38.929" v="3795"/>
          <ac:spMkLst>
            <pc:docMk/>
            <pc:sldMk cId="2394356875" sldId="336"/>
            <ac:spMk id="69" creationId="{E94930DF-3692-1FE6-F0A2-E5D5DCD55AD2}"/>
          </ac:spMkLst>
        </pc:spChg>
        <pc:picChg chg="del">
          <ac:chgData name="Palak gupta" userId="f9a89c6c66891a25" providerId="LiveId" clId="{F223D064-5E46-4C65-B439-B338B92B7D89}" dt="2023-09-19T12:25:02.983" v="3791" actId="478"/>
          <ac:picMkLst>
            <pc:docMk/>
            <pc:sldMk cId="2394356875" sldId="336"/>
            <ac:picMk id="37" creationId="{1E0F1444-61D7-62C4-9672-8E558335FEF9}"/>
          </ac:picMkLst>
        </pc:picChg>
        <pc:picChg chg="del">
          <ac:chgData name="Palak gupta" userId="f9a89c6c66891a25" providerId="LiveId" clId="{F223D064-5E46-4C65-B439-B338B92B7D89}" dt="2023-09-19T12:25:01.111" v="3790" actId="478"/>
          <ac:picMkLst>
            <pc:docMk/>
            <pc:sldMk cId="2394356875" sldId="336"/>
            <ac:picMk id="54" creationId="{14661592-A258-9509-07CE-5183052D001D}"/>
          </ac:picMkLst>
        </pc:picChg>
        <pc:picChg chg="mod">
          <ac:chgData name="Palak gupta" userId="f9a89c6c66891a25" providerId="LiveId" clId="{F223D064-5E46-4C65-B439-B338B92B7D89}" dt="2023-09-19T12:24:51.236" v="3789" actId="1038"/>
          <ac:picMkLst>
            <pc:docMk/>
            <pc:sldMk cId="2394356875" sldId="336"/>
            <ac:picMk id="70" creationId="{ACFBA455-52A3-4A41-12CD-B39272E0D053}"/>
          </ac:picMkLst>
        </pc:picChg>
      </pc:sldChg>
      <pc:sldChg chg="addSp modSp add mod">
        <pc:chgData name="Palak gupta" userId="f9a89c6c66891a25" providerId="LiveId" clId="{F223D064-5E46-4C65-B439-B338B92B7D89}" dt="2023-09-19T13:35:33.635" v="5685" actId="207"/>
        <pc:sldMkLst>
          <pc:docMk/>
          <pc:sldMk cId="3138745222" sldId="337"/>
        </pc:sldMkLst>
        <pc:spChg chg="add mod">
          <ac:chgData name="Palak gupta" userId="f9a89c6c66891a25" providerId="LiveId" clId="{F223D064-5E46-4C65-B439-B338B92B7D89}" dt="2023-09-19T12:29:31.881" v="3827"/>
          <ac:spMkLst>
            <pc:docMk/>
            <pc:sldMk cId="3138745222" sldId="337"/>
            <ac:spMk id="63" creationId="{054D022B-3941-0752-64D9-BD981395724C}"/>
          </ac:spMkLst>
        </pc:spChg>
        <pc:spChg chg="mod">
          <ac:chgData name="Palak gupta" userId="f9a89c6c66891a25" providerId="LiveId" clId="{F223D064-5E46-4C65-B439-B338B92B7D89}" dt="2023-09-19T12:25:43.335" v="3796"/>
          <ac:spMkLst>
            <pc:docMk/>
            <pc:sldMk cId="3138745222" sldId="337"/>
            <ac:spMk id="69" creationId="{E94930DF-3692-1FE6-F0A2-E5D5DCD55AD2}"/>
          </ac:spMkLst>
        </pc:spChg>
        <pc:picChg chg="add mod">
          <ac:chgData name="Palak gupta" userId="f9a89c6c66891a25" providerId="LiveId" clId="{F223D064-5E46-4C65-B439-B338B92B7D89}" dt="2023-09-19T12:24:20.115" v="3726" actId="14100"/>
          <ac:picMkLst>
            <pc:docMk/>
            <pc:sldMk cId="3138745222" sldId="337"/>
            <ac:picMk id="41" creationId="{88781A8F-93B3-912A-58B8-646AE0B9F466}"/>
          </ac:picMkLst>
        </pc:picChg>
        <pc:picChg chg="mod ord">
          <ac:chgData name="Palak gupta" userId="f9a89c6c66891a25" providerId="LiveId" clId="{F223D064-5E46-4C65-B439-B338B92B7D89}" dt="2023-09-19T13:35:33.635" v="5685" actId="207"/>
          <ac:picMkLst>
            <pc:docMk/>
            <pc:sldMk cId="3138745222" sldId="337"/>
            <ac:picMk id="70" creationId="{ACFBA455-52A3-4A41-12CD-B39272E0D053}"/>
          </ac:picMkLst>
        </pc:picChg>
      </pc:sldChg>
      <pc:sldChg chg="addSp modSp add mod">
        <pc:chgData name="Palak gupta" userId="f9a89c6c66891a25" providerId="LiveId" clId="{F223D064-5E46-4C65-B439-B338B92B7D89}" dt="2023-09-19T13:35:55.839" v="5689" actId="208"/>
        <pc:sldMkLst>
          <pc:docMk/>
          <pc:sldMk cId="1335071896" sldId="338"/>
        </pc:sldMkLst>
        <pc:picChg chg="add mod">
          <ac:chgData name="Palak gupta" userId="f9a89c6c66891a25" providerId="LiveId" clId="{F223D064-5E46-4C65-B439-B338B92B7D89}" dt="2023-09-19T12:27:45.693" v="3818" actId="1037"/>
          <ac:picMkLst>
            <pc:docMk/>
            <pc:sldMk cId="1335071896" sldId="338"/>
            <ac:picMk id="63" creationId="{17C39BBF-996B-09A1-4E6B-1EDD4925C609}"/>
          </ac:picMkLst>
        </pc:picChg>
        <pc:picChg chg="mod ord">
          <ac:chgData name="Palak gupta" userId="f9a89c6c66891a25" providerId="LiveId" clId="{F223D064-5E46-4C65-B439-B338B92B7D89}" dt="2023-09-19T13:35:55.839" v="5689" actId="208"/>
          <ac:picMkLst>
            <pc:docMk/>
            <pc:sldMk cId="1335071896" sldId="338"/>
            <ac:picMk id="70" creationId="{ACFBA455-52A3-4A41-12CD-B39272E0D053}"/>
          </ac:picMkLst>
        </pc:picChg>
      </pc:sldChg>
      <pc:sldChg chg="addSp modSp add mod">
        <pc:chgData name="Palak gupta" userId="f9a89c6c66891a25" providerId="LiveId" clId="{F223D064-5E46-4C65-B439-B338B92B7D89}" dt="2023-09-19T13:35:45.791" v="5687" actId="208"/>
        <pc:sldMkLst>
          <pc:docMk/>
          <pc:sldMk cId="1639280829" sldId="339"/>
        </pc:sldMkLst>
        <pc:spChg chg="add mod">
          <ac:chgData name="Palak gupta" userId="f9a89c6c66891a25" providerId="LiveId" clId="{F223D064-5E46-4C65-B439-B338B92B7D89}" dt="2023-09-19T12:30:05.840" v="3847" actId="1038"/>
          <ac:spMkLst>
            <pc:docMk/>
            <pc:sldMk cId="1639280829" sldId="339"/>
            <ac:spMk id="5" creationId="{FDF192A0-570F-263F-803A-4F09E1299BF8}"/>
          </ac:spMkLst>
        </pc:spChg>
        <pc:picChg chg="mod">
          <ac:chgData name="Palak gupta" userId="f9a89c6c66891a25" providerId="LiveId" clId="{F223D064-5E46-4C65-B439-B338B92B7D89}" dt="2023-09-19T13:35:45.791" v="5687" actId="208"/>
          <ac:picMkLst>
            <pc:docMk/>
            <pc:sldMk cId="1639280829" sldId="339"/>
            <ac:picMk id="70" creationId="{ACFBA455-52A3-4A41-12CD-B39272E0D053}"/>
          </ac:picMkLst>
        </pc:picChg>
      </pc:sldChg>
      <pc:sldChg chg="addSp delSp modSp add del mod">
        <pc:chgData name="Palak gupta" userId="f9a89c6c66891a25" providerId="LiveId" clId="{F223D064-5E46-4C65-B439-B338B92B7D89}" dt="2023-09-19T13:36:01.856" v="5691" actId="208"/>
        <pc:sldMkLst>
          <pc:docMk/>
          <pc:sldMk cId="1114870940" sldId="340"/>
        </pc:sldMkLst>
        <pc:spChg chg="mod">
          <ac:chgData name="Palak gupta" userId="f9a89c6c66891a25" providerId="LiveId" clId="{F223D064-5E46-4C65-B439-B338B92B7D89}" dt="2023-09-19T13:31:21.969" v="5633" actId="1076"/>
          <ac:spMkLst>
            <pc:docMk/>
            <pc:sldMk cId="1114870940" sldId="340"/>
            <ac:spMk id="9" creationId="{39DC568A-C264-C59D-CC47-A7E2DC3F85FC}"/>
          </ac:spMkLst>
        </pc:spChg>
        <pc:spChg chg="mod">
          <ac:chgData name="Palak gupta" userId="f9a89c6c66891a25" providerId="LiveId" clId="{F223D064-5E46-4C65-B439-B338B92B7D89}" dt="2023-09-19T12:32:44.225" v="3858" actId="20577"/>
          <ac:spMkLst>
            <pc:docMk/>
            <pc:sldMk cId="1114870940" sldId="340"/>
            <ac:spMk id="69" creationId="{E94930DF-3692-1FE6-F0A2-E5D5DCD55AD2}"/>
          </ac:spMkLst>
        </pc:spChg>
        <pc:picChg chg="add mod">
          <ac:chgData name="Palak gupta" userId="f9a89c6c66891a25" providerId="LiveId" clId="{F223D064-5E46-4C65-B439-B338B92B7D89}" dt="2023-09-19T13:36:01.856" v="5691" actId="208"/>
          <ac:picMkLst>
            <pc:docMk/>
            <pc:sldMk cId="1114870940" sldId="340"/>
            <ac:picMk id="5" creationId="{92D9686F-2D27-3165-F305-13A0BC6F3ECF}"/>
          </ac:picMkLst>
        </pc:picChg>
        <pc:picChg chg="add del mod">
          <ac:chgData name="Palak gupta" userId="f9a89c6c66891a25" providerId="LiveId" clId="{F223D064-5E46-4C65-B439-B338B92B7D89}" dt="2023-09-19T13:30:01.363" v="5626" actId="478"/>
          <ac:picMkLst>
            <pc:docMk/>
            <pc:sldMk cId="1114870940" sldId="340"/>
            <ac:picMk id="6" creationId="{6F011E58-A794-2716-F88E-0ED4CBC15D29}"/>
          </ac:picMkLst>
        </pc:picChg>
        <pc:picChg chg="del mod">
          <ac:chgData name="Palak gupta" userId="f9a89c6c66891a25" providerId="LiveId" clId="{F223D064-5E46-4C65-B439-B338B92B7D89}" dt="2023-09-19T13:30:09.362" v="5630" actId="478"/>
          <ac:picMkLst>
            <pc:docMk/>
            <pc:sldMk cId="1114870940" sldId="340"/>
            <ac:picMk id="21" creationId="{C563C3C6-7222-BDDF-633D-CA408ADF04C9}"/>
          </ac:picMkLst>
        </pc:picChg>
        <pc:picChg chg="del">
          <ac:chgData name="Palak gupta" userId="f9a89c6c66891a25" providerId="LiveId" clId="{F223D064-5E46-4C65-B439-B338B92B7D89}" dt="2023-09-19T13:30:12.776" v="5632" actId="478"/>
          <ac:picMkLst>
            <pc:docMk/>
            <pc:sldMk cId="1114870940" sldId="340"/>
            <ac:picMk id="37" creationId="{1E0F1444-61D7-62C4-9672-8E558335FEF9}"/>
          </ac:picMkLst>
        </pc:picChg>
        <pc:picChg chg="mod ord">
          <ac:chgData name="Palak gupta" userId="f9a89c6c66891a25" providerId="LiveId" clId="{F223D064-5E46-4C65-B439-B338B92B7D89}" dt="2023-09-19T13:31:59.858" v="5636" actId="1076"/>
          <ac:picMkLst>
            <pc:docMk/>
            <pc:sldMk cId="1114870940" sldId="340"/>
            <ac:picMk id="41" creationId="{88781A8F-93B3-912A-58B8-646AE0B9F466}"/>
          </ac:picMkLst>
        </pc:picChg>
        <pc:picChg chg="del">
          <ac:chgData name="Palak gupta" userId="f9a89c6c66891a25" providerId="LiveId" clId="{F223D064-5E46-4C65-B439-B338B92B7D89}" dt="2023-09-19T13:30:11.452" v="5631" actId="478"/>
          <ac:picMkLst>
            <pc:docMk/>
            <pc:sldMk cId="1114870940" sldId="340"/>
            <ac:picMk id="54" creationId="{14661592-A258-9509-07CE-5183052D001D}"/>
          </ac:picMkLst>
        </pc:picChg>
        <pc:picChg chg="add del mod">
          <ac:chgData name="Palak gupta" userId="f9a89c6c66891a25" providerId="LiveId" clId="{F223D064-5E46-4C65-B439-B338B92B7D89}" dt="2023-09-19T13:30:04.482" v="5628" actId="478"/>
          <ac:picMkLst>
            <pc:docMk/>
            <pc:sldMk cId="1114870940" sldId="340"/>
            <ac:picMk id="62" creationId="{1F11478F-0047-DCD3-F5B7-3FD812546986}"/>
          </ac:picMkLst>
        </pc:picChg>
        <pc:picChg chg="del">
          <ac:chgData name="Palak gupta" userId="f9a89c6c66891a25" providerId="LiveId" clId="{F223D064-5E46-4C65-B439-B338B92B7D89}" dt="2023-09-19T12:32:50.544" v="3859" actId="478"/>
          <ac:picMkLst>
            <pc:docMk/>
            <pc:sldMk cId="1114870940" sldId="340"/>
            <ac:picMk id="63" creationId="{17C39BBF-996B-09A1-4E6B-1EDD4925C609}"/>
          </ac:picMkLst>
        </pc:picChg>
        <pc:picChg chg="del mod ord">
          <ac:chgData name="Palak gupta" userId="f9a89c6c66891a25" providerId="LiveId" clId="{F223D064-5E46-4C65-B439-B338B92B7D89}" dt="2023-09-19T13:32:59.261" v="5665" actId="478"/>
          <ac:picMkLst>
            <pc:docMk/>
            <pc:sldMk cId="1114870940" sldId="340"/>
            <ac:picMk id="70" creationId="{ACFBA455-52A3-4A41-12CD-B39272E0D053}"/>
          </ac:picMkLst>
        </pc:picChg>
      </pc:sldChg>
      <pc:sldChg chg="addSp delSp modSp add mod">
        <pc:chgData name="Palak gupta" userId="f9a89c6c66891a25" providerId="LiveId" clId="{F223D064-5E46-4C65-B439-B338B92B7D89}" dt="2023-09-19T13:36:07.959" v="5693" actId="208"/>
        <pc:sldMkLst>
          <pc:docMk/>
          <pc:sldMk cId="210160417" sldId="341"/>
        </pc:sldMkLst>
        <pc:spChg chg="add mod">
          <ac:chgData name="Palak gupta" userId="f9a89c6c66891a25" providerId="LiveId" clId="{F223D064-5E46-4C65-B439-B338B92B7D89}" dt="2023-09-19T12:35:32.966" v="3926"/>
          <ac:spMkLst>
            <pc:docMk/>
            <pc:sldMk cId="210160417" sldId="341"/>
            <ac:spMk id="71" creationId="{62E53B7A-BDEF-25CD-D8B4-A5C40051BB97}"/>
          </ac:spMkLst>
        </pc:spChg>
        <pc:spChg chg="add mod">
          <ac:chgData name="Palak gupta" userId="f9a89c6c66891a25" providerId="LiveId" clId="{F223D064-5E46-4C65-B439-B338B92B7D89}" dt="2023-09-19T13:33:47.972" v="5680" actId="1076"/>
          <ac:spMkLst>
            <pc:docMk/>
            <pc:sldMk cId="210160417" sldId="341"/>
            <ac:spMk id="73" creationId="{67F04C02-1FD3-65F9-653A-26671BE264D8}"/>
          </ac:spMkLst>
        </pc:spChg>
        <pc:picChg chg="del">
          <ac:chgData name="Palak gupta" userId="f9a89c6c66891a25" providerId="LiveId" clId="{F223D064-5E46-4C65-B439-B338B92B7D89}" dt="2023-09-19T12:33:33.936" v="3865" actId="478"/>
          <ac:picMkLst>
            <pc:docMk/>
            <pc:sldMk cId="210160417" sldId="341"/>
            <ac:picMk id="6" creationId="{6F011E58-A794-2716-F88E-0ED4CBC15D29}"/>
          </ac:picMkLst>
        </pc:picChg>
        <pc:picChg chg="add del">
          <ac:chgData name="Palak gupta" userId="f9a89c6c66891a25" providerId="LiveId" clId="{F223D064-5E46-4C65-B439-B338B92B7D89}" dt="2023-09-19T13:28:51.028" v="5589" actId="478"/>
          <ac:picMkLst>
            <pc:docMk/>
            <pc:sldMk cId="210160417" sldId="341"/>
            <ac:picMk id="21" creationId="{C563C3C6-7222-BDDF-633D-CA408ADF04C9}"/>
          </ac:picMkLst>
        </pc:picChg>
        <pc:picChg chg="del">
          <ac:chgData name="Palak gupta" userId="f9a89c6c66891a25" providerId="LiveId" clId="{F223D064-5E46-4C65-B439-B338B92B7D89}" dt="2023-09-19T12:33:27.692" v="3864" actId="478"/>
          <ac:picMkLst>
            <pc:docMk/>
            <pc:sldMk cId="210160417" sldId="341"/>
            <ac:picMk id="41" creationId="{88781A8F-93B3-912A-58B8-646AE0B9F466}"/>
          </ac:picMkLst>
        </pc:picChg>
        <pc:picChg chg="del">
          <ac:chgData name="Palak gupta" userId="f9a89c6c66891a25" providerId="LiveId" clId="{F223D064-5E46-4C65-B439-B338B92B7D89}" dt="2023-09-19T12:33:36.297" v="3866" actId="478"/>
          <ac:picMkLst>
            <pc:docMk/>
            <pc:sldMk cId="210160417" sldId="341"/>
            <ac:picMk id="62" creationId="{1F11478F-0047-DCD3-F5B7-3FD812546986}"/>
          </ac:picMkLst>
        </pc:picChg>
        <pc:picChg chg="add mod">
          <ac:chgData name="Palak gupta" userId="f9a89c6c66891a25" providerId="LiveId" clId="{F223D064-5E46-4C65-B439-B338B92B7D89}" dt="2023-09-19T13:29:04.285" v="5609" actId="1036"/>
          <ac:picMkLst>
            <pc:docMk/>
            <pc:sldMk cId="210160417" sldId="341"/>
            <ac:picMk id="63" creationId="{FFE52178-FE8A-C62E-2A8D-47C944437B7B}"/>
          </ac:picMkLst>
        </pc:picChg>
        <pc:picChg chg="mod ord">
          <ac:chgData name="Palak gupta" userId="f9a89c6c66891a25" providerId="LiveId" clId="{F223D064-5E46-4C65-B439-B338B92B7D89}" dt="2023-09-19T13:36:07.959" v="5693" actId="208"/>
          <ac:picMkLst>
            <pc:docMk/>
            <pc:sldMk cId="210160417" sldId="341"/>
            <ac:picMk id="70" creationId="{ACFBA455-52A3-4A41-12CD-B39272E0D053}"/>
          </ac:picMkLst>
        </pc:picChg>
        <pc:picChg chg="add mod ord">
          <ac:chgData name="Palak gupta" userId="f9a89c6c66891a25" providerId="LiveId" clId="{F223D064-5E46-4C65-B439-B338B92B7D89}" dt="2023-09-19T13:32:09.126" v="5640" actId="167"/>
          <ac:picMkLst>
            <pc:docMk/>
            <pc:sldMk cId="210160417" sldId="341"/>
            <ac:picMk id="72" creationId="{09039B62-422C-1314-1AC7-BD0DDD442974}"/>
          </ac:picMkLst>
        </pc:picChg>
      </pc:sldChg>
      <pc:sldChg chg="addSp modSp add mod">
        <pc:chgData name="Palak gupta" userId="f9a89c6c66891a25" providerId="LiveId" clId="{F223D064-5E46-4C65-B439-B338B92B7D89}" dt="2023-09-19T13:36:14.916" v="5695" actId="208"/>
        <pc:sldMkLst>
          <pc:docMk/>
          <pc:sldMk cId="1781068403" sldId="342"/>
        </pc:sldMkLst>
        <pc:spChg chg="add mod">
          <ac:chgData name="Palak gupta" userId="f9a89c6c66891a25" providerId="LiveId" clId="{F223D064-5E46-4C65-B439-B338B92B7D89}" dt="2023-09-19T13:33:40.101" v="5678" actId="1076"/>
          <ac:spMkLst>
            <pc:docMk/>
            <pc:sldMk cId="1781068403" sldId="342"/>
            <ac:spMk id="5" creationId="{D77E8AE6-FDB4-1E6C-8784-3A3FBD1C25C2}"/>
          </ac:spMkLst>
        </pc:spChg>
        <pc:spChg chg="add mod">
          <ac:chgData name="Palak gupta" userId="f9a89c6c66891a25" providerId="LiveId" clId="{F223D064-5E46-4C65-B439-B338B92B7D89}" dt="2023-09-19T12:36:00.375" v="3938" actId="1035"/>
          <ac:spMkLst>
            <pc:docMk/>
            <pc:sldMk cId="1781068403" sldId="342"/>
            <ac:spMk id="6" creationId="{039E8966-CEB9-BED1-5B46-06D1573FE331}"/>
          </ac:spMkLst>
        </pc:spChg>
        <pc:spChg chg="add mod">
          <ac:chgData name="Palak gupta" userId="f9a89c6c66891a25" providerId="LiveId" clId="{F223D064-5E46-4C65-B439-B338B92B7D89}" dt="2023-09-19T12:48:59.112" v="4293" actId="1076"/>
          <ac:spMkLst>
            <pc:docMk/>
            <pc:sldMk cId="1781068403" sldId="342"/>
            <ac:spMk id="41" creationId="{3DEDDC54-EEEA-200D-0B09-33B8C591609B}"/>
          </ac:spMkLst>
        </pc:spChg>
        <pc:spChg chg="add mod">
          <ac:chgData name="Palak gupta" userId="f9a89c6c66891a25" providerId="LiveId" clId="{F223D064-5E46-4C65-B439-B338B92B7D89}" dt="2023-09-19T12:49:21.111" v="4298" actId="1076"/>
          <ac:spMkLst>
            <pc:docMk/>
            <pc:sldMk cId="1781068403" sldId="342"/>
            <ac:spMk id="62" creationId="{68775F2A-6A05-9A47-6EF1-C1EF1AF7AAAF}"/>
          </ac:spMkLst>
        </pc:spChg>
        <pc:picChg chg="mod">
          <ac:chgData name="Palak gupta" userId="f9a89c6c66891a25" providerId="LiveId" clId="{F223D064-5E46-4C65-B439-B338B92B7D89}" dt="2023-09-19T12:48:54.989" v="4291" actId="1076"/>
          <ac:picMkLst>
            <pc:docMk/>
            <pc:sldMk cId="1781068403" sldId="342"/>
            <ac:picMk id="63" creationId="{FFE52178-FE8A-C62E-2A8D-47C944437B7B}"/>
          </ac:picMkLst>
        </pc:picChg>
        <pc:picChg chg="mod">
          <ac:chgData name="Palak gupta" userId="f9a89c6c66891a25" providerId="LiveId" clId="{F223D064-5E46-4C65-B439-B338B92B7D89}" dt="2023-09-19T13:36:14.916" v="5695" actId="208"/>
          <ac:picMkLst>
            <pc:docMk/>
            <pc:sldMk cId="1781068403" sldId="342"/>
            <ac:picMk id="70" creationId="{ACFBA455-52A3-4A41-12CD-B39272E0D053}"/>
          </ac:picMkLst>
        </pc:picChg>
      </pc:sldChg>
      <pc:sldChg chg="addSp delSp modSp add mod">
        <pc:chgData name="Palak gupta" userId="f9a89c6c66891a25" providerId="LiveId" clId="{F223D064-5E46-4C65-B439-B338B92B7D89}" dt="2023-09-19T13:21:59.990" v="5509" actId="1076"/>
        <pc:sldMkLst>
          <pc:docMk/>
          <pc:sldMk cId="1657980450" sldId="343"/>
        </pc:sldMkLst>
        <pc:spChg chg="mod">
          <ac:chgData name="Palak gupta" userId="f9a89c6c66891a25" providerId="LiveId" clId="{F223D064-5E46-4C65-B439-B338B92B7D89}" dt="2023-09-19T12:37:32.226" v="3981" actId="1076"/>
          <ac:spMkLst>
            <pc:docMk/>
            <pc:sldMk cId="1657980450" sldId="343"/>
            <ac:spMk id="5" creationId="{D77E8AE6-FDB4-1E6C-8784-3A3FBD1C25C2}"/>
          </ac:spMkLst>
        </pc:spChg>
        <pc:spChg chg="mod">
          <ac:chgData name="Palak gupta" userId="f9a89c6c66891a25" providerId="LiveId" clId="{F223D064-5E46-4C65-B439-B338B92B7D89}" dt="2023-09-19T12:37:29.646" v="3979" actId="1076"/>
          <ac:spMkLst>
            <pc:docMk/>
            <pc:sldMk cId="1657980450" sldId="343"/>
            <ac:spMk id="6" creationId="{039E8966-CEB9-BED1-5B46-06D1573FE331}"/>
          </ac:spMkLst>
        </pc:spChg>
        <pc:spChg chg="add mod">
          <ac:chgData name="Palak gupta" userId="f9a89c6c66891a25" providerId="LiveId" clId="{F223D064-5E46-4C65-B439-B338B92B7D89}" dt="2023-09-19T12:45:42.716" v="4275" actId="123"/>
          <ac:spMkLst>
            <pc:docMk/>
            <pc:sldMk cId="1657980450" sldId="343"/>
            <ac:spMk id="62" creationId="{F8D02F9D-ABE6-22FC-5B42-B580EC5FB763}"/>
          </ac:spMkLst>
        </pc:spChg>
        <pc:spChg chg="mod">
          <ac:chgData name="Palak gupta" userId="f9a89c6c66891a25" providerId="LiveId" clId="{F223D064-5E46-4C65-B439-B338B92B7D89}" dt="2023-09-19T12:46:52.757" v="4276" actId="1076"/>
          <ac:spMkLst>
            <pc:docMk/>
            <pc:sldMk cId="1657980450" sldId="343"/>
            <ac:spMk id="69" creationId="{E94930DF-3692-1FE6-F0A2-E5D5DCD55AD2}"/>
          </ac:spMkLst>
        </pc:spChg>
        <pc:spChg chg="add del mod">
          <ac:chgData name="Palak gupta" userId="f9a89c6c66891a25" providerId="LiveId" clId="{F223D064-5E46-4C65-B439-B338B92B7D89}" dt="2023-09-19T12:49:10.387" v="4296" actId="478"/>
          <ac:spMkLst>
            <pc:docMk/>
            <pc:sldMk cId="1657980450" sldId="343"/>
            <ac:spMk id="71" creationId="{C57945FD-2627-6E3B-AE26-DDF5188CA6E1}"/>
          </ac:spMkLst>
        </pc:spChg>
        <pc:spChg chg="add del mod">
          <ac:chgData name="Palak gupta" userId="f9a89c6c66891a25" providerId="LiveId" clId="{F223D064-5E46-4C65-B439-B338B92B7D89}" dt="2023-09-19T12:49:10.387" v="4296" actId="478"/>
          <ac:spMkLst>
            <pc:docMk/>
            <pc:sldMk cId="1657980450" sldId="343"/>
            <ac:spMk id="72" creationId="{FAD95AE2-A39E-4951-7D27-62F68577C36F}"/>
          </ac:spMkLst>
        </pc:spChg>
        <pc:spChg chg="add mod">
          <ac:chgData name="Palak gupta" userId="f9a89c6c66891a25" providerId="LiveId" clId="{F223D064-5E46-4C65-B439-B338B92B7D89}" dt="2023-09-19T12:50:05.533" v="4306" actId="207"/>
          <ac:spMkLst>
            <pc:docMk/>
            <pc:sldMk cId="1657980450" sldId="343"/>
            <ac:spMk id="73" creationId="{75CAEA0E-1E85-D689-F99E-DACF7B3E56A9}"/>
          </ac:spMkLst>
        </pc:spChg>
        <pc:spChg chg="add mod">
          <ac:chgData name="Palak gupta" userId="f9a89c6c66891a25" providerId="LiveId" clId="{F223D064-5E46-4C65-B439-B338B92B7D89}" dt="2023-09-19T12:50:02.462" v="4305" actId="207"/>
          <ac:spMkLst>
            <pc:docMk/>
            <pc:sldMk cId="1657980450" sldId="343"/>
            <ac:spMk id="74" creationId="{574ACA5D-C285-ED5E-DF77-1B3E7FDF9BC9}"/>
          </ac:spMkLst>
        </pc:spChg>
        <pc:spChg chg="add mod">
          <ac:chgData name="Palak gupta" userId="f9a89c6c66891a25" providerId="LiveId" clId="{F223D064-5E46-4C65-B439-B338B92B7D89}" dt="2023-09-19T13:21:59.990" v="5509" actId="1076"/>
          <ac:spMkLst>
            <pc:docMk/>
            <pc:sldMk cId="1657980450" sldId="343"/>
            <ac:spMk id="75" creationId="{0A64330D-E582-21AD-C578-87FEB500D875}"/>
          </ac:spMkLst>
        </pc:spChg>
        <pc:picChg chg="add del">
          <ac:chgData name="Palak gupta" userId="f9a89c6c66891a25" providerId="LiveId" clId="{F223D064-5E46-4C65-B439-B338B92B7D89}" dt="2023-09-19T12:37:07.161" v="3972" actId="478"/>
          <ac:picMkLst>
            <pc:docMk/>
            <pc:sldMk cId="1657980450" sldId="343"/>
            <ac:picMk id="21" creationId="{C563C3C6-7222-BDDF-633D-CA408ADF04C9}"/>
          </ac:picMkLst>
        </pc:picChg>
        <pc:picChg chg="del">
          <ac:chgData name="Palak gupta" userId="f9a89c6c66891a25" providerId="LiveId" clId="{F223D064-5E46-4C65-B439-B338B92B7D89}" dt="2023-09-19T12:37:35.032" v="3983" actId="478"/>
          <ac:picMkLst>
            <pc:docMk/>
            <pc:sldMk cId="1657980450" sldId="343"/>
            <ac:picMk id="37" creationId="{1E0F1444-61D7-62C4-9672-8E558335FEF9}"/>
          </ac:picMkLst>
        </pc:picChg>
        <pc:picChg chg="del">
          <ac:chgData name="Palak gupta" userId="f9a89c6c66891a25" providerId="LiveId" clId="{F223D064-5E46-4C65-B439-B338B92B7D89}" dt="2023-09-19T12:37:33.856" v="3982" actId="478"/>
          <ac:picMkLst>
            <pc:docMk/>
            <pc:sldMk cId="1657980450" sldId="343"/>
            <ac:picMk id="54" creationId="{14661592-A258-9509-07CE-5183052D001D}"/>
          </ac:picMkLst>
        </pc:picChg>
        <pc:picChg chg="add del mod">
          <ac:chgData name="Palak gupta" userId="f9a89c6c66891a25" providerId="LiveId" clId="{F223D064-5E46-4C65-B439-B338B92B7D89}" dt="2023-09-19T12:37:20.502" v="3975" actId="1076"/>
          <ac:picMkLst>
            <pc:docMk/>
            <pc:sldMk cId="1657980450" sldId="343"/>
            <ac:picMk id="63" creationId="{FFE52178-FE8A-C62E-2A8D-47C944437B7B}"/>
          </ac:picMkLst>
        </pc:picChg>
        <pc:picChg chg="del">
          <ac:chgData name="Palak gupta" userId="f9a89c6c66891a25" providerId="LiveId" clId="{F223D064-5E46-4C65-B439-B338B92B7D89}" dt="2023-09-19T12:43:53.393" v="4202" actId="478"/>
          <ac:picMkLst>
            <pc:docMk/>
            <pc:sldMk cId="1657980450" sldId="343"/>
            <ac:picMk id="70" creationId="{ACFBA455-52A3-4A41-12CD-B39272E0D053}"/>
          </ac:picMkLst>
        </pc:picChg>
      </pc:sldChg>
      <pc:sldChg chg="addSp delSp modSp add mod ord">
        <pc:chgData name="Palak gupta" userId="f9a89c6c66891a25" providerId="LiveId" clId="{F223D064-5E46-4C65-B439-B338B92B7D89}" dt="2023-09-19T13:21:47.523" v="5505" actId="1076"/>
        <pc:sldMkLst>
          <pc:docMk/>
          <pc:sldMk cId="1093045952" sldId="344"/>
        </pc:sldMkLst>
        <pc:spChg chg="add mod">
          <ac:chgData name="Palak gupta" userId="f9a89c6c66891a25" providerId="LiveId" clId="{F223D064-5E46-4C65-B439-B338B92B7D89}" dt="2023-09-19T12:48:07.788" v="4287" actId="1076"/>
          <ac:spMkLst>
            <pc:docMk/>
            <pc:sldMk cId="1093045952" sldId="344"/>
            <ac:spMk id="37" creationId="{2F9D1CF1-9546-7497-CCFA-1E506334B2C9}"/>
          </ac:spMkLst>
        </pc:spChg>
        <pc:spChg chg="add mod">
          <ac:chgData name="Palak gupta" userId="f9a89c6c66891a25" providerId="LiveId" clId="{F223D064-5E46-4C65-B439-B338B92B7D89}" dt="2023-09-19T12:47:59.552" v="4285"/>
          <ac:spMkLst>
            <pc:docMk/>
            <pc:sldMk cId="1093045952" sldId="344"/>
            <ac:spMk id="41" creationId="{EA096BB1-8363-4C53-3720-D0CD85C4A2C8}"/>
          </ac:spMkLst>
        </pc:spChg>
        <pc:spChg chg="del mod">
          <ac:chgData name="Palak gupta" userId="f9a89c6c66891a25" providerId="LiveId" clId="{F223D064-5E46-4C65-B439-B338B92B7D89}" dt="2023-09-19T12:48:02.126" v="4286" actId="478"/>
          <ac:spMkLst>
            <pc:docMk/>
            <pc:sldMk cId="1093045952" sldId="344"/>
            <ac:spMk id="52" creationId="{A2BA37F3-043C-C2DA-CBFC-5B47BBF37FB8}"/>
          </ac:spMkLst>
        </pc:spChg>
        <pc:spChg chg="mod">
          <ac:chgData name="Palak gupta" userId="f9a89c6c66891a25" providerId="LiveId" clId="{F223D064-5E46-4C65-B439-B338B92B7D89}" dt="2023-09-19T12:47:11.767" v="4280" actId="1076"/>
          <ac:spMkLst>
            <pc:docMk/>
            <pc:sldMk cId="1093045952" sldId="344"/>
            <ac:spMk id="62" creationId="{F8D02F9D-ABE6-22FC-5B42-B580EC5FB763}"/>
          </ac:spMkLst>
        </pc:spChg>
        <pc:spChg chg="mod">
          <ac:chgData name="Palak gupta" userId="f9a89c6c66891a25" providerId="LiveId" clId="{F223D064-5E46-4C65-B439-B338B92B7D89}" dt="2023-09-19T12:47:06.439" v="4278" actId="1076"/>
          <ac:spMkLst>
            <pc:docMk/>
            <pc:sldMk cId="1093045952" sldId="344"/>
            <ac:spMk id="69" creationId="{E94930DF-3692-1FE6-F0A2-E5D5DCD55AD2}"/>
          </ac:spMkLst>
        </pc:spChg>
        <pc:spChg chg="add mod">
          <ac:chgData name="Palak gupta" userId="f9a89c6c66891a25" providerId="LiveId" clId="{F223D064-5E46-4C65-B439-B338B92B7D89}" dt="2023-09-19T13:11:59.372" v="5273" actId="20577"/>
          <ac:spMkLst>
            <pc:docMk/>
            <pc:sldMk cId="1093045952" sldId="344"/>
            <ac:spMk id="70" creationId="{48313E72-5C55-22EF-0F23-8A6837B136CB}"/>
          </ac:spMkLst>
        </pc:spChg>
        <pc:spChg chg="add mod">
          <ac:chgData name="Palak gupta" userId="f9a89c6c66891a25" providerId="LiveId" clId="{F223D064-5E46-4C65-B439-B338B92B7D89}" dt="2023-09-19T13:20:22.052" v="5486" actId="1076"/>
          <ac:spMkLst>
            <pc:docMk/>
            <pc:sldMk cId="1093045952" sldId="344"/>
            <ac:spMk id="71" creationId="{15862A93-2BE3-9CFC-7F85-B4267E3AAFB6}"/>
          </ac:spMkLst>
        </pc:spChg>
        <pc:spChg chg="add mod">
          <ac:chgData name="Palak gupta" userId="f9a89c6c66891a25" providerId="LiveId" clId="{F223D064-5E46-4C65-B439-B338B92B7D89}" dt="2023-09-19T13:21:47.523" v="5505" actId="1076"/>
          <ac:spMkLst>
            <pc:docMk/>
            <pc:sldMk cId="1093045952" sldId="344"/>
            <ac:spMk id="72" creationId="{0FF26CA5-43BB-DE37-361B-1DE8D9B9A16A}"/>
          </ac:spMkLst>
        </pc:spChg>
      </pc:sldChg>
      <pc:sldChg chg="addSp delSp modSp add mod">
        <pc:chgData name="Palak gupta" userId="f9a89c6c66891a25" providerId="LiveId" clId="{F223D064-5E46-4C65-B439-B338B92B7D89}" dt="2023-09-19T17:23:00.454" v="5731" actId="1036"/>
        <pc:sldMkLst>
          <pc:docMk/>
          <pc:sldMk cId="3508287547" sldId="345"/>
        </pc:sldMkLst>
        <pc:spChg chg="mod">
          <ac:chgData name="Palak gupta" userId="f9a89c6c66891a25" providerId="LiveId" clId="{F223D064-5E46-4C65-B439-B338B92B7D89}" dt="2023-09-19T13:01:28.428" v="4724" actId="1036"/>
          <ac:spMkLst>
            <pc:docMk/>
            <pc:sldMk cId="3508287547" sldId="345"/>
            <ac:spMk id="8" creationId="{66E2C411-BF99-CC40-95EC-20BE2D5EB83E}"/>
          </ac:spMkLst>
        </pc:spChg>
        <pc:spChg chg="mod">
          <ac:chgData name="Palak gupta" userId="f9a89c6c66891a25" providerId="LiveId" clId="{F223D064-5E46-4C65-B439-B338B92B7D89}" dt="2023-09-19T13:01:35.852" v="4765" actId="1035"/>
          <ac:spMkLst>
            <pc:docMk/>
            <pc:sldMk cId="3508287547" sldId="345"/>
            <ac:spMk id="10" creationId="{6512D18D-7D94-A44A-1F81-AB36D8DDC314}"/>
          </ac:spMkLst>
        </pc:spChg>
        <pc:spChg chg="mod">
          <ac:chgData name="Palak gupta" userId="f9a89c6c66891a25" providerId="LiveId" clId="{F223D064-5E46-4C65-B439-B338B92B7D89}" dt="2023-09-19T12:58:09.143" v="4659" actId="1076"/>
          <ac:spMkLst>
            <pc:docMk/>
            <pc:sldMk cId="3508287547" sldId="345"/>
            <ac:spMk id="37" creationId="{2F9D1CF1-9546-7497-CCFA-1E506334B2C9}"/>
          </ac:spMkLst>
        </pc:spChg>
        <pc:spChg chg="mod">
          <ac:chgData name="Palak gupta" userId="f9a89c6c66891a25" providerId="LiveId" clId="{F223D064-5E46-4C65-B439-B338B92B7D89}" dt="2023-09-19T12:57:46.562" v="4655" actId="1076"/>
          <ac:spMkLst>
            <pc:docMk/>
            <pc:sldMk cId="3508287547" sldId="345"/>
            <ac:spMk id="41" creationId="{EA096BB1-8363-4C53-3720-D0CD85C4A2C8}"/>
          </ac:spMkLst>
        </pc:spChg>
        <pc:spChg chg="mod">
          <ac:chgData name="Palak gupta" userId="f9a89c6c66891a25" providerId="LiveId" clId="{F223D064-5E46-4C65-B439-B338B92B7D89}" dt="2023-09-19T12:57:05.509" v="4649"/>
          <ac:spMkLst>
            <pc:docMk/>
            <pc:sldMk cId="3508287547" sldId="345"/>
            <ac:spMk id="52" creationId="{166FBEB3-0969-3746-BF07-54D19752FF58}"/>
          </ac:spMkLst>
        </pc:spChg>
        <pc:spChg chg="mod">
          <ac:chgData name="Palak gupta" userId="f9a89c6c66891a25" providerId="LiveId" clId="{F223D064-5E46-4C65-B439-B338B92B7D89}" dt="2023-09-19T12:57:05.509" v="4649"/>
          <ac:spMkLst>
            <pc:docMk/>
            <pc:sldMk cId="3508287547" sldId="345"/>
            <ac:spMk id="54" creationId="{483DCB42-E0E7-E447-2F7C-94873212FFB8}"/>
          </ac:spMkLst>
        </pc:spChg>
        <pc:spChg chg="mod">
          <ac:chgData name="Palak gupta" userId="f9a89c6c66891a25" providerId="LiveId" clId="{F223D064-5E46-4C65-B439-B338B92B7D89}" dt="2023-09-19T12:58:15.773" v="4660" actId="1076"/>
          <ac:spMkLst>
            <pc:docMk/>
            <pc:sldMk cId="3508287547" sldId="345"/>
            <ac:spMk id="70" creationId="{48313E72-5C55-22EF-0F23-8A6837B136CB}"/>
          </ac:spMkLst>
        </pc:spChg>
        <pc:spChg chg="mod">
          <ac:chgData name="Palak gupta" userId="f9a89c6c66891a25" providerId="LiveId" clId="{F223D064-5E46-4C65-B439-B338B92B7D89}" dt="2023-09-19T12:57:05.509" v="4649"/>
          <ac:spMkLst>
            <pc:docMk/>
            <pc:sldMk cId="3508287547" sldId="345"/>
            <ac:spMk id="71" creationId="{18ABF332-FDEC-620C-EE86-FCF1FB3F0D94}"/>
          </ac:spMkLst>
        </pc:spChg>
        <pc:spChg chg="mod">
          <ac:chgData name="Palak gupta" userId="f9a89c6c66891a25" providerId="LiveId" clId="{F223D064-5E46-4C65-B439-B338B92B7D89}" dt="2023-09-19T12:57:05.509" v="4649"/>
          <ac:spMkLst>
            <pc:docMk/>
            <pc:sldMk cId="3508287547" sldId="345"/>
            <ac:spMk id="72" creationId="{E3365617-66A8-A506-2741-46DFEC03EF3E}"/>
          </ac:spMkLst>
        </pc:spChg>
        <pc:spChg chg="mod">
          <ac:chgData name="Palak gupta" userId="f9a89c6c66891a25" providerId="LiveId" clId="{F223D064-5E46-4C65-B439-B338B92B7D89}" dt="2023-09-19T12:57:05.509" v="4649"/>
          <ac:spMkLst>
            <pc:docMk/>
            <pc:sldMk cId="3508287547" sldId="345"/>
            <ac:spMk id="73" creationId="{B6F65A29-C3A8-D732-3FD2-050D692DF86F}"/>
          </ac:spMkLst>
        </pc:spChg>
        <pc:spChg chg="mod">
          <ac:chgData name="Palak gupta" userId="f9a89c6c66891a25" providerId="LiveId" clId="{F223D064-5E46-4C65-B439-B338B92B7D89}" dt="2023-09-19T12:57:05.509" v="4649"/>
          <ac:spMkLst>
            <pc:docMk/>
            <pc:sldMk cId="3508287547" sldId="345"/>
            <ac:spMk id="74" creationId="{9276055E-4850-5FB2-47D0-029A9BF36B73}"/>
          </ac:spMkLst>
        </pc:spChg>
        <pc:spChg chg="mod">
          <ac:chgData name="Palak gupta" userId="f9a89c6c66891a25" providerId="LiveId" clId="{F223D064-5E46-4C65-B439-B338B92B7D89}" dt="2023-09-19T12:57:05.509" v="4649"/>
          <ac:spMkLst>
            <pc:docMk/>
            <pc:sldMk cId="3508287547" sldId="345"/>
            <ac:spMk id="75" creationId="{F54DE0AA-6309-587A-93D5-3DA4CA769152}"/>
          </ac:spMkLst>
        </pc:spChg>
        <pc:spChg chg="mod">
          <ac:chgData name="Palak gupta" userId="f9a89c6c66891a25" providerId="LiveId" clId="{F223D064-5E46-4C65-B439-B338B92B7D89}" dt="2023-09-19T12:57:05.509" v="4649"/>
          <ac:spMkLst>
            <pc:docMk/>
            <pc:sldMk cId="3508287547" sldId="345"/>
            <ac:spMk id="76" creationId="{DEDAEF32-F537-930B-033D-06D2F5CD4FCD}"/>
          </ac:spMkLst>
        </pc:spChg>
        <pc:spChg chg="mod">
          <ac:chgData name="Palak gupta" userId="f9a89c6c66891a25" providerId="LiveId" clId="{F223D064-5E46-4C65-B439-B338B92B7D89}" dt="2023-09-19T12:57:05.509" v="4649"/>
          <ac:spMkLst>
            <pc:docMk/>
            <pc:sldMk cId="3508287547" sldId="345"/>
            <ac:spMk id="77" creationId="{D67ACA89-C58B-D762-7A64-EE2F2A7750D3}"/>
          </ac:spMkLst>
        </pc:spChg>
        <pc:spChg chg="del mod">
          <ac:chgData name="Palak gupta" userId="f9a89c6c66891a25" providerId="LiveId" clId="{F223D064-5E46-4C65-B439-B338B92B7D89}" dt="2023-09-19T12:58:02.708" v="4658" actId="478"/>
          <ac:spMkLst>
            <pc:docMk/>
            <pc:sldMk cId="3508287547" sldId="345"/>
            <ac:spMk id="78" creationId="{72210E93-A9AA-C1E3-5F46-898B77D79566}"/>
          </ac:spMkLst>
        </pc:spChg>
        <pc:spChg chg="add mod">
          <ac:chgData name="Palak gupta" userId="f9a89c6c66891a25" providerId="LiveId" clId="{F223D064-5E46-4C65-B439-B338B92B7D89}" dt="2023-09-19T12:57:15.978" v="4650" actId="1076"/>
          <ac:spMkLst>
            <pc:docMk/>
            <pc:sldMk cId="3508287547" sldId="345"/>
            <ac:spMk id="79" creationId="{0915B810-1F0D-798F-6E9A-BFDCC71A2A1B}"/>
          </ac:spMkLst>
        </pc:spChg>
        <pc:spChg chg="add mod">
          <ac:chgData name="Palak gupta" userId="f9a89c6c66891a25" providerId="LiveId" clId="{F223D064-5E46-4C65-B439-B338B92B7D89}" dt="2023-09-19T13:01:24.056" v="4707" actId="207"/>
          <ac:spMkLst>
            <pc:docMk/>
            <pc:sldMk cId="3508287547" sldId="345"/>
            <ac:spMk id="81" creationId="{D5B12EC8-C0CF-ADE8-C5CA-1EA55A9FE307}"/>
          </ac:spMkLst>
        </pc:spChg>
        <pc:spChg chg="add mod">
          <ac:chgData name="Palak gupta" userId="f9a89c6c66891a25" providerId="LiveId" clId="{F223D064-5E46-4C65-B439-B338B92B7D89}" dt="2023-09-19T17:23:00.454" v="5731" actId="1036"/>
          <ac:spMkLst>
            <pc:docMk/>
            <pc:sldMk cId="3508287547" sldId="345"/>
            <ac:spMk id="83" creationId="{8D41D796-9734-D4FB-D692-6C49A85AFE98}"/>
          </ac:spMkLst>
        </pc:spChg>
        <pc:spChg chg="add mod">
          <ac:chgData name="Palak gupta" userId="f9a89c6c66891a25" providerId="LiveId" clId="{F223D064-5E46-4C65-B439-B338B92B7D89}" dt="2023-09-19T13:01:14.253" v="4705" actId="207"/>
          <ac:spMkLst>
            <pc:docMk/>
            <pc:sldMk cId="3508287547" sldId="345"/>
            <ac:spMk id="85" creationId="{4577F9B6-29E2-59FA-5ADA-28D8E50AF474}"/>
          </ac:spMkLst>
        </pc:spChg>
        <pc:spChg chg="add mod">
          <ac:chgData name="Palak gupta" userId="f9a89c6c66891a25" providerId="LiveId" clId="{F223D064-5E46-4C65-B439-B338B92B7D89}" dt="2023-09-19T13:01:19.185" v="4706" actId="207"/>
          <ac:spMkLst>
            <pc:docMk/>
            <pc:sldMk cId="3508287547" sldId="345"/>
            <ac:spMk id="87" creationId="{760829BB-2F3B-1B64-8E89-D1CDD96093F1}"/>
          </ac:spMkLst>
        </pc:spChg>
        <pc:grpChg chg="mod">
          <ac:chgData name="Palak gupta" userId="f9a89c6c66891a25" providerId="LiveId" clId="{F223D064-5E46-4C65-B439-B338B92B7D89}" dt="2023-09-19T13:01:45.180" v="4777" actId="1037"/>
          <ac:grpSpMkLst>
            <pc:docMk/>
            <pc:sldMk cId="3508287547" sldId="345"/>
            <ac:grpSpMk id="13" creationId="{B4DAFBB7-E36B-54A6-E171-3DB7D1D57DCB}"/>
          </ac:grpSpMkLst>
        </pc:grpChg>
        <pc:grpChg chg="add mod">
          <ac:chgData name="Palak gupta" userId="f9a89c6c66891a25" providerId="LiveId" clId="{F223D064-5E46-4C65-B439-B338B92B7D89}" dt="2023-09-19T12:57:15.978" v="4650" actId="1076"/>
          <ac:grpSpMkLst>
            <pc:docMk/>
            <pc:sldMk cId="3508287547" sldId="345"/>
            <ac:grpSpMk id="21" creationId="{700ED8CF-A37E-D6CC-01CD-ED3750527601}"/>
          </ac:grpSpMkLst>
        </pc:grpChg>
      </pc:sldChg>
      <pc:sldChg chg="addSp delSp modSp add mod">
        <pc:chgData name="Palak gupta" userId="f9a89c6c66891a25" providerId="LiveId" clId="{F223D064-5E46-4C65-B439-B338B92B7D89}" dt="2023-09-19T13:04:07.848" v="4808" actId="1076"/>
        <pc:sldMkLst>
          <pc:docMk/>
          <pc:sldMk cId="246239962" sldId="346"/>
        </pc:sldMkLst>
        <pc:spChg chg="del">
          <ac:chgData name="Palak gupta" userId="f9a89c6c66891a25" providerId="LiveId" clId="{F223D064-5E46-4C65-B439-B338B92B7D89}" dt="2023-09-19T13:02:16.715" v="4781" actId="478"/>
          <ac:spMkLst>
            <pc:docMk/>
            <pc:sldMk cId="246239962" sldId="346"/>
            <ac:spMk id="41" creationId="{EA096BB1-8363-4C53-3720-D0CD85C4A2C8}"/>
          </ac:spMkLst>
        </pc:spChg>
        <pc:spChg chg="del mod">
          <ac:chgData name="Palak gupta" userId="f9a89c6c66891a25" providerId="LiveId" clId="{F223D064-5E46-4C65-B439-B338B92B7D89}" dt="2023-09-19T13:02:41.365" v="4788" actId="478"/>
          <ac:spMkLst>
            <pc:docMk/>
            <pc:sldMk cId="246239962" sldId="346"/>
            <ac:spMk id="70" creationId="{48313E72-5C55-22EF-0F23-8A6837B136CB}"/>
          </ac:spMkLst>
        </pc:spChg>
        <pc:spChg chg="del">
          <ac:chgData name="Palak gupta" userId="f9a89c6c66891a25" providerId="LiveId" clId="{F223D064-5E46-4C65-B439-B338B92B7D89}" dt="2023-09-19T13:02:14.815" v="4780" actId="478"/>
          <ac:spMkLst>
            <pc:docMk/>
            <pc:sldMk cId="246239962" sldId="346"/>
            <ac:spMk id="79" creationId="{0915B810-1F0D-798F-6E9A-BFDCC71A2A1B}"/>
          </ac:spMkLst>
        </pc:spChg>
        <pc:spChg chg="mod">
          <ac:chgData name="Palak gupta" userId="f9a89c6c66891a25" providerId="LiveId" clId="{F223D064-5E46-4C65-B439-B338B92B7D89}" dt="2023-09-19T13:02:35.619" v="4785" actId="1076"/>
          <ac:spMkLst>
            <pc:docMk/>
            <pc:sldMk cId="246239962" sldId="346"/>
            <ac:spMk id="81" creationId="{D5B12EC8-C0CF-ADE8-C5CA-1EA55A9FE307}"/>
          </ac:spMkLst>
        </pc:spChg>
        <pc:spChg chg="mod">
          <ac:chgData name="Palak gupta" userId="f9a89c6c66891a25" providerId="LiveId" clId="{F223D064-5E46-4C65-B439-B338B92B7D89}" dt="2023-09-19T13:02:29.829" v="4783" actId="1076"/>
          <ac:spMkLst>
            <pc:docMk/>
            <pc:sldMk cId="246239962" sldId="346"/>
            <ac:spMk id="83" creationId="{8D41D796-9734-D4FB-D692-6C49A85AFE98}"/>
          </ac:spMkLst>
        </pc:spChg>
        <pc:spChg chg="mod">
          <ac:chgData name="Palak gupta" userId="f9a89c6c66891a25" providerId="LiveId" clId="{F223D064-5E46-4C65-B439-B338B92B7D89}" dt="2023-09-19T13:02:26.110" v="4782" actId="1076"/>
          <ac:spMkLst>
            <pc:docMk/>
            <pc:sldMk cId="246239962" sldId="346"/>
            <ac:spMk id="85" creationId="{4577F9B6-29E2-59FA-5ADA-28D8E50AF474}"/>
          </ac:spMkLst>
        </pc:spChg>
        <pc:spChg chg="mod">
          <ac:chgData name="Palak gupta" userId="f9a89c6c66891a25" providerId="LiveId" clId="{F223D064-5E46-4C65-B439-B338B92B7D89}" dt="2023-09-19T13:02:32.930" v="4784" actId="1076"/>
          <ac:spMkLst>
            <pc:docMk/>
            <pc:sldMk cId="246239962" sldId="346"/>
            <ac:spMk id="87" creationId="{760829BB-2F3B-1B64-8E89-D1CDD96093F1}"/>
          </ac:spMkLst>
        </pc:spChg>
        <pc:grpChg chg="mod">
          <ac:chgData name="Palak gupta" userId="f9a89c6c66891a25" providerId="LiveId" clId="{F223D064-5E46-4C65-B439-B338B92B7D89}" dt="2023-09-19T13:02:12.707" v="4779" actId="1076"/>
          <ac:grpSpMkLst>
            <pc:docMk/>
            <pc:sldMk cId="246239962" sldId="346"/>
            <ac:grpSpMk id="21" creationId="{700ED8CF-A37E-D6CC-01CD-ED3750527601}"/>
          </ac:grpSpMkLst>
        </pc:grpChg>
        <pc:picChg chg="add mod">
          <ac:chgData name="Palak gupta" userId="f9a89c6c66891a25" providerId="LiveId" clId="{F223D064-5E46-4C65-B439-B338B92B7D89}" dt="2023-09-19T13:03:36.241" v="4799" actId="1036"/>
          <ac:picMkLst>
            <pc:docMk/>
            <pc:sldMk cId="246239962" sldId="346"/>
            <ac:picMk id="80" creationId="{AE5D1945-9002-50D4-D4D4-B99CC1BF0356}"/>
          </ac:picMkLst>
        </pc:picChg>
        <pc:picChg chg="add mod">
          <ac:chgData name="Palak gupta" userId="f9a89c6c66891a25" providerId="LiveId" clId="{F223D064-5E46-4C65-B439-B338B92B7D89}" dt="2023-09-19T13:04:07.848" v="4808" actId="1076"/>
          <ac:picMkLst>
            <pc:docMk/>
            <pc:sldMk cId="246239962" sldId="346"/>
            <ac:picMk id="82" creationId="{FAEFF830-A72C-80F7-2C3F-D575C4DC09ED}"/>
          </ac:picMkLst>
        </pc:picChg>
      </pc:sldChg>
      <pc:sldChg chg="addSp modSp add mod">
        <pc:chgData name="Palak gupta" userId="f9a89c6c66891a25" providerId="LiveId" clId="{F223D064-5E46-4C65-B439-B338B92B7D89}" dt="2023-09-19T13:04:30.455" v="4814" actId="1035"/>
        <pc:sldMkLst>
          <pc:docMk/>
          <pc:sldMk cId="1534884191" sldId="347"/>
        </pc:sldMkLst>
        <pc:picChg chg="add mod">
          <ac:chgData name="Palak gupta" userId="f9a89c6c66891a25" providerId="LiveId" clId="{F223D064-5E46-4C65-B439-B338B92B7D89}" dt="2023-09-19T13:04:30.455" v="4814" actId="1035"/>
          <ac:picMkLst>
            <pc:docMk/>
            <pc:sldMk cId="1534884191" sldId="347"/>
            <ac:picMk id="41" creationId="{C7FA18A7-238A-3E88-4310-27ACF7E36F27}"/>
          </ac:picMkLst>
        </pc:picChg>
      </pc:sldChg>
      <pc:sldChg chg="addSp modSp add mod">
        <pc:chgData name="Palak gupta" userId="f9a89c6c66891a25" providerId="LiveId" clId="{F223D064-5E46-4C65-B439-B338B92B7D89}" dt="2023-09-19T13:28:08.308" v="5570" actId="1035"/>
        <pc:sldMkLst>
          <pc:docMk/>
          <pc:sldMk cId="2851026651" sldId="348"/>
        </pc:sldMkLst>
        <pc:picChg chg="mod ord">
          <ac:chgData name="Palak gupta" userId="f9a89c6c66891a25" providerId="LiveId" clId="{F223D064-5E46-4C65-B439-B338B92B7D89}" dt="2023-09-19T13:28:08.308" v="5570" actId="1035"/>
          <ac:picMkLst>
            <pc:docMk/>
            <pc:sldMk cId="2851026651" sldId="348"/>
            <ac:picMk id="41" creationId="{C7FA18A7-238A-3E88-4310-27ACF7E36F27}"/>
          </ac:picMkLst>
        </pc:picChg>
        <pc:picChg chg="add mod">
          <ac:chgData name="Palak gupta" userId="f9a89c6c66891a25" providerId="LiveId" clId="{F223D064-5E46-4C65-B439-B338B92B7D89}" dt="2023-09-19T13:27:49.073" v="5512" actId="14100"/>
          <ac:picMkLst>
            <pc:docMk/>
            <pc:sldMk cId="2851026651" sldId="348"/>
            <ac:picMk id="78" creationId="{5802B9F2-CE4E-B1E9-450D-D9A44BF37C34}"/>
          </ac:picMkLst>
        </pc:picChg>
        <pc:picChg chg="mod">
          <ac:chgData name="Palak gupta" userId="f9a89c6c66891a25" providerId="LiveId" clId="{F223D064-5E46-4C65-B439-B338B92B7D89}" dt="2023-09-19T13:04:54.216" v="4816" actId="1076"/>
          <ac:picMkLst>
            <pc:docMk/>
            <pc:sldMk cId="2851026651" sldId="348"/>
            <ac:picMk id="80" creationId="{AE5D1945-9002-50D4-D4D4-B99CC1BF0356}"/>
          </ac:picMkLst>
        </pc:picChg>
      </pc:sldChg>
      <pc:sldChg chg="addSp delSp modSp add mod">
        <pc:chgData name="Palak gupta" userId="f9a89c6c66891a25" providerId="LiveId" clId="{F223D064-5E46-4C65-B439-B338B92B7D89}" dt="2023-09-19T13:28:21.337" v="5572" actId="1076"/>
        <pc:sldMkLst>
          <pc:docMk/>
          <pc:sldMk cId="854080689" sldId="349"/>
        </pc:sldMkLst>
        <pc:spChg chg="mod">
          <ac:chgData name="Palak gupta" userId="f9a89c6c66891a25" providerId="LiveId" clId="{F223D064-5E46-4C65-B439-B338B92B7D89}" dt="2023-09-19T13:18:00.215" v="5456"/>
          <ac:spMkLst>
            <pc:docMk/>
            <pc:sldMk cId="854080689" sldId="349"/>
            <ac:spMk id="52" creationId="{D835A08B-ACFE-74FF-C87D-9AE80BDD0899}"/>
          </ac:spMkLst>
        </pc:spChg>
        <pc:spChg chg="mod">
          <ac:chgData name="Palak gupta" userId="f9a89c6c66891a25" providerId="LiveId" clId="{F223D064-5E46-4C65-B439-B338B92B7D89}" dt="2023-09-19T13:18:00.215" v="5456"/>
          <ac:spMkLst>
            <pc:docMk/>
            <pc:sldMk cId="854080689" sldId="349"/>
            <ac:spMk id="54" creationId="{D5EEB434-58FB-90CA-449F-D92544C45934}"/>
          </ac:spMkLst>
        </pc:spChg>
        <pc:spChg chg="mod">
          <ac:chgData name="Palak gupta" userId="f9a89c6c66891a25" providerId="LiveId" clId="{F223D064-5E46-4C65-B439-B338B92B7D89}" dt="2023-09-19T13:14:27.214" v="5332"/>
          <ac:spMkLst>
            <pc:docMk/>
            <pc:sldMk cId="854080689" sldId="349"/>
            <ac:spMk id="70" creationId="{48313E72-5C55-22EF-0F23-8A6837B136CB}"/>
          </ac:spMkLst>
        </pc:spChg>
        <pc:spChg chg="mod">
          <ac:chgData name="Palak gupta" userId="f9a89c6c66891a25" providerId="LiveId" clId="{F223D064-5E46-4C65-B439-B338B92B7D89}" dt="2023-09-19T13:18:00.215" v="5456"/>
          <ac:spMkLst>
            <pc:docMk/>
            <pc:sldMk cId="854080689" sldId="349"/>
            <ac:spMk id="71" creationId="{07D4FEBD-E3BB-7194-7782-D5F7CDB665BD}"/>
          </ac:spMkLst>
        </pc:spChg>
        <pc:spChg chg="mod">
          <ac:chgData name="Palak gupta" userId="f9a89c6c66891a25" providerId="LiveId" clId="{F223D064-5E46-4C65-B439-B338B92B7D89}" dt="2023-09-19T13:18:00.215" v="5456"/>
          <ac:spMkLst>
            <pc:docMk/>
            <pc:sldMk cId="854080689" sldId="349"/>
            <ac:spMk id="72" creationId="{75582ACE-A3C1-9D11-6BE2-52882858CDB3}"/>
          </ac:spMkLst>
        </pc:spChg>
        <pc:spChg chg="mod">
          <ac:chgData name="Palak gupta" userId="f9a89c6c66891a25" providerId="LiveId" clId="{F223D064-5E46-4C65-B439-B338B92B7D89}" dt="2023-09-19T13:18:00.215" v="5456"/>
          <ac:spMkLst>
            <pc:docMk/>
            <pc:sldMk cId="854080689" sldId="349"/>
            <ac:spMk id="73" creationId="{C26572E5-68EF-DED1-D92B-496E09594E5D}"/>
          </ac:spMkLst>
        </pc:spChg>
        <pc:spChg chg="mod">
          <ac:chgData name="Palak gupta" userId="f9a89c6c66891a25" providerId="LiveId" clId="{F223D064-5E46-4C65-B439-B338B92B7D89}" dt="2023-09-19T13:18:00.215" v="5456"/>
          <ac:spMkLst>
            <pc:docMk/>
            <pc:sldMk cId="854080689" sldId="349"/>
            <ac:spMk id="74" creationId="{B8D15F6A-04F6-33F9-D70A-D2523065D076}"/>
          </ac:spMkLst>
        </pc:spChg>
        <pc:spChg chg="add del mod">
          <ac:chgData name="Palak gupta" userId="f9a89c6c66891a25" providerId="LiveId" clId="{F223D064-5E46-4C65-B439-B338B92B7D89}" dt="2023-09-19T13:28:21.337" v="5572" actId="1076"/>
          <ac:spMkLst>
            <pc:docMk/>
            <pc:sldMk cId="854080689" sldId="349"/>
            <ac:spMk id="75" creationId="{56C338F1-21CC-A515-41CA-0B8CA7DB1ED0}"/>
          </ac:spMkLst>
        </pc:spChg>
        <pc:spChg chg="add del mod">
          <ac:chgData name="Palak gupta" userId="f9a89c6c66891a25" providerId="LiveId" clId="{F223D064-5E46-4C65-B439-B338B92B7D89}" dt="2023-09-19T13:21:00.970" v="5495" actId="688"/>
          <ac:spMkLst>
            <pc:docMk/>
            <pc:sldMk cId="854080689" sldId="349"/>
            <ac:spMk id="76" creationId="{C6C135C5-3FF4-E94D-41F4-75B1471110D6}"/>
          </ac:spMkLst>
        </pc:spChg>
        <pc:spChg chg="add del mod">
          <ac:chgData name="Palak gupta" userId="f9a89c6c66891a25" providerId="LiveId" clId="{F223D064-5E46-4C65-B439-B338B92B7D89}" dt="2023-09-19T13:21:03.910" v="5496" actId="478"/>
          <ac:spMkLst>
            <pc:docMk/>
            <pc:sldMk cId="854080689" sldId="349"/>
            <ac:spMk id="77" creationId="{31CF40DF-B267-519F-34B0-D5C094BB8BC3}"/>
          </ac:spMkLst>
        </pc:spChg>
        <pc:spChg chg="add mod">
          <ac:chgData name="Palak gupta" userId="f9a89c6c66891a25" providerId="LiveId" clId="{F223D064-5E46-4C65-B439-B338B92B7D89}" dt="2023-09-19T13:20:38.751" v="5490" actId="1076"/>
          <ac:spMkLst>
            <pc:docMk/>
            <pc:sldMk cId="854080689" sldId="349"/>
            <ac:spMk id="78" creationId="{6C3A8CEA-9193-4BF7-8E47-CF9BBF950F92}"/>
          </ac:spMkLst>
        </pc:spChg>
        <pc:spChg chg="add del mod">
          <ac:chgData name="Palak gupta" userId="f9a89c6c66891a25" providerId="LiveId" clId="{F223D064-5E46-4C65-B439-B338B92B7D89}" dt="2023-09-19T13:20:53.525" v="5492" actId="478"/>
          <ac:spMkLst>
            <pc:docMk/>
            <pc:sldMk cId="854080689" sldId="349"/>
            <ac:spMk id="79" creationId="{FB15F633-7CA4-ABB1-E7B8-D7D8AE8BA972}"/>
          </ac:spMkLst>
        </pc:spChg>
        <pc:spChg chg="add mod">
          <ac:chgData name="Palak gupta" userId="f9a89c6c66891a25" providerId="LiveId" clId="{F223D064-5E46-4C65-B439-B338B92B7D89}" dt="2023-09-19T13:21:54.792" v="5507" actId="1076"/>
          <ac:spMkLst>
            <pc:docMk/>
            <pc:sldMk cId="854080689" sldId="349"/>
            <ac:spMk id="80" creationId="{461588EE-3066-F7F0-BCB5-B100732AF51D}"/>
          </ac:spMkLst>
        </pc:spChg>
        <pc:grpChg chg="add mod">
          <ac:chgData name="Palak gupta" userId="f9a89c6c66891a25" providerId="LiveId" clId="{F223D064-5E46-4C65-B439-B338B92B7D89}" dt="2023-09-19T13:18:03.434" v="5457" actId="1076"/>
          <ac:grpSpMkLst>
            <pc:docMk/>
            <pc:sldMk cId="854080689" sldId="349"/>
            <ac:grpSpMk id="21" creationId="{A178A4AE-95FE-1D51-43D0-F90472BD35F6}"/>
          </ac:grpSpMkLst>
        </pc:grpChg>
      </pc:sldChg>
      <pc:sldChg chg="addSp delSp modSp add mod">
        <pc:chgData name="Palak gupta" userId="f9a89c6c66891a25" providerId="LiveId" clId="{F223D064-5E46-4C65-B439-B338B92B7D89}" dt="2023-09-19T13:20:30.417" v="5488" actId="1076"/>
        <pc:sldMkLst>
          <pc:docMk/>
          <pc:sldMk cId="3639871926" sldId="350"/>
        </pc:sldMkLst>
        <pc:spChg chg="mod">
          <ac:chgData name="Palak gupta" userId="f9a89c6c66891a25" providerId="LiveId" clId="{F223D064-5E46-4C65-B439-B338B92B7D89}" dt="2023-09-19T13:17:40.988" v="5451"/>
          <ac:spMkLst>
            <pc:docMk/>
            <pc:sldMk cId="3639871926" sldId="350"/>
            <ac:spMk id="52" creationId="{6BEAF61A-F524-DFA9-8E86-33ADDDE1112A}"/>
          </ac:spMkLst>
        </pc:spChg>
        <pc:spChg chg="mod">
          <ac:chgData name="Palak gupta" userId="f9a89c6c66891a25" providerId="LiveId" clId="{F223D064-5E46-4C65-B439-B338B92B7D89}" dt="2023-09-19T13:17:40.988" v="5451"/>
          <ac:spMkLst>
            <pc:docMk/>
            <pc:sldMk cId="3639871926" sldId="350"/>
            <ac:spMk id="54" creationId="{C5800BC5-8E18-5CA9-0A7C-5A8B03F58631}"/>
          </ac:spMkLst>
        </pc:spChg>
        <pc:spChg chg="mod">
          <ac:chgData name="Palak gupta" userId="f9a89c6c66891a25" providerId="LiveId" clId="{F223D064-5E46-4C65-B439-B338B92B7D89}" dt="2023-09-19T13:17:14.206" v="5450" actId="1076"/>
          <ac:spMkLst>
            <pc:docMk/>
            <pc:sldMk cId="3639871926" sldId="350"/>
            <ac:spMk id="70" creationId="{48313E72-5C55-22EF-0F23-8A6837B136CB}"/>
          </ac:spMkLst>
        </pc:spChg>
        <pc:spChg chg="mod">
          <ac:chgData name="Palak gupta" userId="f9a89c6c66891a25" providerId="LiveId" clId="{F223D064-5E46-4C65-B439-B338B92B7D89}" dt="2023-09-19T13:17:40.988" v="5451"/>
          <ac:spMkLst>
            <pc:docMk/>
            <pc:sldMk cId="3639871926" sldId="350"/>
            <ac:spMk id="71" creationId="{264A81FB-CA40-CC2A-43E9-C0B6D223C41D}"/>
          </ac:spMkLst>
        </pc:spChg>
        <pc:spChg chg="mod">
          <ac:chgData name="Palak gupta" userId="f9a89c6c66891a25" providerId="LiveId" clId="{F223D064-5E46-4C65-B439-B338B92B7D89}" dt="2023-09-19T13:17:40.988" v="5451"/>
          <ac:spMkLst>
            <pc:docMk/>
            <pc:sldMk cId="3639871926" sldId="350"/>
            <ac:spMk id="72" creationId="{2D15DCEE-9C8E-64CA-7FCC-8C8978D3A572}"/>
          </ac:spMkLst>
        </pc:spChg>
        <pc:spChg chg="mod">
          <ac:chgData name="Palak gupta" userId="f9a89c6c66891a25" providerId="LiveId" clId="{F223D064-5E46-4C65-B439-B338B92B7D89}" dt="2023-09-19T13:17:40.988" v="5451"/>
          <ac:spMkLst>
            <pc:docMk/>
            <pc:sldMk cId="3639871926" sldId="350"/>
            <ac:spMk id="73" creationId="{B2368E27-196D-E4A6-155F-0FD46AADEC31}"/>
          </ac:spMkLst>
        </pc:spChg>
        <pc:spChg chg="mod">
          <ac:chgData name="Palak gupta" userId="f9a89c6c66891a25" providerId="LiveId" clId="{F223D064-5E46-4C65-B439-B338B92B7D89}" dt="2023-09-19T13:17:40.988" v="5451"/>
          <ac:spMkLst>
            <pc:docMk/>
            <pc:sldMk cId="3639871926" sldId="350"/>
            <ac:spMk id="74" creationId="{8F4592AD-3842-41E0-0B5D-0126A951A3F0}"/>
          </ac:spMkLst>
        </pc:spChg>
        <pc:spChg chg="add del mod">
          <ac:chgData name="Palak gupta" userId="f9a89c6c66891a25" providerId="LiveId" clId="{F223D064-5E46-4C65-B439-B338B92B7D89}" dt="2023-09-19T13:19:42.789" v="5476" actId="478"/>
          <ac:spMkLst>
            <pc:docMk/>
            <pc:sldMk cId="3639871926" sldId="350"/>
            <ac:spMk id="75" creationId="{DFE198DC-864C-52FB-1109-821EEBD41903}"/>
          </ac:spMkLst>
        </pc:spChg>
        <pc:spChg chg="add del mod">
          <ac:chgData name="Palak gupta" userId="f9a89c6c66891a25" providerId="LiveId" clId="{F223D064-5E46-4C65-B439-B338B92B7D89}" dt="2023-09-19T13:19:42.789" v="5476" actId="478"/>
          <ac:spMkLst>
            <pc:docMk/>
            <pc:sldMk cId="3639871926" sldId="350"/>
            <ac:spMk id="76" creationId="{B355E9C8-083F-E1B7-F2FA-F8F179CA1821}"/>
          </ac:spMkLst>
        </pc:spChg>
        <pc:spChg chg="add del mod">
          <ac:chgData name="Palak gupta" userId="f9a89c6c66891a25" providerId="LiveId" clId="{F223D064-5E46-4C65-B439-B338B92B7D89}" dt="2023-09-19T13:19:42.789" v="5476" actId="478"/>
          <ac:spMkLst>
            <pc:docMk/>
            <pc:sldMk cId="3639871926" sldId="350"/>
            <ac:spMk id="77" creationId="{8556A414-830B-D6B8-16D6-DD7FB92485C3}"/>
          </ac:spMkLst>
        </pc:spChg>
        <pc:spChg chg="add mod">
          <ac:chgData name="Palak gupta" userId="f9a89c6c66891a25" providerId="LiveId" clId="{F223D064-5E46-4C65-B439-B338B92B7D89}" dt="2023-09-19T13:19:11.879" v="5468" actId="1076"/>
          <ac:spMkLst>
            <pc:docMk/>
            <pc:sldMk cId="3639871926" sldId="350"/>
            <ac:spMk id="78" creationId="{5094A0FA-F35F-649A-0A6A-9CD8F7826257}"/>
          </ac:spMkLst>
        </pc:spChg>
        <pc:spChg chg="add mod">
          <ac:chgData name="Palak gupta" userId="f9a89c6c66891a25" providerId="LiveId" clId="{F223D064-5E46-4C65-B439-B338B92B7D89}" dt="2023-09-19T13:20:30.417" v="5488" actId="1076"/>
          <ac:spMkLst>
            <pc:docMk/>
            <pc:sldMk cId="3639871926" sldId="350"/>
            <ac:spMk id="79" creationId="{F9CA0E05-5FA1-EECA-00B6-EBD20B176216}"/>
          </ac:spMkLst>
        </pc:spChg>
        <pc:grpChg chg="add mod">
          <ac:chgData name="Palak gupta" userId="f9a89c6c66891a25" providerId="LiveId" clId="{F223D064-5E46-4C65-B439-B338B92B7D89}" dt="2023-09-19T13:19:05.392" v="5466" actId="1076"/>
          <ac:grpSpMkLst>
            <pc:docMk/>
            <pc:sldMk cId="3639871926" sldId="350"/>
            <ac:grpSpMk id="21" creationId="{AFCCEC73-60A7-C8C2-39B3-D250D0066A87}"/>
          </ac:grpSpMkLst>
        </pc:grpChg>
      </pc:sldChg>
      <pc:sldChg chg="addSp delSp modSp add mod">
        <pc:chgData name="Palak gupta" userId="f9a89c6c66891a25" providerId="LiveId" clId="{F223D064-5E46-4C65-B439-B338B92B7D89}" dt="2023-09-24T16:03:37.140" v="8621" actId="21"/>
        <pc:sldMkLst>
          <pc:docMk/>
          <pc:sldMk cId="1044477527" sldId="351"/>
        </pc:sldMkLst>
        <pc:spChg chg="mod">
          <ac:chgData name="Palak gupta" userId="f9a89c6c66891a25" providerId="LiveId" clId="{F223D064-5E46-4C65-B439-B338B92B7D89}" dt="2023-09-20T11:05:00.076" v="5768" actId="207"/>
          <ac:spMkLst>
            <pc:docMk/>
            <pc:sldMk cId="1044477527" sldId="351"/>
            <ac:spMk id="3" creationId="{25726969-86C3-4E0A-A7D5-AF1B338BD4B0}"/>
          </ac:spMkLst>
        </pc:spChg>
        <pc:spChg chg="del mod">
          <ac:chgData name="Palak gupta" userId="f9a89c6c66891a25" providerId="LiveId" clId="{F223D064-5E46-4C65-B439-B338B92B7D89}" dt="2023-09-20T11:12:38.986" v="5784" actId="478"/>
          <ac:spMkLst>
            <pc:docMk/>
            <pc:sldMk cId="1044477527" sldId="351"/>
            <ac:spMk id="6" creationId="{129A4131-AE75-DE16-CDC3-D4460FFD683C}"/>
          </ac:spMkLst>
        </pc:spChg>
        <pc:spChg chg="mod">
          <ac:chgData name="Palak gupta" userId="f9a89c6c66891a25" providerId="LiveId" clId="{F223D064-5E46-4C65-B439-B338B92B7D89}" dt="2023-09-20T11:10:48.211" v="5774" actId="207"/>
          <ac:spMkLst>
            <pc:docMk/>
            <pc:sldMk cId="1044477527" sldId="351"/>
            <ac:spMk id="14" creationId="{7BE9BDF8-D9B3-4973-84B6-82816678C3EA}"/>
          </ac:spMkLst>
        </pc:spChg>
        <pc:spChg chg="mod">
          <ac:chgData name="Palak gupta" userId="f9a89c6c66891a25" providerId="LiveId" clId="{F223D064-5E46-4C65-B439-B338B92B7D89}" dt="2023-09-20T11:12:21.885" v="5779" actId="207"/>
          <ac:spMkLst>
            <pc:docMk/>
            <pc:sldMk cId="1044477527" sldId="351"/>
            <ac:spMk id="21" creationId="{8CA1BDD3-CE3E-4AD3-9E3C-2B41C3038F97}"/>
          </ac:spMkLst>
        </pc:spChg>
        <pc:spChg chg="mod">
          <ac:chgData name="Palak gupta" userId="f9a89c6c66891a25" providerId="LiveId" clId="{F223D064-5E46-4C65-B439-B338B92B7D89}" dt="2023-09-20T11:12:06.109" v="5778" actId="207"/>
          <ac:spMkLst>
            <pc:docMk/>
            <pc:sldMk cId="1044477527" sldId="351"/>
            <ac:spMk id="37" creationId="{6C5901FA-3D44-4D00-B8D5-926BAB1D7ED9}"/>
          </ac:spMkLst>
        </pc:spChg>
        <pc:spChg chg="mod">
          <ac:chgData name="Palak gupta" userId="f9a89c6c66891a25" providerId="LiveId" clId="{F223D064-5E46-4C65-B439-B338B92B7D89}" dt="2023-09-20T11:12:06.109" v="5778" actId="207"/>
          <ac:spMkLst>
            <pc:docMk/>
            <pc:sldMk cId="1044477527" sldId="351"/>
            <ac:spMk id="41" creationId="{4F0A8BC6-FE75-F551-879D-7E69FD76CB6F}"/>
          </ac:spMkLst>
        </pc:spChg>
        <pc:spChg chg="add del mod">
          <ac:chgData name="Palak gupta" userId="f9a89c6c66891a25" providerId="LiveId" clId="{F223D064-5E46-4C65-B439-B338B92B7D89}" dt="2023-09-24T16:03:37.140" v="8621" actId="21"/>
          <ac:spMkLst>
            <pc:docMk/>
            <pc:sldMk cId="1044477527" sldId="351"/>
            <ac:spMk id="51" creationId="{6B70D10C-0AE4-8AF6-DB8B-9E1490E2DAFD}"/>
          </ac:spMkLst>
        </pc:spChg>
        <pc:spChg chg="mod">
          <ac:chgData name="Palak gupta" userId="f9a89c6c66891a25" providerId="LiveId" clId="{F223D064-5E46-4C65-B439-B338B92B7D89}" dt="2023-09-20T11:11:49.245" v="5776" actId="207"/>
          <ac:spMkLst>
            <pc:docMk/>
            <pc:sldMk cId="1044477527" sldId="351"/>
            <ac:spMk id="52" creationId="{A2BA37F3-043C-C2DA-CBFC-5B47BBF37FB8}"/>
          </ac:spMkLst>
        </pc:spChg>
        <pc:spChg chg="mod">
          <ac:chgData name="Palak gupta" userId="f9a89c6c66891a25" providerId="LiveId" clId="{F223D064-5E46-4C65-B439-B338B92B7D89}" dt="2023-09-20T11:04:55.982" v="5767" actId="207"/>
          <ac:spMkLst>
            <pc:docMk/>
            <pc:sldMk cId="1044477527" sldId="351"/>
            <ac:spMk id="53" creationId="{BB5E465A-0EB5-55BA-1D3A-0F0CABFB581B}"/>
          </ac:spMkLst>
        </pc:spChg>
        <pc:spChg chg="del">
          <ac:chgData name="Palak gupta" userId="f9a89c6c66891a25" providerId="LiveId" clId="{F223D064-5E46-4C65-B439-B338B92B7D89}" dt="2023-09-20T11:12:30.214" v="5781" actId="478"/>
          <ac:spMkLst>
            <pc:docMk/>
            <pc:sldMk cId="1044477527" sldId="351"/>
            <ac:spMk id="96" creationId="{FDDA4F64-75D4-E5B4-6293-E8888B85A9A9}"/>
          </ac:spMkLst>
        </pc:spChg>
        <pc:grpChg chg="mod">
          <ac:chgData name="Palak gupta" userId="f9a89c6c66891a25" providerId="LiveId" clId="{F223D064-5E46-4C65-B439-B338B92B7D89}" dt="2023-09-20T11:12:06.109" v="5778" actId="207"/>
          <ac:grpSpMkLst>
            <pc:docMk/>
            <pc:sldMk cId="1044477527" sldId="351"/>
            <ac:grpSpMk id="54" creationId="{750CF6D1-2BDB-C5E6-66CE-7ADF691A5782}"/>
          </ac:grpSpMkLst>
        </pc:grpChg>
        <pc:grpChg chg="mod">
          <ac:chgData name="Palak gupta" userId="f9a89c6c66891a25" providerId="LiveId" clId="{F223D064-5E46-4C65-B439-B338B92B7D89}" dt="2023-09-20T11:05:00.076" v="5768" actId="207"/>
          <ac:grpSpMkLst>
            <pc:docMk/>
            <pc:sldMk cId="1044477527" sldId="351"/>
            <ac:grpSpMk id="56" creationId="{0E9E0331-209D-0317-FE49-EAB3F544D2E0}"/>
          </ac:grpSpMkLst>
        </pc:grpChg>
        <pc:grpChg chg="del">
          <ac:chgData name="Palak gupta" userId="f9a89c6c66891a25" providerId="LiveId" clId="{F223D064-5E46-4C65-B439-B338B92B7D89}" dt="2023-09-20T11:12:32.296" v="5782" actId="478"/>
          <ac:grpSpMkLst>
            <pc:docMk/>
            <pc:sldMk cId="1044477527" sldId="351"/>
            <ac:grpSpMk id="88" creationId="{29295D27-57A9-C918-6428-41DD9D7FF1A2}"/>
          </ac:grpSpMkLst>
        </pc:grpChg>
        <pc:grpChg chg="del">
          <ac:chgData name="Palak gupta" userId="f9a89c6c66891a25" providerId="LiveId" clId="{F223D064-5E46-4C65-B439-B338B92B7D89}" dt="2023-09-20T11:12:27.293" v="5780" actId="478"/>
          <ac:grpSpMkLst>
            <pc:docMk/>
            <pc:sldMk cId="1044477527" sldId="351"/>
            <ac:grpSpMk id="92" creationId="{585C60BB-F791-A201-E6FE-D80236C70494}"/>
          </ac:grpSpMkLst>
        </pc:grpChg>
        <pc:graphicFrameChg chg="del mod">
          <ac:chgData name="Palak gupta" userId="f9a89c6c66891a25" providerId="LiveId" clId="{F223D064-5E46-4C65-B439-B338B92B7D89}" dt="2023-09-20T11:10:34.971" v="5773" actId="478"/>
          <ac:graphicFrameMkLst>
            <pc:docMk/>
            <pc:sldMk cId="1044477527" sldId="351"/>
            <ac:graphicFrameMk id="59" creationId="{47161D81-2EE1-2994-60E0-2FDF617B4E74}"/>
          </ac:graphicFrameMkLst>
        </pc:graphicFrameChg>
      </pc:sldChg>
      <pc:sldChg chg="delSp modSp add del mod">
        <pc:chgData name="Palak gupta" userId="f9a89c6c66891a25" providerId="LiveId" clId="{F223D064-5E46-4C65-B439-B338B92B7D89}" dt="2023-09-19T17:18:44.165" v="5718" actId="2696"/>
        <pc:sldMkLst>
          <pc:docMk/>
          <pc:sldMk cId="3752756847" sldId="351"/>
        </pc:sldMkLst>
        <pc:picChg chg="del mod">
          <ac:chgData name="Palak gupta" userId="f9a89c6c66891a25" providerId="LiveId" clId="{F223D064-5E46-4C65-B439-B338B92B7D89}" dt="2023-09-19T17:18:39.532" v="5717" actId="478"/>
          <ac:picMkLst>
            <pc:docMk/>
            <pc:sldMk cId="3752756847" sldId="351"/>
            <ac:picMk id="6" creationId="{DA65B828-6C9E-DC33-46A6-C7ED346EF1F8}"/>
          </ac:picMkLst>
        </pc:picChg>
      </pc:sldChg>
      <pc:sldChg chg="addSp delSp modSp add mod modAnim">
        <pc:chgData name="Palak gupta" userId="f9a89c6c66891a25" providerId="LiveId" clId="{F223D064-5E46-4C65-B439-B338B92B7D89}" dt="2023-09-24T15:11:40.223" v="8120" actId="1035"/>
        <pc:sldMkLst>
          <pc:docMk/>
          <pc:sldMk cId="3494913049" sldId="352"/>
        </pc:sldMkLst>
        <pc:spChg chg="mod">
          <ac:chgData name="Palak gupta" userId="f9a89c6c66891a25" providerId="LiveId" clId="{F223D064-5E46-4C65-B439-B338B92B7D89}" dt="2023-09-22T11:54:44.176" v="6004" actId="113"/>
          <ac:spMkLst>
            <pc:docMk/>
            <pc:sldMk cId="3494913049" sldId="352"/>
            <ac:spMk id="2" creationId="{206381AD-4C2B-4745-99B1-0BBCE6131A71}"/>
          </ac:spMkLst>
        </pc:spChg>
        <pc:spChg chg="mod">
          <ac:chgData name="Palak gupta" userId="f9a89c6c66891a25" providerId="LiveId" clId="{F223D064-5E46-4C65-B439-B338B92B7D89}" dt="2023-09-22T12:05:17.787" v="6450" actId="1036"/>
          <ac:spMkLst>
            <pc:docMk/>
            <pc:sldMk cId="3494913049" sldId="352"/>
            <ac:spMk id="3" creationId="{9825D9EE-E832-4A2E-8A0A-F25AFB82D9E6}"/>
          </ac:spMkLst>
        </pc:spChg>
        <pc:spChg chg="mod topLvl">
          <ac:chgData name="Palak gupta" userId="f9a89c6c66891a25" providerId="LiveId" clId="{F223D064-5E46-4C65-B439-B338B92B7D89}" dt="2023-09-23T05:24:47.767" v="6956" actId="478"/>
          <ac:spMkLst>
            <pc:docMk/>
            <pc:sldMk cId="3494913049" sldId="352"/>
            <ac:spMk id="5" creationId="{D499489E-7F86-42B9-BA60-9456916470C2}"/>
          </ac:spMkLst>
        </pc:spChg>
        <pc:spChg chg="del mod topLvl">
          <ac:chgData name="Palak gupta" userId="f9a89c6c66891a25" providerId="LiveId" clId="{F223D064-5E46-4C65-B439-B338B92B7D89}" dt="2023-09-23T05:24:47.767" v="6956" actId="478"/>
          <ac:spMkLst>
            <pc:docMk/>
            <pc:sldMk cId="3494913049" sldId="352"/>
            <ac:spMk id="6" creationId="{86417082-81D3-4F22-A55F-2C235B985B69}"/>
          </ac:spMkLst>
        </pc:spChg>
        <pc:spChg chg="mod">
          <ac:chgData name="Palak gupta" userId="f9a89c6c66891a25" providerId="LiveId" clId="{F223D064-5E46-4C65-B439-B338B92B7D89}" dt="2023-09-24T15:10:42.304" v="8055"/>
          <ac:spMkLst>
            <pc:docMk/>
            <pc:sldMk cId="3494913049" sldId="352"/>
            <ac:spMk id="6" creationId="{8FC8E5AC-B5A4-B5A0-77C2-D78A13388AA9}"/>
          </ac:spMkLst>
        </pc:spChg>
        <pc:spChg chg="mod">
          <ac:chgData name="Palak gupta" userId="f9a89c6c66891a25" providerId="LiveId" clId="{F223D064-5E46-4C65-B439-B338B92B7D89}" dt="2023-09-24T15:10:42.304" v="8055"/>
          <ac:spMkLst>
            <pc:docMk/>
            <pc:sldMk cId="3494913049" sldId="352"/>
            <ac:spMk id="10" creationId="{F42DCE7A-95E2-DB47-FCB7-65D5E9279EFA}"/>
          </ac:spMkLst>
        </pc:spChg>
        <pc:spChg chg="mod topLvl">
          <ac:chgData name="Palak gupta" userId="f9a89c6c66891a25" providerId="LiveId" clId="{F223D064-5E46-4C65-B439-B338B92B7D89}" dt="2023-09-23T05:26:32.264" v="6984" actId="478"/>
          <ac:spMkLst>
            <pc:docMk/>
            <pc:sldMk cId="3494913049" sldId="352"/>
            <ac:spMk id="11" creationId="{AE6FD75A-122D-43D1-BF4A-98BE4AA081FA}"/>
          </ac:spMkLst>
        </pc:spChg>
        <pc:spChg chg="del mod topLvl">
          <ac:chgData name="Palak gupta" userId="f9a89c6c66891a25" providerId="LiveId" clId="{F223D064-5E46-4C65-B439-B338B92B7D89}" dt="2023-09-23T05:26:32.264" v="6984" actId="478"/>
          <ac:spMkLst>
            <pc:docMk/>
            <pc:sldMk cId="3494913049" sldId="352"/>
            <ac:spMk id="12" creationId="{E265889D-DEA2-4667-8287-3CFDC2BACAF8}"/>
          </ac:spMkLst>
        </pc:spChg>
        <pc:spChg chg="mod">
          <ac:chgData name="Palak gupta" userId="f9a89c6c66891a25" providerId="LiveId" clId="{F223D064-5E46-4C65-B439-B338B92B7D89}" dt="2023-09-24T15:11:38.816" v="8119"/>
          <ac:spMkLst>
            <pc:docMk/>
            <pc:sldMk cId="3494913049" sldId="352"/>
            <ac:spMk id="16" creationId="{A273B1E3-6D5D-CFA3-EE51-B94DF147CB38}"/>
          </ac:spMkLst>
        </pc:spChg>
        <pc:spChg chg="mod topLvl">
          <ac:chgData name="Palak gupta" userId="f9a89c6c66891a25" providerId="LiveId" clId="{F223D064-5E46-4C65-B439-B338B92B7D89}" dt="2023-09-23T05:25:48.230" v="6964" actId="478"/>
          <ac:spMkLst>
            <pc:docMk/>
            <pc:sldMk cId="3494913049" sldId="352"/>
            <ac:spMk id="17" creationId="{B1057858-F158-4F9D-9E3D-71BB0A39ADD9}"/>
          </ac:spMkLst>
        </pc:spChg>
        <pc:spChg chg="del mod topLvl">
          <ac:chgData name="Palak gupta" userId="f9a89c6c66891a25" providerId="LiveId" clId="{F223D064-5E46-4C65-B439-B338B92B7D89}" dt="2023-09-23T05:25:48.230" v="6964" actId="478"/>
          <ac:spMkLst>
            <pc:docMk/>
            <pc:sldMk cId="3494913049" sldId="352"/>
            <ac:spMk id="18" creationId="{37EE972A-78F0-4CA4-9A47-2D0891902E3D}"/>
          </ac:spMkLst>
        </pc:spChg>
        <pc:spChg chg="mod">
          <ac:chgData name="Palak gupta" userId="f9a89c6c66891a25" providerId="LiveId" clId="{F223D064-5E46-4C65-B439-B338B92B7D89}" dt="2023-09-24T15:11:38.816" v="8119"/>
          <ac:spMkLst>
            <pc:docMk/>
            <pc:sldMk cId="3494913049" sldId="352"/>
            <ac:spMk id="18" creationId="{97C36B11-2784-F5D7-F7D8-46CB0B3E3345}"/>
          </ac:spMkLst>
        </pc:spChg>
        <pc:spChg chg="mod topLvl">
          <ac:chgData name="Palak gupta" userId="f9a89c6c66891a25" providerId="LiveId" clId="{F223D064-5E46-4C65-B439-B338B92B7D89}" dt="2023-09-23T05:25:35.820" v="6961" actId="478"/>
          <ac:spMkLst>
            <pc:docMk/>
            <pc:sldMk cId="3494913049" sldId="352"/>
            <ac:spMk id="23" creationId="{4254F8C5-2CCF-4E86-A235-47CCE79E5A26}"/>
          </ac:spMkLst>
        </pc:spChg>
        <pc:spChg chg="del mod topLvl">
          <ac:chgData name="Palak gupta" userId="f9a89c6c66891a25" providerId="LiveId" clId="{F223D064-5E46-4C65-B439-B338B92B7D89}" dt="2023-09-23T05:25:35.820" v="6961" actId="478"/>
          <ac:spMkLst>
            <pc:docMk/>
            <pc:sldMk cId="3494913049" sldId="352"/>
            <ac:spMk id="24" creationId="{8FB22F44-5BEF-450F-AEE5-0A2AFC049821}"/>
          </ac:spMkLst>
        </pc:spChg>
        <pc:spChg chg="mod">
          <ac:chgData name="Palak gupta" userId="f9a89c6c66891a25" providerId="LiveId" clId="{F223D064-5E46-4C65-B439-B338B92B7D89}" dt="2023-09-22T11:51:10.151" v="5911" actId="1076"/>
          <ac:spMkLst>
            <pc:docMk/>
            <pc:sldMk cId="3494913049" sldId="352"/>
            <ac:spMk id="27" creationId="{04474FFB-83A3-458F-8F60-E9875F6C12AE}"/>
          </ac:spMkLst>
        </pc:spChg>
        <pc:spChg chg="add mod">
          <ac:chgData name="Palak gupta" userId="f9a89c6c66891a25" providerId="LiveId" clId="{F223D064-5E46-4C65-B439-B338B92B7D89}" dt="2023-09-22T11:51:36.731" v="5915" actId="164"/>
          <ac:spMkLst>
            <pc:docMk/>
            <pc:sldMk cId="3494913049" sldId="352"/>
            <ac:spMk id="28" creationId="{074B87E9-D570-B11C-4D94-560F5C586319}"/>
          </ac:spMkLst>
        </pc:spChg>
        <pc:spChg chg="mod">
          <ac:chgData name="Palak gupta" userId="f9a89c6c66891a25" providerId="LiveId" clId="{F223D064-5E46-4C65-B439-B338B92B7D89}" dt="2023-09-22T11:52:07.699" v="5922" actId="164"/>
          <ac:spMkLst>
            <pc:docMk/>
            <pc:sldMk cId="3494913049" sldId="352"/>
            <ac:spMk id="29" creationId="{C6655EEA-7455-4D99-98C2-429D9A73595F}"/>
          </ac:spMkLst>
        </pc:spChg>
        <pc:spChg chg="add mod">
          <ac:chgData name="Palak gupta" userId="f9a89c6c66891a25" providerId="LiveId" clId="{F223D064-5E46-4C65-B439-B338B92B7D89}" dt="2023-09-22T11:50:55.324" v="5907" actId="164"/>
          <ac:spMkLst>
            <pc:docMk/>
            <pc:sldMk cId="3494913049" sldId="352"/>
            <ac:spMk id="31" creationId="{FFDE4B38-C6DA-61D5-49B6-0CD3A2897DAC}"/>
          </ac:spMkLst>
        </pc:spChg>
        <pc:spChg chg="mod">
          <ac:chgData name="Palak gupta" userId="f9a89c6c66891a25" providerId="LiveId" clId="{F223D064-5E46-4C65-B439-B338B92B7D89}" dt="2023-09-22T11:51:26.420" v="5913" actId="164"/>
          <ac:spMkLst>
            <pc:docMk/>
            <pc:sldMk cId="3494913049" sldId="352"/>
            <ac:spMk id="32" creationId="{C6754257-2434-4A78-B450-010AFE0910B0}"/>
          </ac:spMkLst>
        </pc:spChg>
        <pc:spChg chg="mod">
          <ac:chgData name="Palak gupta" userId="f9a89c6c66891a25" providerId="LiveId" clId="{F223D064-5E46-4C65-B439-B338B92B7D89}" dt="2023-09-22T11:51:26.420" v="5913" actId="164"/>
          <ac:spMkLst>
            <pc:docMk/>
            <pc:sldMk cId="3494913049" sldId="352"/>
            <ac:spMk id="33" creationId="{A7895A1A-12E1-4C3B-A4C4-2F237AF91845}"/>
          </ac:spMkLst>
        </pc:spChg>
        <pc:spChg chg="add mod">
          <ac:chgData name="Palak gupta" userId="f9a89c6c66891a25" providerId="LiveId" clId="{F223D064-5E46-4C65-B439-B338B92B7D89}" dt="2023-09-22T11:50:37.875" v="5903" actId="164"/>
          <ac:spMkLst>
            <pc:docMk/>
            <pc:sldMk cId="3494913049" sldId="352"/>
            <ac:spMk id="52" creationId="{81F8C56E-401B-A9FA-92FB-BA0C75F0845A}"/>
          </ac:spMkLst>
        </pc:spChg>
        <pc:spChg chg="add mod">
          <ac:chgData name="Palak gupta" userId="f9a89c6c66891a25" providerId="LiveId" clId="{F223D064-5E46-4C65-B439-B338B92B7D89}" dt="2023-09-22T11:55:02.130" v="6008" actId="164"/>
          <ac:spMkLst>
            <pc:docMk/>
            <pc:sldMk cId="3494913049" sldId="352"/>
            <ac:spMk id="53" creationId="{49638060-3B40-6560-9389-7B135702CE21}"/>
          </ac:spMkLst>
        </pc:spChg>
        <pc:spChg chg="add mod">
          <ac:chgData name="Palak gupta" userId="f9a89c6c66891a25" providerId="LiveId" clId="{F223D064-5E46-4C65-B439-B338B92B7D89}" dt="2023-09-23T05:25:19.415" v="6960" actId="1076"/>
          <ac:spMkLst>
            <pc:docMk/>
            <pc:sldMk cId="3494913049" sldId="352"/>
            <ac:spMk id="63" creationId="{DFD8384B-4A2F-B391-9525-584D0EEA855B}"/>
          </ac:spMkLst>
        </pc:spChg>
        <pc:spChg chg="add mod">
          <ac:chgData name="Palak gupta" userId="f9a89c6c66891a25" providerId="LiveId" clId="{F223D064-5E46-4C65-B439-B338B92B7D89}" dt="2023-09-23T05:26:25.219" v="6982" actId="1076"/>
          <ac:spMkLst>
            <pc:docMk/>
            <pc:sldMk cId="3494913049" sldId="352"/>
            <ac:spMk id="65" creationId="{D881E634-7D01-D018-1157-0C386DF19BC5}"/>
          </ac:spMkLst>
        </pc:spChg>
        <pc:spChg chg="add mod">
          <ac:chgData name="Palak gupta" userId="f9a89c6c66891a25" providerId="LiveId" clId="{F223D064-5E46-4C65-B439-B338B92B7D89}" dt="2023-09-23T05:26:10.932" v="6980" actId="1038"/>
          <ac:spMkLst>
            <pc:docMk/>
            <pc:sldMk cId="3494913049" sldId="352"/>
            <ac:spMk id="67" creationId="{5DD6F53D-A121-4699-732C-BD36516D9909}"/>
          </ac:spMkLst>
        </pc:spChg>
        <pc:spChg chg="add mod">
          <ac:chgData name="Palak gupta" userId="f9a89c6c66891a25" providerId="LiveId" clId="{F223D064-5E46-4C65-B439-B338B92B7D89}" dt="2023-09-23T05:26:50.553" v="6987" actId="1076"/>
          <ac:spMkLst>
            <pc:docMk/>
            <pc:sldMk cId="3494913049" sldId="352"/>
            <ac:spMk id="69" creationId="{0A0A540C-A1AA-E4F5-8ECD-B1F9ADCF4CDD}"/>
          </ac:spMkLst>
        </pc:spChg>
        <pc:grpChg chg="del mod">
          <ac:chgData name="Palak gupta" userId="f9a89c6c66891a25" providerId="LiveId" clId="{F223D064-5E46-4C65-B439-B338B92B7D89}" dt="2023-09-23T05:24:47.767" v="6956" actId="478"/>
          <ac:grpSpMkLst>
            <pc:docMk/>
            <pc:sldMk cId="3494913049" sldId="352"/>
            <ac:grpSpMk id="4" creationId="{5107DA47-F05C-4D31-988D-99333265B0DC}"/>
          </ac:grpSpMkLst>
        </pc:grpChg>
        <pc:grpChg chg="add mod">
          <ac:chgData name="Palak gupta" userId="f9a89c6c66891a25" providerId="LiveId" clId="{F223D064-5E46-4C65-B439-B338B92B7D89}" dt="2023-09-24T15:10:45.612" v="8064" actId="1036"/>
          <ac:grpSpMkLst>
            <pc:docMk/>
            <pc:sldMk cId="3494913049" sldId="352"/>
            <ac:grpSpMk id="4" creationId="{FA6E315D-8259-8A77-4A83-FA03B2D71CE8}"/>
          </ac:grpSpMkLst>
        </pc:grpChg>
        <pc:grpChg chg="mod">
          <ac:chgData name="Palak gupta" userId="f9a89c6c66891a25" providerId="LiveId" clId="{F223D064-5E46-4C65-B439-B338B92B7D89}" dt="2023-09-22T11:50:55.324" v="5907" actId="164"/>
          <ac:grpSpMkLst>
            <pc:docMk/>
            <pc:sldMk cId="3494913049" sldId="352"/>
            <ac:grpSpMk id="7" creationId="{442A8E9C-4951-4EB9-88A0-847F1FDC555E}"/>
          </ac:grpSpMkLst>
        </pc:grpChg>
        <pc:grpChg chg="del mod">
          <ac:chgData name="Palak gupta" userId="f9a89c6c66891a25" providerId="LiveId" clId="{F223D064-5E46-4C65-B439-B338B92B7D89}" dt="2023-09-23T05:26:32.264" v="6984" actId="478"/>
          <ac:grpSpMkLst>
            <pc:docMk/>
            <pc:sldMk cId="3494913049" sldId="352"/>
            <ac:grpSpMk id="10" creationId="{155EAF57-C52C-4E57-B01A-D4A817D425C1}"/>
          </ac:grpSpMkLst>
        </pc:grpChg>
        <pc:grpChg chg="add mod">
          <ac:chgData name="Palak gupta" userId="f9a89c6c66891a25" providerId="LiveId" clId="{F223D064-5E46-4C65-B439-B338B92B7D89}" dt="2023-09-24T15:11:40.223" v="8120" actId="1035"/>
          <ac:grpSpMkLst>
            <pc:docMk/>
            <pc:sldMk cId="3494913049" sldId="352"/>
            <ac:grpSpMk id="12" creationId="{1D7C0971-A0B4-3B00-5C70-6E2CDD719C40}"/>
          </ac:grpSpMkLst>
        </pc:grpChg>
        <pc:grpChg chg="mod">
          <ac:chgData name="Palak gupta" userId="f9a89c6c66891a25" providerId="LiveId" clId="{F223D064-5E46-4C65-B439-B338B92B7D89}" dt="2023-09-22T11:51:36.731" v="5915" actId="164"/>
          <ac:grpSpMkLst>
            <pc:docMk/>
            <pc:sldMk cId="3494913049" sldId="352"/>
            <ac:grpSpMk id="13" creationId="{631F53F1-D3C1-4BE2-8565-96B03ACB9705}"/>
          </ac:grpSpMkLst>
        </pc:grpChg>
        <pc:grpChg chg="del mod">
          <ac:chgData name="Palak gupta" userId="f9a89c6c66891a25" providerId="LiveId" clId="{F223D064-5E46-4C65-B439-B338B92B7D89}" dt="2023-09-23T05:25:48.230" v="6964" actId="478"/>
          <ac:grpSpMkLst>
            <pc:docMk/>
            <pc:sldMk cId="3494913049" sldId="352"/>
            <ac:grpSpMk id="16" creationId="{5F0CC694-B8C1-4C24-8403-73ADB1313DCF}"/>
          </ac:grpSpMkLst>
        </pc:grpChg>
        <pc:grpChg chg="mod">
          <ac:chgData name="Palak gupta" userId="f9a89c6c66891a25" providerId="LiveId" clId="{F223D064-5E46-4C65-B439-B338B92B7D89}" dt="2023-09-22T11:55:02.130" v="6008" actId="164"/>
          <ac:grpSpMkLst>
            <pc:docMk/>
            <pc:sldMk cId="3494913049" sldId="352"/>
            <ac:grpSpMk id="19" creationId="{FF13CAAC-FF8D-43BB-95A1-A8B1F66AFF00}"/>
          </ac:grpSpMkLst>
        </pc:grpChg>
        <pc:grpChg chg="del mod">
          <ac:chgData name="Palak gupta" userId="f9a89c6c66891a25" providerId="LiveId" clId="{F223D064-5E46-4C65-B439-B338B92B7D89}" dt="2023-09-23T05:25:35.820" v="6961" actId="478"/>
          <ac:grpSpMkLst>
            <pc:docMk/>
            <pc:sldMk cId="3494913049" sldId="352"/>
            <ac:grpSpMk id="22" creationId="{26A39E9B-B721-48BF-9856-202E49483B0D}"/>
          </ac:grpSpMkLst>
        </pc:grpChg>
        <pc:grpChg chg="mod">
          <ac:chgData name="Palak gupta" userId="f9a89c6c66891a25" providerId="LiveId" clId="{F223D064-5E46-4C65-B439-B338B92B7D89}" dt="2023-09-22T11:50:37.875" v="5903" actId="164"/>
          <ac:grpSpMkLst>
            <pc:docMk/>
            <pc:sldMk cId="3494913049" sldId="352"/>
            <ac:grpSpMk id="25" creationId="{45C12E96-074A-445E-B4DD-494699200678}"/>
          </ac:grpSpMkLst>
        </pc:grpChg>
        <pc:grpChg chg="mod">
          <ac:chgData name="Palak gupta" userId="f9a89c6c66891a25" providerId="LiveId" clId="{F223D064-5E46-4C65-B439-B338B92B7D89}" dt="2023-09-22T11:51:49.658" v="5919" actId="164"/>
          <ac:grpSpMkLst>
            <pc:docMk/>
            <pc:sldMk cId="3494913049" sldId="352"/>
            <ac:grpSpMk id="30" creationId="{FDBAB89B-9752-4D63-B05D-04DDB2818238}"/>
          </ac:grpSpMkLst>
        </pc:grpChg>
        <pc:grpChg chg="mod">
          <ac:chgData name="Palak gupta" userId="f9a89c6c66891a25" providerId="LiveId" clId="{F223D064-5E46-4C65-B439-B338B92B7D89}" dt="2023-09-22T11:51:26.420" v="5913" actId="164"/>
          <ac:grpSpMkLst>
            <pc:docMk/>
            <pc:sldMk cId="3494913049" sldId="352"/>
            <ac:grpSpMk id="34" creationId="{F7E6E5F2-E7A9-49A3-AD67-08DF8A30BEA8}"/>
          </ac:grpSpMkLst>
        </pc:grpChg>
        <pc:grpChg chg="add mod">
          <ac:chgData name="Palak gupta" userId="f9a89c6c66891a25" providerId="LiveId" clId="{F223D064-5E46-4C65-B439-B338B92B7D89}" dt="2023-09-22T12:07:48.743" v="6649" actId="1035"/>
          <ac:grpSpMkLst>
            <pc:docMk/>
            <pc:sldMk cId="3494913049" sldId="352"/>
            <ac:grpSpMk id="54" creationId="{DD9BEEFB-6971-AA8D-99D2-1ABBA19C1DA5}"/>
          </ac:grpSpMkLst>
        </pc:grpChg>
        <pc:grpChg chg="add mod">
          <ac:chgData name="Palak gupta" userId="f9a89c6c66891a25" providerId="LiveId" clId="{F223D064-5E46-4C65-B439-B338B92B7D89}" dt="2023-09-22T12:06:32.588" v="6507" actId="1038"/>
          <ac:grpSpMkLst>
            <pc:docMk/>
            <pc:sldMk cId="3494913049" sldId="352"/>
            <ac:grpSpMk id="55" creationId="{4C87FE8A-2A9A-CA77-259F-4BA99B2DE587}"/>
          </ac:grpSpMkLst>
        </pc:grpChg>
        <pc:grpChg chg="add mod">
          <ac:chgData name="Palak gupta" userId="f9a89c6c66891a25" providerId="LiveId" clId="{F223D064-5E46-4C65-B439-B338B92B7D89}" dt="2023-09-22T11:51:49.658" v="5919" actId="164"/>
          <ac:grpSpMkLst>
            <pc:docMk/>
            <pc:sldMk cId="3494913049" sldId="352"/>
            <ac:grpSpMk id="56" creationId="{79A18970-3C30-8927-23EF-58FB21519693}"/>
          </ac:grpSpMkLst>
        </pc:grpChg>
        <pc:grpChg chg="add mod">
          <ac:chgData name="Palak gupta" userId="f9a89c6c66891a25" providerId="LiveId" clId="{F223D064-5E46-4C65-B439-B338B92B7D89}" dt="2023-09-22T12:07:38.447" v="6638" actId="1036"/>
          <ac:grpSpMkLst>
            <pc:docMk/>
            <pc:sldMk cId="3494913049" sldId="352"/>
            <ac:grpSpMk id="57" creationId="{0FC07898-B7C4-8F95-42B3-221144927BDE}"/>
          </ac:grpSpMkLst>
        </pc:grpChg>
        <pc:grpChg chg="add mod">
          <ac:chgData name="Palak gupta" userId="f9a89c6c66891a25" providerId="LiveId" clId="{F223D064-5E46-4C65-B439-B338B92B7D89}" dt="2023-09-22T11:52:07.699" v="5922" actId="164"/>
          <ac:grpSpMkLst>
            <pc:docMk/>
            <pc:sldMk cId="3494913049" sldId="352"/>
            <ac:grpSpMk id="58" creationId="{F33CAD1A-D3D1-212B-9219-79965CDBC213}"/>
          </ac:grpSpMkLst>
        </pc:grpChg>
        <pc:grpChg chg="add mod">
          <ac:chgData name="Palak gupta" userId="f9a89c6c66891a25" providerId="LiveId" clId="{F223D064-5E46-4C65-B439-B338B92B7D89}" dt="2023-09-22T16:11:27.130" v="6687" actId="1076"/>
          <ac:grpSpMkLst>
            <pc:docMk/>
            <pc:sldMk cId="3494913049" sldId="352"/>
            <ac:grpSpMk id="59" creationId="{73C33118-8F95-D823-CDF3-596F651F517C}"/>
          </ac:grpSpMkLst>
        </pc:grpChg>
        <pc:grpChg chg="add mod">
          <ac:chgData name="Palak gupta" userId="f9a89c6c66891a25" providerId="LiveId" clId="{F223D064-5E46-4C65-B439-B338B92B7D89}" dt="2023-09-22T12:08:01.975" v="6679" actId="1035"/>
          <ac:grpSpMkLst>
            <pc:docMk/>
            <pc:sldMk cId="3494913049" sldId="352"/>
            <ac:grpSpMk id="60" creationId="{5FC60D4C-DCC8-6607-6527-B80854CA79FF}"/>
          </ac:grpSpMkLst>
        </pc:grpChg>
        <pc:picChg chg="add mod">
          <ac:chgData name="Palak gupta" userId="f9a89c6c66891a25" providerId="LiveId" clId="{F223D064-5E46-4C65-B439-B338B92B7D89}" dt="2023-09-23T05:06:56.345" v="6852" actId="1038"/>
          <ac:picMkLst>
            <pc:docMk/>
            <pc:sldMk cId="3494913049" sldId="352"/>
            <ac:picMk id="61" creationId="{0BBE0795-4289-D235-D720-AAB4501962A3}"/>
          </ac:picMkLst>
        </pc:picChg>
        <pc:picChg chg="add mod">
          <ac:chgData name="Palak gupta" userId="f9a89c6c66891a25" providerId="LiveId" clId="{F223D064-5E46-4C65-B439-B338B92B7D89}" dt="2023-09-23T05:38:23.103" v="7130" actId="1036"/>
          <ac:picMkLst>
            <pc:docMk/>
            <pc:sldMk cId="3494913049" sldId="352"/>
            <ac:picMk id="70" creationId="{E4658798-FECF-D885-1B37-D10B23486A2E}"/>
          </ac:picMkLst>
        </pc:picChg>
      </pc:sldChg>
      <pc:sldChg chg="addSp delSp modSp add mod">
        <pc:chgData name="Palak gupta" userId="f9a89c6c66891a25" providerId="LiveId" clId="{F223D064-5E46-4C65-B439-B338B92B7D89}" dt="2023-09-24T15:15:09.534" v="8313" actId="14100"/>
        <pc:sldMkLst>
          <pc:docMk/>
          <pc:sldMk cId="163098553" sldId="353"/>
        </pc:sldMkLst>
        <pc:spChg chg="del mod">
          <ac:chgData name="Palak gupta" userId="f9a89c6c66891a25" providerId="LiveId" clId="{F223D064-5E46-4C65-B439-B338B92B7D89}" dt="2023-09-23T05:13:25.545" v="6862" actId="478"/>
          <ac:spMkLst>
            <pc:docMk/>
            <pc:sldMk cId="163098553" sldId="353"/>
            <ac:spMk id="3" creationId="{9825D9EE-E832-4A2E-8A0A-F25AFB82D9E6}"/>
          </ac:spMkLst>
        </pc:spChg>
        <pc:spChg chg="mod">
          <ac:chgData name="Palak gupta" userId="f9a89c6c66891a25" providerId="LiveId" clId="{F223D064-5E46-4C65-B439-B338B92B7D89}" dt="2023-09-24T14:48:28.190" v="7496" actId="1076"/>
          <ac:spMkLst>
            <pc:docMk/>
            <pc:sldMk cId="163098553" sldId="353"/>
            <ac:spMk id="5" creationId="{D499489E-7F86-42B9-BA60-9456916470C2}"/>
          </ac:spMkLst>
        </pc:spChg>
        <pc:spChg chg="add mod">
          <ac:chgData name="Palak gupta" userId="f9a89c6c66891a25" providerId="LiveId" clId="{F223D064-5E46-4C65-B439-B338B92B7D89}" dt="2023-09-23T05:04:33.279" v="6737" actId="1036"/>
          <ac:spMkLst>
            <pc:docMk/>
            <pc:sldMk cId="163098553" sldId="353"/>
            <ac:spMk id="65" creationId="{BE25319D-E4D5-1478-65C2-D5744D2BE02E}"/>
          </ac:spMkLst>
        </pc:spChg>
        <pc:spChg chg="mod">
          <ac:chgData name="Palak gupta" userId="f9a89c6c66891a25" providerId="LiveId" clId="{F223D064-5E46-4C65-B439-B338B92B7D89}" dt="2023-09-24T15:10:39.210" v="8054"/>
          <ac:spMkLst>
            <pc:docMk/>
            <pc:sldMk cId="163098553" sldId="353"/>
            <ac:spMk id="66" creationId="{F11DA0B9-68FE-27F8-617E-73D954FC3984}"/>
          </ac:spMkLst>
        </pc:spChg>
        <pc:spChg chg="mod">
          <ac:chgData name="Palak gupta" userId="f9a89c6c66891a25" providerId="LiveId" clId="{F223D064-5E46-4C65-B439-B338B92B7D89}" dt="2023-09-24T15:10:39.210" v="8054"/>
          <ac:spMkLst>
            <pc:docMk/>
            <pc:sldMk cId="163098553" sldId="353"/>
            <ac:spMk id="68" creationId="{B1306AEB-BB79-97E8-D123-9E3FCFE0A763}"/>
          </ac:spMkLst>
        </pc:spChg>
        <pc:spChg chg="mod">
          <ac:chgData name="Palak gupta" userId="f9a89c6c66891a25" providerId="LiveId" clId="{F223D064-5E46-4C65-B439-B338B92B7D89}" dt="2023-09-24T15:11:33.565" v="8114"/>
          <ac:spMkLst>
            <pc:docMk/>
            <pc:sldMk cId="163098553" sldId="353"/>
            <ac:spMk id="70" creationId="{D9A14C09-7F3F-EA65-272D-54A49E623C02}"/>
          </ac:spMkLst>
        </pc:spChg>
        <pc:spChg chg="mod">
          <ac:chgData name="Palak gupta" userId="f9a89c6c66891a25" providerId="LiveId" clId="{F223D064-5E46-4C65-B439-B338B92B7D89}" dt="2023-09-24T15:11:33.565" v="8114"/>
          <ac:spMkLst>
            <pc:docMk/>
            <pc:sldMk cId="163098553" sldId="353"/>
            <ac:spMk id="71" creationId="{2E1DCDCF-8D07-75C5-4C9E-7CC54E525CC5}"/>
          </ac:spMkLst>
        </pc:spChg>
        <pc:spChg chg="add mod">
          <ac:chgData name="Palak gupta" userId="f9a89c6c66891a25" providerId="LiveId" clId="{F223D064-5E46-4C65-B439-B338B92B7D89}" dt="2023-09-24T15:12:07.142" v="8129" actId="1035"/>
          <ac:spMkLst>
            <pc:docMk/>
            <pc:sldMk cId="163098553" sldId="353"/>
            <ac:spMk id="72" creationId="{AC7624BB-7509-623A-E73D-1C4400BA1181}"/>
          </ac:spMkLst>
        </pc:spChg>
        <pc:spChg chg="mod">
          <ac:chgData name="Palak gupta" userId="f9a89c6c66891a25" providerId="LiveId" clId="{F223D064-5E46-4C65-B439-B338B92B7D89}" dt="2023-09-24T15:12:26.378" v="8170"/>
          <ac:spMkLst>
            <pc:docMk/>
            <pc:sldMk cId="163098553" sldId="353"/>
            <ac:spMk id="74" creationId="{353A03B3-DBCB-EC2F-F9B7-A2C2F1E51219}"/>
          </ac:spMkLst>
        </pc:spChg>
        <pc:spChg chg="mod">
          <ac:chgData name="Palak gupta" userId="f9a89c6c66891a25" providerId="LiveId" clId="{F223D064-5E46-4C65-B439-B338B92B7D89}" dt="2023-09-24T15:12:26.378" v="8170"/>
          <ac:spMkLst>
            <pc:docMk/>
            <pc:sldMk cId="163098553" sldId="353"/>
            <ac:spMk id="75" creationId="{E14FAB98-7131-DA40-ED05-58315B3A5E3F}"/>
          </ac:spMkLst>
        </pc:spChg>
        <pc:spChg chg="mod">
          <ac:chgData name="Palak gupta" userId="f9a89c6c66891a25" providerId="LiveId" clId="{F223D064-5E46-4C65-B439-B338B92B7D89}" dt="2023-09-24T15:12:26.378" v="8170"/>
          <ac:spMkLst>
            <pc:docMk/>
            <pc:sldMk cId="163098553" sldId="353"/>
            <ac:spMk id="76" creationId="{6A2EFCD5-DF24-5117-B458-5332D70B1845}"/>
          </ac:spMkLst>
        </pc:spChg>
        <pc:spChg chg="mod">
          <ac:chgData name="Palak gupta" userId="f9a89c6c66891a25" providerId="LiveId" clId="{F223D064-5E46-4C65-B439-B338B92B7D89}" dt="2023-09-24T15:12:26.378" v="8170"/>
          <ac:spMkLst>
            <pc:docMk/>
            <pc:sldMk cId="163098553" sldId="353"/>
            <ac:spMk id="77" creationId="{682CC636-1986-854C-2901-AAC1FE6DD917}"/>
          </ac:spMkLst>
        </pc:spChg>
        <pc:spChg chg="mod">
          <ac:chgData name="Palak gupta" userId="f9a89c6c66891a25" providerId="LiveId" clId="{F223D064-5E46-4C65-B439-B338B92B7D89}" dt="2023-09-24T15:12:26.378" v="8170"/>
          <ac:spMkLst>
            <pc:docMk/>
            <pc:sldMk cId="163098553" sldId="353"/>
            <ac:spMk id="78" creationId="{7E6321E2-B8E3-C01D-717C-0FECEF5B2734}"/>
          </ac:spMkLst>
        </pc:spChg>
        <pc:spChg chg="mod">
          <ac:chgData name="Palak gupta" userId="f9a89c6c66891a25" providerId="LiveId" clId="{F223D064-5E46-4C65-B439-B338B92B7D89}" dt="2023-09-24T15:12:26.378" v="8170"/>
          <ac:spMkLst>
            <pc:docMk/>
            <pc:sldMk cId="163098553" sldId="353"/>
            <ac:spMk id="79" creationId="{D0E4C4FE-1766-641E-2718-FCD956221952}"/>
          </ac:spMkLst>
        </pc:spChg>
        <pc:spChg chg="mod">
          <ac:chgData name="Palak gupta" userId="f9a89c6c66891a25" providerId="LiveId" clId="{F223D064-5E46-4C65-B439-B338B92B7D89}" dt="2023-09-24T15:12:26.378" v="8170"/>
          <ac:spMkLst>
            <pc:docMk/>
            <pc:sldMk cId="163098553" sldId="353"/>
            <ac:spMk id="80" creationId="{A7A6F60F-B212-C414-E270-2D7F5511E0D1}"/>
          </ac:spMkLst>
        </pc:spChg>
        <pc:spChg chg="mod">
          <ac:chgData name="Palak gupta" userId="f9a89c6c66891a25" providerId="LiveId" clId="{F223D064-5E46-4C65-B439-B338B92B7D89}" dt="2023-09-24T15:12:26.378" v="8170"/>
          <ac:spMkLst>
            <pc:docMk/>
            <pc:sldMk cId="163098553" sldId="353"/>
            <ac:spMk id="81" creationId="{98D5C681-ECF6-3D7F-CB8B-6186CC8695AA}"/>
          </ac:spMkLst>
        </pc:spChg>
        <pc:spChg chg="mod">
          <ac:chgData name="Palak gupta" userId="f9a89c6c66891a25" providerId="LiveId" clId="{F223D064-5E46-4C65-B439-B338B92B7D89}" dt="2023-09-24T15:12:26.378" v="8170"/>
          <ac:spMkLst>
            <pc:docMk/>
            <pc:sldMk cId="163098553" sldId="353"/>
            <ac:spMk id="82" creationId="{D345BE67-0208-E44B-1F7A-4BABD756B56F}"/>
          </ac:spMkLst>
        </pc:spChg>
        <pc:spChg chg="mod">
          <ac:chgData name="Palak gupta" userId="f9a89c6c66891a25" providerId="LiveId" clId="{F223D064-5E46-4C65-B439-B338B92B7D89}" dt="2023-09-24T15:12:26.378" v="8170"/>
          <ac:spMkLst>
            <pc:docMk/>
            <pc:sldMk cId="163098553" sldId="353"/>
            <ac:spMk id="83" creationId="{863B4ABF-A6EF-2369-8BE8-915122014C82}"/>
          </ac:spMkLst>
        </pc:spChg>
        <pc:spChg chg="mod">
          <ac:chgData name="Palak gupta" userId="f9a89c6c66891a25" providerId="LiveId" clId="{F223D064-5E46-4C65-B439-B338B92B7D89}" dt="2023-09-24T15:12:26.378" v="8170"/>
          <ac:spMkLst>
            <pc:docMk/>
            <pc:sldMk cId="163098553" sldId="353"/>
            <ac:spMk id="84" creationId="{0DCF4DF4-7188-9426-D820-427FD99181AA}"/>
          </ac:spMkLst>
        </pc:spChg>
        <pc:spChg chg="mod">
          <ac:chgData name="Palak gupta" userId="f9a89c6c66891a25" providerId="LiveId" clId="{F223D064-5E46-4C65-B439-B338B92B7D89}" dt="2023-09-24T15:12:26.378" v="8170"/>
          <ac:spMkLst>
            <pc:docMk/>
            <pc:sldMk cId="163098553" sldId="353"/>
            <ac:spMk id="85" creationId="{FBB1A6B4-1D1A-4B75-BCD6-5A269ABE1EEA}"/>
          </ac:spMkLst>
        </pc:spChg>
        <pc:spChg chg="mod">
          <ac:chgData name="Palak gupta" userId="f9a89c6c66891a25" providerId="LiveId" clId="{F223D064-5E46-4C65-B439-B338B92B7D89}" dt="2023-09-24T15:12:26.378" v="8170"/>
          <ac:spMkLst>
            <pc:docMk/>
            <pc:sldMk cId="163098553" sldId="353"/>
            <ac:spMk id="86" creationId="{DEC16A18-BE18-3C5B-B74D-0389A6475F77}"/>
          </ac:spMkLst>
        </pc:spChg>
        <pc:spChg chg="mod">
          <ac:chgData name="Palak gupta" userId="f9a89c6c66891a25" providerId="LiveId" clId="{F223D064-5E46-4C65-B439-B338B92B7D89}" dt="2023-09-24T15:12:26.378" v="8170"/>
          <ac:spMkLst>
            <pc:docMk/>
            <pc:sldMk cId="163098553" sldId="353"/>
            <ac:spMk id="87" creationId="{55709B5B-4986-98A0-E9C7-AE5DF4DA6810}"/>
          </ac:spMkLst>
        </pc:spChg>
        <pc:spChg chg="mod">
          <ac:chgData name="Palak gupta" userId="f9a89c6c66891a25" providerId="LiveId" clId="{F223D064-5E46-4C65-B439-B338B92B7D89}" dt="2023-09-24T15:12:26.378" v="8170"/>
          <ac:spMkLst>
            <pc:docMk/>
            <pc:sldMk cId="163098553" sldId="353"/>
            <ac:spMk id="88" creationId="{3B449752-7BA5-1FA3-9FE5-249382501A50}"/>
          </ac:spMkLst>
        </pc:spChg>
        <pc:spChg chg="mod">
          <ac:chgData name="Palak gupta" userId="f9a89c6c66891a25" providerId="LiveId" clId="{F223D064-5E46-4C65-B439-B338B92B7D89}" dt="2023-09-24T15:12:26.378" v="8170"/>
          <ac:spMkLst>
            <pc:docMk/>
            <pc:sldMk cId="163098553" sldId="353"/>
            <ac:spMk id="89" creationId="{03D5DDCD-31B1-CDE1-C546-02A9CCD47A9C}"/>
          </ac:spMkLst>
        </pc:spChg>
        <pc:spChg chg="mod">
          <ac:chgData name="Palak gupta" userId="f9a89c6c66891a25" providerId="LiveId" clId="{F223D064-5E46-4C65-B439-B338B92B7D89}" dt="2023-09-24T15:12:26.378" v="8170"/>
          <ac:spMkLst>
            <pc:docMk/>
            <pc:sldMk cId="163098553" sldId="353"/>
            <ac:spMk id="90" creationId="{C84397CA-DFB0-5122-71AD-0E2775988D73}"/>
          </ac:spMkLst>
        </pc:spChg>
        <pc:spChg chg="mod">
          <ac:chgData name="Palak gupta" userId="f9a89c6c66891a25" providerId="LiveId" clId="{F223D064-5E46-4C65-B439-B338B92B7D89}" dt="2023-09-24T15:12:26.378" v="8170"/>
          <ac:spMkLst>
            <pc:docMk/>
            <pc:sldMk cId="163098553" sldId="353"/>
            <ac:spMk id="91" creationId="{1AFDD2C3-4A7C-2F1E-1F06-E2906277F48B}"/>
          </ac:spMkLst>
        </pc:spChg>
        <pc:spChg chg="mod">
          <ac:chgData name="Palak gupta" userId="f9a89c6c66891a25" providerId="LiveId" clId="{F223D064-5E46-4C65-B439-B338B92B7D89}" dt="2023-09-24T15:12:26.378" v="8170"/>
          <ac:spMkLst>
            <pc:docMk/>
            <pc:sldMk cId="163098553" sldId="353"/>
            <ac:spMk id="92" creationId="{B95AD72B-3601-3268-32A3-ADD534FB0DBA}"/>
          </ac:spMkLst>
        </pc:spChg>
        <pc:spChg chg="mod">
          <ac:chgData name="Palak gupta" userId="f9a89c6c66891a25" providerId="LiveId" clId="{F223D064-5E46-4C65-B439-B338B92B7D89}" dt="2023-09-24T15:12:26.378" v="8170"/>
          <ac:spMkLst>
            <pc:docMk/>
            <pc:sldMk cId="163098553" sldId="353"/>
            <ac:spMk id="93" creationId="{3004F826-BCA4-064F-2558-BC7A31B37E91}"/>
          </ac:spMkLst>
        </pc:spChg>
        <pc:spChg chg="mod">
          <ac:chgData name="Palak gupta" userId="f9a89c6c66891a25" providerId="LiveId" clId="{F223D064-5E46-4C65-B439-B338B92B7D89}" dt="2023-09-24T15:12:26.378" v="8170"/>
          <ac:spMkLst>
            <pc:docMk/>
            <pc:sldMk cId="163098553" sldId="353"/>
            <ac:spMk id="94" creationId="{BC9D5501-569E-9A18-D7A4-71382D3BC783}"/>
          </ac:spMkLst>
        </pc:spChg>
        <pc:grpChg chg="add mod">
          <ac:chgData name="Palak gupta" userId="f9a89c6c66891a25" providerId="LiveId" clId="{F223D064-5E46-4C65-B439-B338B92B7D89}" dt="2023-09-24T15:10:56.160" v="8078" actId="1036"/>
          <ac:grpSpMkLst>
            <pc:docMk/>
            <pc:sldMk cId="163098553" sldId="353"/>
            <ac:grpSpMk id="3" creationId="{5D96E0F3-2659-35CB-4EAF-9A05BA58B3C2}"/>
          </ac:grpSpMkLst>
        </pc:grpChg>
        <pc:grpChg chg="mod">
          <ac:chgData name="Palak gupta" userId="f9a89c6c66891a25" providerId="LiveId" clId="{F223D064-5E46-4C65-B439-B338B92B7D89}" dt="2023-09-23T05:00:41.690" v="6700" actId="164"/>
          <ac:grpSpMkLst>
            <pc:docMk/>
            <pc:sldMk cId="163098553" sldId="353"/>
            <ac:grpSpMk id="4" creationId="{5107DA47-F05C-4D31-988D-99333265B0DC}"/>
          </ac:grpSpMkLst>
        </pc:grpChg>
        <pc:grpChg chg="mod">
          <ac:chgData name="Palak gupta" userId="f9a89c6c66891a25" providerId="LiveId" clId="{F223D064-5E46-4C65-B439-B338B92B7D89}" dt="2023-09-23T05:00:22.072" v="6695" actId="164"/>
          <ac:grpSpMkLst>
            <pc:docMk/>
            <pc:sldMk cId="163098553" sldId="353"/>
            <ac:grpSpMk id="10" creationId="{155EAF57-C52C-4E57-B01A-D4A817D425C1}"/>
          </ac:grpSpMkLst>
        </pc:grpChg>
        <pc:grpChg chg="mod">
          <ac:chgData name="Palak gupta" userId="f9a89c6c66891a25" providerId="LiveId" clId="{F223D064-5E46-4C65-B439-B338B92B7D89}" dt="2023-09-23T05:00:32.057" v="6698" actId="164"/>
          <ac:grpSpMkLst>
            <pc:docMk/>
            <pc:sldMk cId="163098553" sldId="353"/>
            <ac:grpSpMk id="16" creationId="{5F0CC694-B8C1-4C24-8403-73ADB1313DCF}"/>
          </ac:grpSpMkLst>
        </pc:grpChg>
        <pc:grpChg chg="mod">
          <ac:chgData name="Palak gupta" userId="f9a89c6c66891a25" providerId="LiveId" clId="{F223D064-5E46-4C65-B439-B338B92B7D89}" dt="2023-09-23T05:00:12.267" v="6693" actId="164"/>
          <ac:grpSpMkLst>
            <pc:docMk/>
            <pc:sldMk cId="163098553" sldId="353"/>
            <ac:grpSpMk id="22" creationId="{26A39E9B-B721-48BF-9856-202E49483B0D}"/>
          </ac:grpSpMkLst>
        </pc:grpChg>
        <pc:grpChg chg="mod">
          <ac:chgData name="Palak gupta" userId="f9a89c6c66891a25" providerId="LiveId" clId="{F223D064-5E46-4C65-B439-B338B92B7D89}" dt="2023-09-23T05:00:12.267" v="6693" actId="164"/>
          <ac:grpSpMkLst>
            <pc:docMk/>
            <pc:sldMk cId="163098553" sldId="353"/>
            <ac:grpSpMk id="54" creationId="{DD9BEEFB-6971-AA8D-99D2-1ABBA19C1DA5}"/>
          </ac:grpSpMkLst>
        </pc:grpChg>
        <pc:grpChg chg="mod">
          <ac:chgData name="Palak gupta" userId="f9a89c6c66891a25" providerId="LiveId" clId="{F223D064-5E46-4C65-B439-B338B92B7D89}" dt="2023-09-23T05:00:41.690" v="6700" actId="164"/>
          <ac:grpSpMkLst>
            <pc:docMk/>
            <pc:sldMk cId="163098553" sldId="353"/>
            <ac:grpSpMk id="55" creationId="{4C87FE8A-2A9A-CA77-259F-4BA99B2DE587}"/>
          </ac:grpSpMkLst>
        </pc:grpChg>
        <pc:grpChg chg="mod">
          <ac:chgData name="Palak gupta" userId="f9a89c6c66891a25" providerId="LiveId" clId="{F223D064-5E46-4C65-B439-B338B92B7D89}" dt="2023-09-23T05:00:22.072" v="6695" actId="164"/>
          <ac:grpSpMkLst>
            <pc:docMk/>
            <pc:sldMk cId="163098553" sldId="353"/>
            <ac:grpSpMk id="57" creationId="{0FC07898-B7C4-8F95-42B3-221144927BDE}"/>
          </ac:grpSpMkLst>
        </pc:grpChg>
        <pc:grpChg chg="mod">
          <ac:chgData name="Palak gupta" userId="f9a89c6c66891a25" providerId="LiveId" clId="{F223D064-5E46-4C65-B439-B338B92B7D89}" dt="2023-09-23T05:00:32.057" v="6698" actId="164"/>
          <ac:grpSpMkLst>
            <pc:docMk/>
            <pc:sldMk cId="163098553" sldId="353"/>
            <ac:grpSpMk id="60" creationId="{5FC60D4C-DCC8-6607-6527-B80854CA79FF}"/>
          </ac:grpSpMkLst>
        </pc:grpChg>
        <pc:grpChg chg="add mod">
          <ac:chgData name="Palak gupta" userId="f9a89c6c66891a25" providerId="LiveId" clId="{F223D064-5E46-4C65-B439-B338B92B7D89}" dt="2023-09-23T05:17:49.128" v="6916" actId="1076"/>
          <ac:grpSpMkLst>
            <pc:docMk/>
            <pc:sldMk cId="163098553" sldId="353"/>
            <ac:grpSpMk id="61" creationId="{2719595A-9471-509F-363E-7F2C3CDB1EBA}"/>
          </ac:grpSpMkLst>
        </pc:grpChg>
        <pc:grpChg chg="add mod">
          <ac:chgData name="Palak gupta" userId="f9a89c6c66891a25" providerId="LiveId" clId="{F223D064-5E46-4C65-B439-B338B92B7D89}" dt="2023-09-23T05:17:49.741" v="6917" actId="1076"/>
          <ac:grpSpMkLst>
            <pc:docMk/>
            <pc:sldMk cId="163098553" sldId="353"/>
            <ac:grpSpMk id="62" creationId="{AC02AEF3-62FD-060A-DE93-69A9E5FAC79B}"/>
          </ac:grpSpMkLst>
        </pc:grpChg>
        <pc:grpChg chg="add mod">
          <ac:chgData name="Palak gupta" userId="f9a89c6c66891a25" providerId="LiveId" clId="{F223D064-5E46-4C65-B439-B338B92B7D89}" dt="2023-09-23T05:17:48.280" v="6915" actId="1076"/>
          <ac:grpSpMkLst>
            <pc:docMk/>
            <pc:sldMk cId="163098553" sldId="353"/>
            <ac:grpSpMk id="63" creationId="{EFFF596F-0782-F291-38A3-23934AE3E440}"/>
          </ac:grpSpMkLst>
        </pc:grpChg>
        <pc:grpChg chg="add mod">
          <ac:chgData name="Palak gupta" userId="f9a89c6c66891a25" providerId="LiveId" clId="{F223D064-5E46-4C65-B439-B338B92B7D89}" dt="2023-09-24T14:48:23.762" v="7495" actId="1076"/>
          <ac:grpSpMkLst>
            <pc:docMk/>
            <pc:sldMk cId="163098553" sldId="353"/>
            <ac:grpSpMk id="64" creationId="{40B833DA-C15C-CCCE-9457-84B58B3FE9C8}"/>
          </ac:grpSpMkLst>
        </pc:grpChg>
        <pc:grpChg chg="add mod">
          <ac:chgData name="Palak gupta" userId="f9a89c6c66891a25" providerId="LiveId" clId="{F223D064-5E46-4C65-B439-B338B92B7D89}" dt="2023-09-24T15:11:35.498" v="8118" actId="1035"/>
          <ac:grpSpMkLst>
            <pc:docMk/>
            <pc:sldMk cId="163098553" sldId="353"/>
            <ac:grpSpMk id="69" creationId="{331BF6D3-446F-0577-3A6C-43810D7EA3FB}"/>
          </ac:grpSpMkLst>
        </pc:grpChg>
        <pc:grpChg chg="add mod">
          <ac:chgData name="Palak gupta" userId="f9a89c6c66891a25" providerId="LiveId" clId="{F223D064-5E46-4C65-B439-B338B92B7D89}" dt="2023-09-24T15:15:09.534" v="8313" actId="14100"/>
          <ac:grpSpMkLst>
            <pc:docMk/>
            <pc:sldMk cId="163098553" sldId="353"/>
            <ac:grpSpMk id="73" creationId="{00BC451A-C777-F0BF-6A93-001BE92CCFBC}"/>
          </ac:grpSpMkLst>
        </pc:grpChg>
        <pc:picChg chg="add mod">
          <ac:chgData name="Palak gupta" userId="f9a89c6c66891a25" providerId="LiveId" clId="{F223D064-5E46-4C65-B439-B338B92B7D89}" dt="2023-09-23T05:06:48.966" v="6804" actId="1076"/>
          <ac:picMkLst>
            <pc:docMk/>
            <pc:sldMk cId="163098553" sldId="353"/>
            <ac:picMk id="67" creationId="{9D2022DD-2A7E-262A-FE26-1CD882A4D152}"/>
          </ac:picMkLst>
        </pc:picChg>
        <pc:picChg chg="add del">
          <ac:chgData name="Palak gupta" userId="f9a89c6c66891a25" providerId="LiveId" clId="{F223D064-5E46-4C65-B439-B338B92B7D89}" dt="2023-09-23T05:10:35.469" v="6854" actId="478"/>
          <ac:picMkLst>
            <pc:docMk/>
            <pc:sldMk cId="163098553" sldId="353"/>
            <ac:picMk id="1026" creationId="{32F6AD18-8C39-E0E4-9842-575205794C24}"/>
          </ac:picMkLst>
        </pc:picChg>
        <pc:picChg chg="add del">
          <ac:chgData name="Palak gupta" userId="f9a89c6c66891a25" providerId="LiveId" clId="{F223D064-5E46-4C65-B439-B338B92B7D89}" dt="2023-09-23T05:13:01.335" v="6856" actId="478"/>
          <ac:picMkLst>
            <pc:docMk/>
            <pc:sldMk cId="163098553" sldId="353"/>
            <ac:picMk id="1028" creationId="{D98942AA-BD55-2235-1E13-AADAD3BF0EDC}"/>
          </ac:picMkLst>
        </pc:picChg>
        <pc:picChg chg="add mod">
          <ac:chgData name="Palak gupta" userId="f9a89c6c66891a25" providerId="LiveId" clId="{F223D064-5E46-4C65-B439-B338B92B7D89}" dt="2023-09-23T05:17:57.613" v="6919" actId="14100"/>
          <ac:picMkLst>
            <pc:docMk/>
            <pc:sldMk cId="163098553" sldId="353"/>
            <ac:picMk id="1030" creationId="{37AABCA1-90FE-13E4-DD1A-BA9136309036}"/>
          </ac:picMkLst>
        </pc:picChg>
      </pc:sldChg>
      <pc:sldChg chg="addSp modSp add mod">
        <pc:chgData name="Palak gupta" userId="f9a89c6c66891a25" providerId="LiveId" clId="{F223D064-5E46-4C65-B439-B338B92B7D89}" dt="2023-09-24T15:14:53.855" v="8312" actId="14100"/>
        <pc:sldMkLst>
          <pc:docMk/>
          <pc:sldMk cId="2603546437" sldId="354"/>
        </pc:sldMkLst>
        <pc:spChg chg="mod">
          <ac:chgData name="Palak gupta" userId="f9a89c6c66891a25" providerId="LiveId" clId="{F223D064-5E46-4C65-B439-B338B92B7D89}" dt="2023-09-23T05:42:41.759" v="7394" actId="20577"/>
          <ac:spMkLst>
            <pc:docMk/>
            <pc:sldMk cId="2603546437" sldId="354"/>
            <ac:spMk id="5" creationId="{D499489E-7F86-42B9-BA60-9456916470C2}"/>
          </ac:spMkLst>
        </pc:spChg>
        <pc:spChg chg="mod">
          <ac:chgData name="Palak gupta" userId="f9a89c6c66891a25" providerId="LiveId" clId="{F223D064-5E46-4C65-B439-B338B92B7D89}" dt="2023-09-23T05:42:31.269" v="7393" actId="14100"/>
          <ac:spMkLst>
            <pc:docMk/>
            <pc:sldMk cId="2603546437" sldId="354"/>
            <ac:spMk id="6" creationId="{86417082-81D3-4F22-A55F-2C235B985B69}"/>
          </ac:spMkLst>
        </pc:spChg>
        <pc:spChg chg="mod">
          <ac:chgData name="Palak gupta" userId="f9a89c6c66891a25" providerId="LiveId" clId="{F223D064-5E46-4C65-B439-B338B92B7D89}" dt="2023-09-24T14:52:33.441" v="7556" actId="20577"/>
          <ac:spMkLst>
            <pc:docMk/>
            <pc:sldMk cId="2603546437" sldId="354"/>
            <ac:spMk id="9" creationId="{3DEE8143-DB0F-4FD0-A36B-9978FA1FD019}"/>
          </ac:spMkLst>
        </pc:spChg>
        <pc:spChg chg="add mod">
          <ac:chgData name="Palak gupta" userId="f9a89c6c66891a25" providerId="LiveId" clId="{F223D064-5E46-4C65-B439-B338B92B7D89}" dt="2023-09-24T14:51:53" v="7551" actId="20577"/>
          <ac:spMkLst>
            <pc:docMk/>
            <pc:sldMk cId="2603546437" sldId="354"/>
            <ac:spMk id="68" creationId="{7772C7B5-187B-7EB7-B24A-B4102AA8AF5B}"/>
          </ac:spMkLst>
        </pc:spChg>
        <pc:spChg chg="mod">
          <ac:chgData name="Palak gupta" userId="f9a89c6c66891a25" providerId="LiveId" clId="{F223D064-5E46-4C65-B439-B338B92B7D89}" dt="2023-09-24T15:10:36.414" v="8053"/>
          <ac:spMkLst>
            <pc:docMk/>
            <pc:sldMk cId="2603546437" sldId="354"/>
            <ac:spMk id="70" creationId="{37B9668C-857E-6DAA-55A2-2D79B318A38C}"/>
          </ac:spMkLst>
        </pc:spChg>
        <pc:spChg chg="mod">
          <ac:chgData name="Palak gupta" userId="f9a89c6c66891a25" providerId="LiveId" clId="{F223D064-5E46-4C65-B439-B338B92B7D89}" dt="2023-09-24T15:10:36.414" v="8053"/>
          <ac:spMkLst>
            <pc:docMk/>
            <pc:sldMk cId="2603546437" sldId="354"/>
            <ac:spMk id="71" creationId="{0BF4B522-52E8-77F1-FED5-9C63B114022B}"/>
          </ac:spMkLst>
        </pc:spChg>
        <pc:spChg chg="mod">
          <ac:chgData name="Palak gupta" userId="f9a89c6c66891a25" providerId="LiveId" clId="{F223D064-5E46-4C65-B439-B338B92B7D89}" dt="2023-09-24T15:11:15.950" v="8098"/>
          <ac:spMkLst>
            <pc:docMk/>
            <pc:sldMk cId="2603546437" sldId="354"/>
            <ac:spMk id="73" creationId="{A4309DA6-3153-84FA-352A-704C2EF72B35}"/>
          </ac:spMkLst>
        </pc:spChg>
        <pc:spChg chg="mod">
          <ac:chgData name="Palak gupta" userId="f9a89c6c66891a25" providerId="LiveId" clId="{F223D064-5E46-4C65-B439-B338B92B7D89}" dt="2023-09-24T15:11:15.950" v="8098"/>
          <ac:spMkLst>
            <pc:docMk/>
            <pc:sldMk cId="2603546437" sldId="354"/>
            <ac:spMk id="74" creationId="{B6134634-CEAB-2255-2BD7-E66442C34745}"/>
          </ac:spMkLst>
        </pc:spChg>
        <pc:spChg chg="add mod">
          <ac:chgData name="Palak gupta" userId="f9a89c6c66891a25" providerId="LiveId" clId="{F223D064-5E46-4C65-B439-B338B92B7D89}" dt="2023-09-24T15:11:46.070" v="8121"/>
          <ac:spMkLst>
            <pc:docMk/>
            <pc:sldMk cId="2603546437" sldId="354"/>
            <ac:spMk id="75" creationId="{53C2D3C1-B1E4-A5DC-9E8D-1BD91EB1ECC8}"/>
          </ac:spMkLst>
        </pc:spChg>
        <pc:spChg chg="mod">
          <ac:chgData name="Palak gupta" userId="f9a89c6c66891a25" providerId="LiveId" clId="{F223D064-5E46-4C65-B439-B338B92B7D89}" dt="2023-09-24T15:12:20.915" v="8157"/>
          <ac:spMkLst>
            <pc:docMk/>
            <pc:sldMk cId="2603546437" sldId="354"/>
            <ac:spMk id="77" creationId="{706BE917-8EB4-93ED-EB40-32F2A9C3DC7C}"/>
          </ac:spMkLst>
        </pc:spChg>
        <pc:spChg chg="mod">
          <ac:chgData name="Palak gupta" userId="f9a89c6c66891a25" providerId="LiveId" clId="{F223D064-5E46-4C65-B439-B338B92B7D89}" dt="2023-09-24T15:12:20.915" v="8157"/>
          <ac:spMkLst>
            <pc:docMk/>
            <pc:sldMk cId="2603546437" sldId="354"/>
            <ac:spMk id="78" creationId="{0900C643-5BFD-AC2D-9292-F48A7F5CF518}"/>
          </ac:spMkLst>
        </pc:spChg>
        <pc:spChg chg="mod">
          <ac:chgData name="Palak gupta" userId="f9a89c6c66891a25" providerId="LiveId" clId="{F223D064-5E46-4C65-B439-B338B92B7D89}" dt="2023-09-24T15:12:20.915" v="8157"/>
          <ac:spMkLst>
            <pc:docMk/>
            <pc:sldMk cId="2603546437" sldId="354"/>
            <ac:spMk id="79" creationId="{9F08FA15-1FD9-F92B-411D-0BC22CB9C0D6}"/>
          </ac:spMkLst>
        </pc:spChg>
        <pc:spChg chg="mod">
          <ac:chgData name="Palak gupta" userId="f9a89c6c66891a25" providerId="LiveId" clId="{F223D064-5E46-4C65-B439-B338B92B7D89}" dt="2023-09-24T15:12:20.915" v="8157"/>
          <ac:spMkLst>
            <pc:docMk/>
            <pc:sldMk cId="2603546437" sldId="354"/>
            <ac:spMk id="80" creationId="{83B66965-4AC4-B071-F819-F60185EDA6DD}"/>
          </ac:spMkLst>
        </pc:spChg>
        <pc:spChg chg="mod">
          <ac:chgData name="Palak gupta" userId="f9a89c6c66891a25" providerId="LiveId" clId="{F223D064-5E46-4C65-B439-B338B92B7D89}" dt="2023-09-24T15:12:20.915" v="8157"/>
          <ac:spMkLst>
            <pc:docMk/>
            <pc:sldMk cId="2603546437" sldId="354"/>
            <ac:spMk id="81" creationId="{43D1DF8E-E2D5-0ABE-3492-CEE1777AA75D}"/>
          </ac:spMkLst>
        </pc:spChg>
        <pc:spChg chg="mod">
          <ac:chgData name="Palak gupta" userId="f9a89c6c66891a25" providerId="LiveId" clId="{F223D064-5E46-4C65-B439-B338B92B7D89}" dt="2023-09-24T15:12:20.915" v="8157"/>
          <ac:spMkLst>
            <pc:docMk/>
            <pc:sldMk cId="2603546437" sldId="354"/>
            <ac:spMk id="82" creationId="{3C863761-35A3-98D4-B5FE-566ED4DB0CA7}"/>
          </ac:spMkLst>
        </pc:spChg>
        <pc:spChg chg="mod">
          <ac:chgData name="Palak gupta" userId="f9a89c6c66891a25" providerId="LiveId" clId="{F223D064-5E46-4C65-B439-B338B92B7D89}" dt="2023-09-24T15:12:20.915" v="8157"/>
          <ac:spMkLst>
            <pc:docMk/>
            <pc:sldMk cId="2603546437" sldId="354"/>
            <ac:spMk id="83" creationId="{DAEC71B8-42E8-8493-E66C-0D0168B1FEAD}"/>
          </ac:spMkLst>
        </pc:spChg>
        <pc:spChg chg="mod">
          <ac:chgData name="Palak gupta" userId="f9a89c6c66891a25" providerId="LiveId" clId="{F223D064-5E46-4C65-B439-B338B92B7D89}" dt="2023-09-24T15:12:20.915" v="8157"/>
          <ac:spMkLst>
            <pc:docMk/>
            <pc:sldMk cId="2603546437" sldId="354"/>
            <ac:spMk id="84" creationId="{B8414CD9-8440-5773-5CA9-CBA14E0B3DEB}"/>
          </ac:spMkLst>
        </pc:spChg>
        <pc:spChg chg="mod">
          <ac:chgData name="Palak gupta" userId="f9a89c6c66891a25" providerId="LiveId" clId="{F223D064-5E46-4C65-B439-B338B92B7D89}" dt="2023-09-24T15:12:20.915" v="8157"/>
          <ac:spMkLst>
            <pc:docMk/>
            <pc:sldMk cId="2603546437" sldId="354"/>
            <ac:spMk id="85" creationId="{C39B8D4B-AADC-DEE4-2715-581E4EDF9E37}"/>
          </ac:spMkLst>
        </pc:spChg>
        <pc:spChg chg="mod">
          <ac:chgData name="Palak gupta" userId="f9a89c6c66891a25" providerId="LiveId" clId="{F223D064-5E46-4C65-B439-B338B92B7D89}" dt="2023-09-24T15:12:20.915" v="8157"/>
          <ac:spMkLst>
            <pc:docMk/>
            <pc:sldMk cId="2603546437" sldId="354"/>
            <ac:spMk id="86" creationId="{FA00924A-E292-A8F4-5762-CECFB301206D}"/>
          </ac:spMkLst>
        </pc:spChg>
        <pc:spChg chg="mod">
          <ac:chgData name="Palak gupta" userId="f9a89c6c66891a25" providerId="LiveId" clId="{F223D064-5E46-4C65-B439-B338B92B7D89}" dt="2023-09-24T15:12:20.915" v="8157"/>
          <ac:spMkLst>
            <pc:docMk/>
            <pc:sldMk cId="2603546437" sldId="354"/>
            <ac:spMk id="87" creationId="{F9D81BB3-2868-8D80-BD6D-97D29F3D33D4}"/>
          </ac:spMkLst>
        </pc:spChg>
        <pc:spChg chg="mod">
          <ac:chgData name="Palak gupta" userId="f9a89c6c66891a25" providerId="LiveId" clId="{F223D064-5E46-4C65-B439-B338B92B7D89}" dt="2023-09-24T15:12:20.915" v="8157"/>
          <ac:spMkLst>
            <pc:docMk/>
            <pc:sldMk cId="2603546437" sldId="354"/>
            <ac:spMk id="88" creationId="{688C32C2-9E1C-95F3-5B6A-E2AD97DAD054}"/>
          </ac:spMkLst>
        </pc:spChg>
        <pc:spChg chg="mod">
          <ac:chgData name="Palak gupta" userId="f9a89c6c66891a25" providerId="LiveId" clId="{F223D064-5E46-4C65-B439-B338B92B7D89}" dt="2023-09-24T15:12:20.915" v="8157"/>
          <ac:spMkLst>
            <pc:docMk/>
            <pc:sldMk cId="2603546437" sldId="354"/>
            <ac:spMk id="89" creationId="{93424762-AAF6-866E-564D-02F534F98F22}"/>
          </ac:spMkLst>
        </pc:spChg>
        <pc:spChg chg="mod">
          <ac:chgData name="Palak gupta" userId="f9a89c6c66891a25" providerId="LiveId" clId="{F223D064-5E46-4C65-B439-B338B92B7D89}" dt="2023-09-24T15:12:20.915" v="8157"/>
          <ac:spMkLst>
            <pc:docMk/>
            <pc:sldMk cId="2603546437" sldId="354"/>
            <ac:spMk id="90" creationId="{952319DD-A3A4-AED1-AC85-F9A8E10B0D8D}"/>
          </ac:spMkLst>
        </pc:spChg>
        <pc:spChg chg="mod">
          <ac:chgData name="Palak gupta" userId="f9a89c6c66891a25" providerId="LiveId" clId="{F223D064-5E46-4C65-B439-B338B92B7D89}" dt="2023-09-24T15:12:20.915" v="8157"/>
          <ac:spMkLst>
            <pc:docMk/>
            <pc:sldMk cId="2603546437" sldId="354"/>
            <ac:spMk id="91" creationId="{721CA86B-3CA8-671E-878B-C5F46576B162}"/>
          </ac:spMkLst>
        </pc:spChg>
        <pc:spChg chg="mod">
          <ac:chgData name="Palak gupta" userId="f9a89c6c66891a25" providerId="LiveId" clId="{F223D064-5E46-4C65-B439-B338B92B7D89}" dt="2023-09-24T15:12:20.915" v="8157"/>
          <ac:spMkLst>
            <pc:docMk/>
            <pc:sldMk cId="2603546437" sldId="354"/>
            <ac:spMk id="92" creationId="{3DB1C03E-D425-6472-AE8E-016FB8B8280C}"/>
          </ac:spMkLst>
        </pc:spChg>
        <pc:spChg chg="mod">
          <ac:chgData name="Palak gupta" userId="f9a89c6c66891a25" providerId="LiveId" clId="{F223D064-5E46-4C65-B439-B338B92B7D89}" dt="2023-09-24T15:12:20.915" v="8157"/>
          <ac:spMkLst>
            <pc:docMk/>
            <pc:sldMk cId="2603546437" sldId="354"/>
            <ac:spMk id="93" creationId="{C2557CE1-6D57-D37C-E6D1-67D749ABCFEC}"/>
          </ac:spMkLst>
        </pc:spChg>
        <pc:spChg chg="mod">
          <ac:chgData name="Palak gupta" userId="f9a89c6c66891a25" providerId="LiveId" clId="{F223D064-5E46-4C65-B439-B338B92B7D89}" dt="2023-09-24T15:12:20.915" v="8157"/>
          <ac:spMkLst>
            <pc:docMk/>
            <pc:sldMk cId="2603546437" sldId="354"/>
            <ac:spMk id="94" creationId="{EEC9DE33-348A-B7BD-93E7-68F65E613CFA}"/>
          </ac:spMkLst>
        </pc:spChg>
        <pc:spChg chg="mod">
          <ac:chgData name="Palak gupta" userId="f9a89c6c66891a25" providerId="LiveId" clId="{F223D064-5E46-4C65-B439-B338B92B7D89}" dt="2023-09-24T15:12:20.915" v="8157"/>
          <ac:spMkLst>
            <pc:docMk/>
            <pc:sldMk cId="2603546437" sldId="354"/>
            <ac:spMk id="95" creationId="{AFAA5E6C-CC29-249E-0BB6-5889AD687195}"/>
          </ac:spMkLst>
        </pc:spChg>
        <pc:spChg chg="mod">
          <ac:chgData name="Palak gupta" userId="f9a89c6c66891a25" providerId="LiveId" clId="{F223D064-5E46-4C65-B439-B338B92B7D89}" dt="2023-09-24T15:12:20.915" v="8157"/>
          <ac:spMkLst>
            <pc:docMk/>
            <pc:sldMk cId="2603546437" sldId="354"/>
            <ac:spMk id="96" creationId="{5E246A13-6728-6541-A3E3-BB76E1BC3EC1}"/>
          </ac:spMkLst>
        </pc:spChg>
        <pc:spChg chg="mod">
          <ac:chgData name="Palak gupta" userId="f9a89c6c66891a25" providerId="LiveId" clId="{F223D064-5E46-4C65-B439-B338B92B7D89}" dt="2023-09-24T15:12:20.915" v="8157"/>
          <ac:spMkLst>
            <pc:docMk/>
            <pc:sldMk cId="2603546437" sldId="354"/>
            <ac:spMk id="97" creationId="{731A1865-939F-1FA4-B025-48F69937E41F}"/>
          </ac:spMkLst>
        </pc:spChg>
        <pc:grpChg chg="add mod">
          <ac:chgData name="Palak gupta" userId="f9a89c6c66891a25" providerId="LiveId" clId="{F223D064-5E46-4C65-B439-B338B92B7D89}" dt="2023-09-24T15:11:01.813" v="8088" actId="1037"/>
          <ac:grpSpMkLst>
            <pc:docMk/>
            <pc:sldMk cId="2603546437" sldId="354"/>
            <ac:grpSpMk id="69" creationId="{22561147-7292-B58D-0872-7FD51BE161ED}"/>
          </ac:grpSpMkLst>
        </pc:grpChg>
        <pc:grpChg chg="add mod">
          <ac:chgData name="Palak gupta" userId="f9a89c6c66891a25" providerId="LiveId" clId="{F223D064-5E46-4C65-B439-B338B92B7D89}" dt="2023-09-24T15:11:29.940" v="8113" actId="1076"/>
          <ac:grpSpMkLst>
            <pc:docMk/>
            <pc:sldMk cId="2603546437" sldId="354"/>
            <ac:grpSpMk id="72" creationId="{CC901D01-0350-0275-E417-E484D109E32B}"/>
          </ac:grpSpMkLst>
        </pc:grpChg>
        <pc:grpChg chg="add mod">
          <ac:chgData name="Palak gupta" userId="f9a89c6c66891a25" providerId="LiveId" clId="{F223D064-5E46-4C65-B439-B338B92B7D89}" dt="2023-09-24T15:14:53.855" v="8312" actId="14100"/>
          <ac:grpSpMkLst>
            <pc:docMk/>
            <pc:sldMk cId="2603546437" sldId="354"/>
            <ac:grpSpMk id="76" creationId="{11F2AD5F-B215-8EC1-5EC3-14B291C96B65}"/>
          </ac:grpSpMkLst>
        </pc:grpChg>
        <pc:picChg chg="add mod">
          <ac:chgData name="Palak gupta" userId="f9a89c6c66891a25" providerId="LiveId" clId="{F223D064-5E46-4C65-B439-B338B92B7D89}" dt="2023-09-24T15:14:43.617" v="8311" actId="1035"/>
          <ac:picMkLst>
            <pc:docMk/>
            <pc:sldMk cId="2603546437" sldId="354"/>
            <ac:picMk id="66" creationId="{8918A3A5-C1CE-8CFA-206B-CBD8444076AD}"/>
          </ac:picMkLst>
        </pc:picChg>
        <pc:picChg chg="mod">
          <ac:chgData name="Palak gupta" userId="f9a89c6c66891a25" providerId="LiveId" clId="{F223D064-5E46-4C65-B439-B338B92B7D89}" dt="2023-09-23T05:42:00.607" v="7191" actId="1035"/>
          <ac:picMkLst>
            <pc:docMk/>
            <pc:sldMk cId="2603546437" sldId="354"/>
            <ac:picMk id="67" creationId="{9D2022DD-2A7E-262A-FE26-1CD882A4D152}"/>
          </ac:picMkLst>
        </pc:picChg>
        <pc:picChg chg="mod">
          <ac:chgData name="Palak gupta" userId="f9a89c6c66891a25" providerId="LiveId" clId="{F223D064-5E46-4C65-B439-B338B92B7D89}" dt="2023-09-23T05:42:11.430" v="7371" actId="1037"/>
          <ac:picMkLst>
            <pc:docMk/>
            <pc:sldMk cId="2603546437" sldId="354"/>
            <ac:picMk id="1030" creationId="{37AABCA1-90FE-13E4-DD1A-BA9136309036}"/>
          </ac:picMkLst>
        </pc:picChg>
      </pc:sldChg>
      <pc:sldChg chg="addSp modSp add mod">
        <pc:chgData name="Palak gupta" userId="f9a89c6c66891a25" providerId="LiveId" clId="{F223D064-5E46-4C65-B439-B338B92B7D89}" dt="2023-09-24T15:12:16.111" v="8156" actId="1037"/>
        <pc:sldMkLst>
          <pc:docMk/>
          <pc:sldMk cId="1652706274" sldId="355"/>
        </pc:sldMkLst>
        <pc:spChg chg="mod">
          <ac:chgData name="Palak gupta" userId="f9a89c6c66891a25" providerId="LiveId" clId="{F223D064-5E46-4C65-B439-B338B92B7D89}" dt="2023-09-24T15:07:35.620" v="7682" actId="20577"/>
          <ac:spMkLst>
            <pc:docMk/>
            <pc:sldMk cId="1652706274" sldId="355"/>
            <ac:spMk id="5" creationId="{D499489E-7F86-42B9-BA60-9456916470C2}"/>
          </ac:spMkLst>
        </pc:spChg>
        <pc:spChg chg="mod">
          <ac:chgData name="Palak gupta" userId="f9a89c6c66891a25" providerId="LiveId" clId="{F223D064-5E46-4C65-B439-B338B92B7D89}" dt="2023-09-24T15:04:22.560" v="7576"/>
          <ac:spMkLst>
            <pc:docMk/>
            <pc:sldMk cId="1652706274" sldId="355"/>
            <ac:spMk id="6" creationId="{86417082-81D3-4F22-A55F-2C235B985B69}"/>
          </ac:spMkLst>
        </pc:spChg>
        <pc:spChg chg="mod">
          <ac:chgData name="Palak gupta" userId="f9a89c6c66891a25" providerId="LiveId" clId="{F223D064-5E46-4C65-B439-B338B92B7D89}" dt="2023-09-24T15:04:02.267" v="7558" actId="20577"/>
          <ac:spMkLst>
            <pc:docMk/>
            <pc:sldMk cId="1652706274" sldId="355"/>
            <ac:spMk id="9" creationId="{3DEE8143-DB0F-4FD0-A36B-9978FA1FD019}"/>
          </ac:spMkLst>
        </pc:spChg>
        <pc:spChg chg="mod">
          <ac:chgData name="Palak gupta" userId="f9a89c6c66891a25" providerId="LiveId" clId="{F223D064-5E46-4C65-B439-B338B92B7D89}" dt="2023-09-24T14:52:15.478" v="7554" actId="1076"/>
          <ac:spMkLst>
            <pc:docMk/>
            <pc:sldMk cId="1652706274" sldId="355"/>
            <ac:spMk id="68" creationId="{7772C7B5-187B-7EB7-B24A-B4102AA8AF5B}"/>
          </ac:spMkLst>
        </pc:spChg>
        <pc:spChg chg="mod">
          <ac:chgData name="Palak gupta" userId="f9a89c6c66891a25" providerId="LiveId" clId="{F223D064-5E46-4C65-B439-B338B92B7D89}" dt="2023-09-24T15:09:38.604" v="7711"/>
          <ac:spMkLst>
            <pc:docMk/>
            <pc:sldMk cId="1652706274" sldId="355"/>
            <ac:spMk id="69" creationId="{537AADDF-0249-FED7-FD72-D82C921987C7}"/>
          </ac:spMkLst>
        </pc:spChg>
        <pc:spChg chg="mod">
          <ac:chgData name="Palak gupta" userId="f9a89c6c66891a25" providerId="LiveId" clId="{F223D064-5E46-4C65-B439-B338B92B7D89}" dt="2023-09-24T15:09:38.604" v="7711"/>
          <ac:spMkLst>
            <pc:docMk/>
            <pc:sldMk cId="1652706274" sldId="355"/>
            <ac:spMk id="70" creationId="{7DF1A8A2-4877-DF64-391C-B9B0376E6CB9}"/>
          </ac:spMkLst>
        </pc:spChg>
        <pc:spChg chg="mod">
          <ac:chgData name="Palak gupta" userId="f9a89c6c66891a25" providerId="LiveId" clId="{F223D064-5E46-4C65-B439-B338B92B7D89}" dt="2023-09-24T15:09:38.604" v="7711"/>
          <ac:spMkLst>
            <pc:docMk/>
            <pc:sldMk cId="1652706274" sldId="355"/>
            <ac:spMk id="71" creationId="{D44B3E3F-9527-DEAE-887B-5D6457C7BEE0}"/>
          </ac:spMkLst>
        </pc:spChg>
        <pc:spChg chg="mod">
          <ac:chgData name="Palak gupta" userId="f9a89c6c66891a25" providerId="LiveId" clId="{F223D064-5E46-4C65-B439-B338B92B7D89}" dt="2023-09-24T15:09:38.604" v="7711"/>
          <ac:spMkLst>
            <pc:docMk/>
            <pc:sldMk cId="1652706274" sldId="355"/>
            <ac:spMk id="72" creationId="{6E443D4B-D658-0EF8-9E56-101E6322C905}"/>
          </ac:spMkLst>
        </pc:spChg>
        <pc:spChg chg="mod">
          <ac:chgData name="Palak gupta" userId="f9a89c6c66891a25" providerId="LiveId" clId="{F223D064-5E46-4C65-B439-B338B92B7D89}" dt="2023-09-24T15:09:38.604" v="7711"/>
          <ac:spMkLst>
            <pc:docMk/>
            <pc:sldMk cId="1652706274" sldId="355"/>
            <ac:spMk id="73" creationId="{73027428-76BC-9714-D8A8-A2F52861988E}"/>
          </ac:spMkLst>
        </pc:spChg>
        <pc:spChg chg="mod">
          <ac:chgData name="Palak gupta" userId="f9a89c6c66891a25" providerId="LiveId" clId="{F223D064-5E46-4C65-B439-B338B92B7D89}" dt="2023-09-24T15:09:38.604" v="7711"/>
          <ac:spMkLst>
            <pc:docMk/>
            <pc:sldMk cId="1652706274" sldId="355"/>
            <ac:spMk id="74" creationId="{9636239D-AF2A-C49E-F430-8EAF60C73DD0}"/>
          </ac:spMkLst>
        </pc:spChg>
        <pc:spChg chg="mod">
          <ac:chgData name="Palak gupta" userId="f9a89c6c66891a25" providerId="LiveId" clId="{F223D064-5E46-4C65-B439-B338B92B7D89}" dt="2023-09-24T15:09:38.604" v="7711"/>
          <ac:spMkLst>
            <pc:docMk/>
            <pc:sldMk cId="1652706274" sldId="355"/>
            <ac:spMk id="75" creationId="{8924695B-E25F-AF5D-7B8D-3D9EF4D84FCC}"/>
          </ac:spMkLst>
        </pc:spChg>
        <pc:spChg chg="mod">
          <ac:chgData name="Palak gupta" userId="f9a89c6c66891a25" providerId="LiveId" clId="{F223D064-5E46-4C65-B439-B338B92B7D89}" dt="2023-09-24T15:09:38.604" v="7711"/>
          <ac:spMkLst>
            <pc:docMk/>
            <pc:sldMk cId="1652706274" sldId="355"/>
            <ac:spMk id="76" creationId="{ADC911D1-5237-00D0-9D5B-0E00F5EF0072}"/>
          </ac:spMkLst>
        </pc:spChg>
        <pc:spChg chg="mod">
          <ac:chgData name="Palak gupta" userId="f9a89c6c66891a25" providerId="LiveId" clId="{F223D064-5E46-4C65-B439-B338B92B7D89}" dt="2023-09-24T15:09:38.604" v="7711"/>
          <ac:spMkLst>
            <pc:docMk/>
            <pc:sldMk cId="1652706274" sldId="355"/>
            <ac:spMk id="77" creationId="{7075AC6A-3EE8-ABF6-A334-F257365D94A5}"/>
          </ac:spMkLst>
        </pc:spChg>
        <pc:spChg chg="mod">
          <ac:chgData name="Palak gupta" userId="f9a89c6c66891a25" providerId="LiveId" clId="{F223D064-5E46-4C65-B439-B338B92B7D89}" dt="2023-09-24T15:09:38.604" v="7711"/>
          <ac:spMkLst>
            <pc:docMk/>
            <pc:sldMk cId="1652706274" sldId="355"/>
            <ac:spMk id="78" creationId="{F9C128E4-A096-E437-76CB-AA65AEB8B540}"/>
          </ac:spMkLst>
        </pc:spChg>
        <pc:spChg chg="mod">
          <ac:chgData name="Palak gupta" userId="f9a89c6c66891a25" providerId="LiveId" clId="{F223D064-5E46-4C65-B439-B338B92B7D89}" dt="2023-09-24T15:09:38.604" v="7711"/>
          <ac:spMkLst>
            <pc:docMk/>
            <pc:sldMk cId="1652706274" sldId="355"/>
            <ac:spMk id="79" creationId="{89B2640F-BD48-FCB3-7BC1-9781BF75B636}"/>
          </ac:spMkLst>
        </pc:spChg>
        <pc:spChg chg="mod">
          <ac:chgData name="Palak gupta" userId="f9a89c6c66891a25" providerId="LiveId" clId="{F223D064-5E46-4C65-B439-B338B92B7D89}" dt="2023-09-24T15:09:38.604" v="7711"/>
          <ac:spMkLst>
            <pc:docMk/>
            <pc:sldMk cId="1652706274" sldId="355"/>
            <ac:spMk id="80" creationId="{5987CCED-E666-0730-76DB-4CE80985FBAD}"/>
          </ac:spMkLst>
        </pc:spChg>
        <pc:spChg chg="mod">
          <ac:chgData name="Palak gupta" userId="f9a89c6c66891a25" providerId="LiveId" clId="{F223D064-5E46-4C65-B439-B338B92B7D89}" dt="2023-09-24T15:09:38.604" v="7711"/>
          <ac:spMkLst>
            <pc:docMk/>
            <pc:sldMk cId="1652706274" sldId="355"/>
            <ac:spMk id="81" creationId="{63B9DFD7-22C5-5B1E-DF56-26654DA5D53A}"/>
          </ac:spMkLst>
        </pc:spChg>
        <pc:spChg chg="mod">
          <ac:chgData name="Palak gupta" userId="f9a89c6c66891a25" providerId="LiveId" clId="{F223D064-5E46-4C65-B439-B338B92B7D89}" dt="2023-09-24T15:09:38.604" v="7711"/>
          <ac:spMkLst>
            <pc:docMk/>
            <pc:sldMk cId="1652706274" sldId="355"/>
            <ac:spMk id="82" creationId="{486C212D-647E-6D1A-8BC5-13C2BBDBE980}"/>
          </ac:spMkLst>
        </pc:spChg>
        <pc:spChg chg="mod">
          <ac:chgData name="Palak gupta" userId="f9a89c6c66891a25" providerId="LiveId" clId="{F223D064-5E46-4C65-B439-B338B92B7D89}" dt="2023-09-24T15:09:38.604" v="7711"/>
          <ac:spMkLst>
            <pc:docMk/>
            <pc:sldMk cId="1652706274" sldId="355"/>
            <ac:spMk id="83" creationId="{991CE4F7-5EB8-6C62-78EF-E1F82C5DE021}"/>
          </ac:spMkLst>
        </pc:spChg>
        <pc:spChg chg="mod">
          <ac:chgData name="Palak gupta" userId="f9a89c6c66891a25" providerId="LiveId" clId="{F223D064-5E46-4C65-B439-B338B92B7D89}" dt="2023-09-24T15:09:38.604" v="7711"/>
          <ac:spMkLst>
            <pc:docMk/>
            <pc:sldMk cId="1652706274" sldId="355"/>
            <ac:spMk id="84" creationId="{D40B88AC-23CB-E6EC-62F7-82C2CF751065}"/>
          </ac:spMkLst>
        </pc:spChg>
        <pc:spChg chg="mod">
          <ac:chgData name="Palak gupta" userId="f9a89c6c66891a25" providerId="LiveId" clId="{F223D064-5E46-4C65-B439-B338B92B7D89}" dt="2023-09-24T15:09:38.604" v="7711"/>
          <ac:spMkLst>
            <pc:docMk/>
            <pc:sldMk cId="1652706274" sldId="355"/>
            <ac:spMk id="85" creationId="{C10D22AE-6C59-E825-E4DD-01B26C395791}"/>
          </ac:spMkLst>
        </pc:spChg>
        <pc:spChg chg="mod">
          <ac:chgData name="Palak gupta" userId="f9a89c6c66891a25" providerId="LiveId" clId="{F223D064-5E46-4C65-B439-B338B92B7D89}" dt="2023-09-24T15:09:38.604" v="7711"/>
          <ac:spMkLst>
            <pc:docMk/>
            <pc:sldMk cId="1652706274" sldId="355"/>
            <ac:spMk id="86" creationId="{DB52ECA0-B972-B261-E892-AFADCC189336}"/>
          </ac:spMkLst>
        </pc:spChg>
        <pc:spChg chg="mod">
          <ac:chgData name="Palak gupta" userId="f9a89c6c66891a25" providerId="LiveId" clId="{F223D064-5E46-4C65-B439-B338B92B7D89}" dt="2023-09-24T15:09:38.604" v="7711"/>
          <ac:spMkLst>
            <pc:docMk/>
            <pc:sldMk cId="1652706274" sldId="355"/>
            <ac:spMk id="87" creationId="{4E15D9CD-EFF0-61BA-83FA-7F2FE0FF4F8D}"/>
          </ac:spMkLst>
        </pc:spChg>
        <pc:spChg chg="mod">
          <ac:chgData name="Palak gupta" userId="f9a89c6c66891a25" providerId="LiveId" clId="{F223D064-5E46-4C65-B439-B338B92B7D89}" dt="2023-09-24T15:09:38.604" v="7711"/>
          <ac:spMkLst>
            <pc:docMk/>
            <pc:sldMk cId="1652706274" sldId="355"/>
            <ac:spMk id="88" creationId="{BC5DAA4D-E9C7-69D3-EBE5-0C3FED44D693}"/>
          </ac:spMkLst>
        </pc:spChg>
        <pc:spChg chg="mod">
          <ac:chgData name="Palak gupta" userId="f9a89c6c66891a25" providerId="LiveId" clId="{F223D064-5E46-4C65-B439-B338B92B7D89}" dt="2023-09-24T15:09:38.604" v="7711"/>
          <ac:spMkLst>
            <pc:docMk/>
            <pc:sldMk cId="1652706274" sldId="355"/>
            <ac:spMk id="89" creationId="{FCFD9620-06F4-C7E9-34C2-8F39A68C4FC6}"/>
          </ac:spMkLst>
        </pc:spChg>
        <pc:spChg chg="mod">
          <ac:chgData name="Palak gupta" userId="f9a89c6c66891a25" providerId="LiveId" clId="{F223D064-5E46-4C65-B439-B338B92B7D89}" dt="2023-09-24T15:10:28.344" v="8045"/>
          <ac:spMkLst>
            <pc:docMk/>
            <pc:sldMk cId="1652706274" sldId="355"/>
            <ac:spMk id="91" creationId="{037C2D57-6C89-200B-0179-FF318CDBB145}"/>
          </ac:spMkLst>
        </pc:spChg>
        <pc:spChg chg="mod">
          <ac:chgData name="Palak gupta" userId="f9a89c6c66891a25" providerId="LiveId" clId="{F223D064-5E46-4C65-B439-B338B92B7D89}" dt="2023-09-24T15:10:28.344" v="8045"/>
          <ac:spMkLst>
            <pc:docMk/>
            <pc:sldMk cId="1652706274" sldId="355"/>
            <ac:spMk id="92" creationId="{CFC9B42B-926C-88D7-485D-4CEC6878F4A9}"/>
          </ac:spMkLst>
        </pc:spChg>
        <pc:spChg chg="mod">
          <ac:chgData name="Palak gupta" userId="f9a89c6c66891a25" providerId="LiveId" clId="{F223D064-5E46-4C65-B439-B338B92B7D89}" dt="2023-09-24T15:11:09.136" v="8089"/>
          <ac:spMkLst>
            <pc:docMk/>
            <pc:sldMk cId="1652706274" sldId="355"/>
            <ac:spMk id="94" creationId="{E2118925-7A70-136E-B9D2-A96C0C6FC16D}"/>
          </ac:spMkLst>
        </pc:spChg>
        <pc:spChg chg="mod">
          <ac:chgData name="Palak gupta" userId="f9a89c6c66891a25" providerId="LiveId" clId="{F223D064-5E46-4C65-B439-B338B92B7D89}" dt="2023-09-24T15:11:09.136" v="8089"/>
          <ac:spMkLst>
            <pc:docMk/>
            <pc:sldMk cId="1652706274" sldId="355"/>
            <ac:spMk id="95" creationId="{782FD99E-556B-AAC5-F024-5CA3F91501E1}"/>
          </ac:spMkLst>
        </pc:spChg>
        <pc:spChg chg="add mod">
          <ac:chgData name="Palak gupta" userId="f9a89c6c66891a25" providerId="LiveId" clId="{F223D064-5E46-4C65-B439-B338B92B7D89}" dt="2023-09-24T15:11:54.812" v="8125" actId="1035"/>
          <ac:spMkLst>
            <pc:docMk/>
            <pc:sldMk cId="1652706274" sldId="355"/>
            <ac:spMk id="96" creationId="{0BB2BE0E-BB6D-5CF1-982A-9ACDEF40BF3B}"/>
          </ac:spMkLst>
        </pc:spChg>
        <pc:grpChg chg="add mod">
          <ac:chgData name="Palak gupta" userId="f9a89c6c66891a25" providerId="LiveId" clId="{F223D064-5E46-4C65-B439-B338B92B7D89}" dt="2023-09-24T15:12:16.111" v="8156" actId="1037"/>
          <ac:grpSpMkLst>
            <pc:docMk/>
            <pc:sldMk cId="1652706274" sldId="355"/>
            <ac:grpSpMk id="3" creationId="{D00E97A6-CF23-D988-2227-6E3144C3ECD4}"/>
          </ac:grpSpMkLst>
        </pc:grpChg>
        <pc:grpChg chg="add mod">
          <ac:chgData name="Palak gupta" userId="f9a89c6c66891a25" providerId="LiveId" clId="{F223D064-5E46-4C65-B439-B338B92B7D89}" dt="2023-09-24T15:10:32.286" v="8052" actId="1036"/>
          <ac:grpSpMkLst>
            <pc:docMk/>
            <pc:sldMk cId="1652706274" sldId="355"/>
            <ac:grpSpMk id="90" creationId="{6DECEDF5-889A-D07A-EA12-33EA7B4348BA}"/>
          </ac:grpSpMkLst>
        </pc:grpChg>
        <pc:grpChg chg="add mod">
          <ac:chgData name="Palak gupta" userId="f9a89c6c66891a25" providerId="LiveId" clId="{F223D064-5E46-4C65-B439-B338B92B7D89}" dt="2023-09-24T15:11:12.984" v="8097" actId="1038"/>
          <ac:grpSpMkLst>
            <pc:docMk/>
            <pc:sldMk cId="1652706274" sldId="355"/>
            <ac:grpSpMk id="93" creationId="{E56264D3-B2F7-B629-AC30-3079DEFA00F5}"/>
          </ac:grpSpMkLst>
        </pc:grpChg>
        <pc:picChg chg="mod">
          <ac:chgData name="Palak gupta" userId="f9a89c6c66891a25" providerId="LiveId" clId="{F223D064-5E46-4C65-B439-B338B92B7D89}" dt="2023-09-24T15:07:45.989" v="7684" actId="1076"/>
          <ac:picMkLst>
            <pc:docMk/>
            <pc:sldMk cId="1652706274" sldId="355"/>
            <ac:picMk id="66" creationId="{8918A3A5-C1CE-8CFA-206B-CBD8444076AD}"/>
          </ac:picMkLst>
        </pc:picChg>
      </pc:sldChg>
      <pc:sldChg chg="add del">
        <pc:chgData name="Palak gupta" userId="f9a89c6c66891a25" providerId="LiveId" clId="{F223D064-5E46-4C65-B439-B338B92B7D89}" dt="2023-09-24T15:11:25.232" v="8112"/>
        <pc:sldMkLst>
          <pc:docMk/>
          <pc:sldMk cId="826253083" sldId="356"/>
        </pc:sldMkLst>
      </pc:sldChg>
      <pc:sldChg chg="addSp delSp modSp add mod">
        <pc:chgData name="Palak gupta" userId="f9a89c6c66891a25" providerId="LiveId" clId="{F223D064-5E46-4C65-B439-B338B92B7D89}" dt="2023-09-24T15:50:16.142" v="8475" actId="1036"/>
        <pc:sldMkLst>
          <pc:docMk/>
          <pc:sldMk cId="3444013566" sldId="356"/>
        </pc:sldMkLst>
        <pc:spChg chg="mod ord">
          <ac:chgData name="Palak gupta" userId="f9a89c6c66891a25" providerId="LiveId" clId="{F223D064-5E46-4C65-B439-B338B92B7D89}" dt="2023-09-24T15:50:16.142" v="8475" actId="1036"/>
          <ac:spMkLst>
            <pc:docMk/>
            <pc:sldMk cId="3444013566" sldId="356"/>
            <ac:spMk id="49" creationId="{D76D1E36-A887-A676-C3D9-7F930FE1F676}"/>
          </ac:spMkLst>
        </pc:spChg>
        <pc:spChg chg="del mod">
          <ac:chgData name="Palak gupta" userId="f9a89c6c66891a25" providerId="LiveId" clId="{F223D064-5E46-4C65-B439-B338B92B7D89}" dt="2023-09-24T15:46:08.230" v="8325" actId="478"/>
          <ac:spMkLst>
            <pc:docMk/>
            <pc:sldMk cId="3444013566" sldId="356"/>
            <ac:spMk id="62" creationId="{F8D02F9D-ABE6-22FC-5B42-B580EC5FB763}"/>
          </ac:spMkLst>
        </pc:spChg>
        <pc:grpChg chg="del">
          <ac:chgData name="Palak gupta" userId="f9a89c6c66891a25" providerId="LiveId" clId="{F223D064-5E46-4C65-B439-B338B92B7D89}" dt="2023-09-24T15:45:36.247" v="8323" actId="478"/>
          <ac:grpSpMkLst>
            <pc:docMk/>
            <pc:sldMk cId="3444013566" sldId="356"/>
            <ac:grpSpMk id="21" creationId="{AFCCEC73-60A7-C8C2-39B3-D250D0066A87}"/>
          </ac:grpSpMkLst>
        </pc:grpChg>
        <pc:picChg chg="add mod">
          <ac:chgData name="Palak gupta" userId="f9a89c6c66891a25" providerId="LiveId" clId="{F223D064-5E46-4C65-B439-B338B92B7D89}" dt="2023-09-24T15:45:33.257" v="8322" actId="14100"/>
          <ac:picMkLst>
            <pc:docMk/>
            <pc:sldMk cId="3444013566" sldId="356"/>
            <ac:picMk id="76" creationId="{AB497488-0E63-503A-43EE-66EF6153846B}"/>
          </ac:picMkLst>
        </pc:picChg>
      </pc:sldChg>
      <pc:sldChg chg="addSp modSp add mod">
        <pc:chgData name="Palak gupta" userId="f9a89c6c66891a25" providerId="LiveId" clId="{F223D064-5E46-4C65-B439-B338B92B7D89}" dt="2023-09-24T15:49:48.122" v="8374" actId="1076"/>
        <pc:sldMkLst>
          <pc:docMk/>
          <pc:sldMk cId="2519845813" sldId="357"/>
        </pc:sldMkLst>
        <pc:spChg chg="ord">
          <ac:chgData name="Palak gupta" userId="f9a89c6c66891a25" providerId="LiveId" clId="{F223D064-5E46-4C65-B439-B338B92B7D89}" dt="2023-09-24T15:48:52.723" v="8350" actId="166"/>
          <ac:spMkLst>
            <pc:docMk/>
            <pc:sldMk cId="2519845813" sldId="357"/>
            <ac:spMk id="49" creationId="{D76D1E36-A887-A676-C3D9-7F930FE1F676}"/>
          </ac:spMkLst>
        </pc:spChg>
        <pc:picChg chg="add mod ord">
          <ac:chgData name="Palak gupta" userId="f9a89c6c66891a25" providerId="LiveId" clId="{F223D064-5E46-4C65-B439-B338B92B7D89}" dt="2023-09-24T15:49:11.719" v="8372" actId="14100"/>
          <ac:picMkLst>
            <pc:docMk/>
            <pc:sldMk cId="2519845813" sldId="357"/>
            <ac:picMk id="52" creationId="{076AB0DC-0FD0-239C-2A5C-EF1BD1A541FE}"/>
          </ac:picMkLst>
        </pc:picChg>
        <pc:picChg chg="add mod">
          <ac:chgData name="Palak gupta" userId="f9a89c6c66891a25" providerId="LiveId" clId="{F223D064-5E46-4C65-B439-B338B92B7D89}" dt="2023-09-24T15:48:23.933" v="8342" actId="1036"/>
          <ac:picMkLst>
            <pc:docMk/>
            <pc:sldMk cId="2519845813" sldId="357"/>
            <ac:picMk id="62" creationId="{717982FA-8D10-7C5E-1A49-925F2190D347}"/>
          </ac:picMkLst>
        </pc:picChg>
        <pc:picChg chg="add mod">
          <ac:chgData name="Palak gupta" userId="f9a89c6c66891a25" providerId="LiveId" clId="{F223D064-5E46-4C65-B439-B338B92B7D89}" dt="2023-09-24T15:49:48.122" v="8374" actId="1076"/>
          <ac:picMkLst>
            <pc:docMk/>
            <pc:sldMk cId="2519845813" sldId="357"/>
            <ac:picMk id="72" creationId="{66E883A3-4009-5F4E-8F3D-095724817540}"/>
          </ac:picMkLst>
        </pc:picChg>
      </pc:sldChg>
      <pc:sldChg chg="addSp delSp modSp add del mod">
        <pc:chgData name="Palak gupta" userId="f9a89c6c66891a25" providerId="LiveId" clId="{F223D064-5E46-4C65-B439-B338B92B7D89}" dt="2023-09-24T15:57:37.830" v="8530" actId="2696"/>
        <pc:sldMkLst>
          <pc:docMk/>
          <pc:sldMk cId="2345494574" sldId="358"/>
        </pc:sldMkLst>
        <pc:spChg chg="mod ord">
          <ac:chgData name="Palak gupta" userId="f9a89c6c66891a25" providerId="LiveId" clId="{F223D064-5E46-4C65-B439-B338B92B7D89}" dt="2023-09-24T15:53:33.549" v="8528" actId="208"/>
          <ac:spMkLst>
            <pc:docMk/>
            <pc:sldMk cId="2345494574" sldId="358"/>
            <ac:spMk id="49" creationId="{D76D1E36-A887-A676-C3D9-7F930FE1F676}"/>
          </ac:spMkLst>
        </pc:spChg>
        <pc:spChg chg="del mod">
          <ac:chgData name="Palak gupta" userId="f9a89c6c66891a25" providerId="LiveId" clId="{F223D064-5E46-4C65-B439-B338B92B7D89}" dt="2023-09-24T15:52:52.935" v="8520" actId="478"/>
          <ac:spMkLst>
            <pc:docMk/>
            <pc:sldMk cId="2345494574" sldId="358"/>
            <ac:spMk id="70" creationId="{48313E72-5C55-22EF-0F23-8A6837B136CB}"/>
          </ac:spMkLst>
        </pc:spChg>
        <pc:spChg chg="del">
          <ac:chgData name="Palak gupta" userId="f9a89c6c66891a25" providerId="LiveId" clId="{F223D064-5E46-4C65-B439-B338B92B7D89}" dt="2023-09-24T15:52:55.543" v="8521" actId="478"/>
          <ac:spMkLst>
            <pc:docMk/>
            <pc:sldMk cId="2345494574" sldId="358"/>
            <ac:spMk id="78" creationId="{5094A0FA-F35F-649A-0A6A-9CD8F7826257}"/>
          </ac:spMkLst>
        </pc:spChg>
        <pc:picChg chg="add del mod">
          <ac:chgData name="Palak gupta" userId="f9a89c6c66891a25" providerId="LiveId" clId="{F223D064-5E46-4C65-B439-B338B92B7D89}" dt="2023-09-24T15:52:47.073" v="8518" actId="478"/>
          <ac:picMkLst>
            <pc:docMk/>
            <pc:sldMk cId="2345494574" sldId="358"/>
            <ac:picMk id="21" creationId="{16680CF9-4B4B-8B95-92CA-AC4692C7CB09}"/>
          </ac:picMkLst>
        </pc:picChg>
        <pc:picChg chg="del">
          <ac:chgData name="Palak gupta" userId="f9a89c6c66891a25" providerId="LiveId" clId="{F223D064-5E46-4C65-B439-B338B92B7D89}" dt="2023-09-24T15:50:47.664" v="8479" actId="478"/>
          <ac:picMkLst>
            <pc:docMk/>
            <pc:sldMk cId="2345494574" sldId="358"/>
            <ac:picMk id="52" creationId="{076AB0DC-0FD0-239C-2A5C-EF1BD1A541FE}"/>
          </ac:picMkLst>
        </pc:picChg>
        <pc:picChg chg="add del">
          <ac:chgData name="Palak gupta" userId="f9a89c6c66891a25" providerId="LiveId" clId="{F223D064-5E46-4C65-B439-B338B92B7D89}" dt="2023-09-24T15:50:57.979" v="8509" actId="478"/>
          <ac:picMkLst>
            <pc:docMk/>
            <pc:sldMk cId="2345494574" sldId="358"/>
            <ac:picMk id="62" creationId="{717982FA-8D10-7C5E-1A49-925F2190D347}"/>
          </ac:picMkLst>
        </pc:picChg>
        <pc:picChg chg="add mod ord">
          <ac:chgData name="Palak gupta" userId="f9a89c6c66891a25" providerId="LiveId" clId="{F223D064-5E46-4C65-B439-B338B92B7D89}" dt="2023-09-24T15:52:59.089" v="8522" actId="166"/>
          <ac:picMkLst>
            <pc:docMk/>
            <pc:sldMk cId="2345494574" sldId="358"/>
            <ac:picMk id="71" creationId="{8B9F717E-8CE3-5EA0-B908-90109D272189}"/>
          </ac:picMkLst>
        </pc:picChg>
        <pc:picChg chg="del">
          <ac:chgData name="Palak gupta" userId="f9a89c6c66891a25" providerId="LiveId" clId="{F223D064-5E46-4C65-B439-B338B92B7D89}" dt="2023-09-24T15:50:46.003" v="8478" actId="478"/>
          <ac:picMkLst>
            <pc:docMk/>
            <pc:sldMk cId="2345494574" sldId="358"/>
            <ac:picMk id="72" creationId="{66E883A3-4009-5F4E-8F3D-095724817540}"/>
          </ac:picMkLst>
        </pc:picChg>
        <pc:picChg chg="del">
          <ac:chgData name="Palak gupta" userId="f9a89c6c66891a25" providerId="LiveId" clId="{F223D064-5E46-4C65-B439-B338B92B7D89}" dt="2023-09-24T15:50:44.351" v="8477" actId="478"/>
          <ac:picMkLst>
            <pc:docMk/>
            <pc:sldMk cId="2345494574" sldId="358"/>
            <ac:picMk id="76" creationId="{AB497488-0E63-503A-43EE-66EF6153846B}"/>
          </ac:picMkLst>
        </pc:picChg>
      </pc:sldChg>
      <pc:sldChg chg="modSp add mod">
        <pc:chgData name="Palak gupta" userId="f9a89c6c66891a25" providerId="LiveId" clId="{F223D064-5E46-4C65-B439-B338B92B7D89}" dt="2023-09-24T15:57:46.609" v="8568" actId="1038"/>
        <pc:sldMkLst>
          <pc:docMk/>
          <pc:sldMk cId="687805268" sldId="359"/>
        </pc:sldMkLst>
        <pc:spChg chg="mod">
          <ac:chgData name="Palak gupta" userId="f9a89c6c66891a25" providerId="LiveId" clId="{F223D064-5E46-4C65-B439-B338B92B7D89}" dt="2023-09-24T15:57:46.609" v="8568" actId="1038"/>
          <ac:spMkLst>
            <pc:docMk/>
            <pc:sldMk cId="687805268" sldId="359"/>
            <ac:spMk id="49" creationId="{D76D1E36-A887-A676-C3D9-7F930FE1F676}"/>
          </ac:spMkLst>
        </pc:spChg>
      </pc:sldChg>
      <pc:sldChg chg="addSp delSp modSp add mod">
        <pc:chgData name="Palak gupta" userId="f9a89c6c66891a25" providerId="LiveId" clId="{F223D064-5E46-4C65-B439-B338B92B7D89}" dt="2023-09-24T15:59:21.070" v="8616" actId="1038"/>
        <pc:sldMkLst>
          <pc:docMk/>
          <pc:sldMk cId="2620675640" sldId="360"/>
        </pc:sldMkLst>
        <pc:spChg chg="add del mod">
          <ac:chgData name="Palak gupta" userId="f9a89c6c66891a25" providerId="LiveId" clId="{F223D064-5E46-4C65-B439-B338B92B7D89}" dt="2023-09-24T15:59:21.070" v="8616" actId="1038"/>
          <ac:spMkLst>
            <pc:docMk/>
            <pc:sldMk cId="2620675640" sldId="360"/>
            <ac:spMk id="49" creationId="{D76D1E36-A887-A676-C3D9-7F930FE1F676}"/>
          </ac:spMkLst>
        </pc:spChg>
        <pc:picChg chg="add mod">
          <ac:chgData name="Palak gupta" userId="f9a89c6c66891a25" providerId="LiveId" clId="{F223D064-5E46-4C65-B439-B338B92B7D89}" dt="2023-09-24T15:59:12.494" v="8588" actId="14100"/>
          <ac:picMkLst>
            <pc:docMk/>
            <pc:sldMk cId="2620675640" sldId="360"/>
            <ac:picMk id="62" creationId="{5D70FA22-A3ED-4F0E-6CCC-F95B3FC45C4A}"/>
          </ac:picMkLst>
        </pc:picChg>
        <pc:picChg chg="del">
          <ac:chgData name="Palak gupta" userId="f9a89c6c66891a25" providerId="LiveId" clId="{F223D064-5E46-4C65-B439-B338B92B7D89}" dt="2023-09-24T15:57:54.630" v="8570" actId="478"/>
          <ac:picMkLst>
            <pc:docMk/>
            <pc:sldMk cId="2620675640" sldId="360"/>
            <ac:picMk id="71" creationId="{8B9F717E-8CE3-5EA0-B908-90109D272189}"/>
          </ac:picMkLst>
        </pc:picChg>
        <pc:cxnChg chg="add del mod">
          <ac:chgData name="Palak gupta" userId="f9a89c6c66891a25" providerId="LiveId" clId="{F223D064-5E46-4C65-B439-B338B92B7D89}" dt="2023-09-24T15:58:44.006" v="8578" actId="11529"/>
          <ac:cxnSpMkLst>
            <pc:docMk/>
            <pc:sldMk cId="2620675640" sldId="360"/>
            <ac:cxnSpMk id="52" creationId="{7AAEB836-B8B4-3005-D55B-1E3DD12979DD}"/>
          </ac:cxnSpMkLst>
        </pc:cxnChg>
      </pc:sldChg>
      <pc:sldChg chg="addSp delSp modSp add mod">
        <pc:chgData name="Palak gupta" userId="f9a89c6c66891a25" providerId="LiveId" clId="{F223D064-5E46-4C65-B439-B338B92B7D89}" dt="2023-09-25T16:14:24.039" v="10024" actId="208"/>
        <pc:sldMkLst>
          <pc:docMk/>
          <pc:sldMk cId="675401142" sldId="361"/>
        </pc:sldMkLst>
        <pc:spChg chg="mod">
          <ac:chgData name="Palak gupta" userId="f9a89c6c66891a25" providerId="LiveId" clId="{F223D064-5E46-4C65-B439-B338B92B7D89}" dt="2023-09-25T04:59:46.202" v="9293" actId="1076"/>
          <ac:spMkLst>
            <pc:docMk/>
            <pc:sldMk cId="675401142" sldId="361"/>
            <ac:spMk id="4" creationId="{9B3961E5-C11D-4D53-A92D-CB61C1CB2A37}"/>
          </ac:spMkLst>
        </pc:spChg>
        <pc:spChg chg="mod">
          <ac:chgData name="Palak gupta" userId="f9a89c6c66891a25" providerId="LiveId" clId="{F223D064-5E46-4C65-B439-B338B92B7D89}" dt="2023-09-25T15:14:01.422" v="9853" actId="14100"/>
          <ac:spMkLst>
            <pc:docMk/>
            <pc:sldMk cId="675401142" sldId="361"/>
            <ac:spMk id="5" creationId="{B9039F2F-BF71-4D33-8D72-F021A5B250DC}"/>
          </ac:spMkLst>
        </pc:spChg>
        <pc:spChg chg="mod">
          <ac:chgData name="Palak gupta" userId="f9a89c6c66891a25" providerId="LiveId" clId="{F223D064-5E46-4C65-B439-B338B92B7D89}" dt="2023-09-25T05:00:03.610" v="9327" actId="1038"/>
          <ac:spMkLst>
            <pc:docMk/>
            <pc:sldMk cId="675401142" sldId="361"/>
            <ac:spMk id="6" creationId="{7404728D-A704-43B8-ADD8-E17F45397AE8}"/>
          </ac:spMkLst>
        </pc:spChg>
        <pc:spChg chg="mod">
          <ac:chgData name="Palak gupta" userId="f9a89c6c66891a25" providerId="LiveId" clId="{F223D064-5E46-4C65-B439-B338B92B7D89}" dt="2023-09-25T05:03:36.906" v="9824" actId="1035"/>
          <ac:spMkLst>
            <pc:docMk/>
            <pc:sldMk cId="675401142" sldId="361"/>
            <ac:spMk id="7" creationId="{F7D9DFAD-10C0-4FE1-8B9D-E303E99E89A1}"/>
          </ac:spMkLst>
        </pc:spChg>
        <pc:spChg chg="mod">
          <ac:chgData name="Palak gupta" userId="f9a89c6c66891a25" providerId="LiveId" clId="{F223D064-5E46-4C65-B439-B338B92B7D89}" dt="2023-09-25T05:00:15.062" v="9458" actId="1035"/>
          <ac:spMkLst>
            <pc:docMk/>
            <pc:sldMk cId="675401142" sldId="361"/>
            <ac:spMk id="8" creationId="{BF8BF47D-4090-3791-4926-6339248D6BA5}"/>
          </ac:spMkLst>
        </pc:spChg>
        <pc:spChg chg="mod">
          <ac:chgData name="Palak gupta" userId="f9a89c6c66891a25" providerId="LiveId" clId="{F223D064-5E46-4C65-B439-B338B92B7D89}" dt="2023-09-25T05:00:09.246" v="9388" actId="1038"/>
          <ac:spMkLst>
            <pc:docMk/>
            <pc:sldMk cId="675401142" sldId="361"/>
            <ac:spMk id="9" creationId="{88B937DD-4E4B-F01C-AAAE-6F9C985805AE}"/>
          </ac:spMkLst>
        </pc:spChg>
        <pc:spChg chg="mod">
          <ac:chgData name="Palak gupta" userId="f9a89c6c66891a25" providerId="LiveId" clId="{F223D064-5E46-4C65-B439-B338B92B7D89}" dt="2023-09-25T05:02:48.974" v="9804" actId="1076"/>
          <ac:spMkLst>
            <pc:docMk/>
            <pc:sldMk cId="675401142" sldId="361"/>
            <ac:spMk id="14" creationId="{7EB729D8-28D9-4ADC-9810-E076E517B813}"/>
          </ac:spMkLst>
        </pc:spChg>
        <pc:spChg chg="mod">
          <ac:chgData name="Palak gupta" userId="f9a89c6c66891a25" providerId="LiveId" clId="{F223D064-5E46-4C65-B439-B338B92B7D89}" dt="2023-09-25T05:03:48.277" v="9825" actId="1076"/>
          <ac:spMkLst>
            <pc:docMk/>
            <pc:sldMk cId="675401142" sldId="361"/>
            <ac:spMk id="15" creationId="{097265F2-84E2-4CAB-BDFE-A76034518045}"/>
          </ac:spMkLst>
        </pc:spChg>
        <pc:spChg chg="mod">
          <ac:chgData name="Palak gupta" userId="f9a89c6c66891a25" providerId="LiveId" clId="{F223D064-5E46-4C65-B439-B338B92B7D89}" dt="2023-09-25T05:00:20.325" v="9529" actId="1036"/>
          <ac:spMkLst>
            <pc:docMk/>
            <pc:sldMk cId="675401142" sldId="361"/>
            <ac:spMk id="16" creationId="{E94FE4E2-2511-4A34-AD7A-B2F5C89AAACD}"/>
          </ac:spMkLst>
        </pc:spChg>
        <pc:spChg chg="mod">
          <ac:chgData name="Palak gupta" userId="f9a89c6c66891a25" providerId="LiveId" clId="{F223D064-5E46-4C65-B439-B338B92B7D89}" dt="2023-09-25T05:01:12.247" v="9770" actId="1076"/>
          <ac:spMkLst>
            <pc:docMk/>
            <pc:sldMk cId="675401142" sldId="361"/>
            <ac:spMk id="17" creationId="{14C0A9E1-5E23-472B-8059-55D59E5C17E9}"/>
          </ac:spMkLst>
        </pc:spChg>
        <pc:spChg chg="mod">
          <ac:chgData name="Palak gupta" userId="f9a89c6c66891a25" providerId="LiveId" clId="{F223D064-5E46-4C65-B439-B338B92B7D89}" dt="2023-09-25T05:02:55.090" v="9805" actId="1076"/>
          <ac:spMkLst>
            <pc:docMk/>
            <pc:sldMk cId="675401142" sldId="361"/>
            <ac:spMk id="19" creationId="{AB0276E1-B7F1-74A8-8F73-F02556B99DFB}"/>
          </ac:spMkLst>
        </pc:spChg>
        <pc:spChg chg="mod">
          <ac:chgData name="Palak gupta" userId="f9a89c6c66891a25" providerId="LiveId" clId="{F223D064-5E46-4C65-B439-B338B92B7D89}" dt="2023-09-25T05:00:26.329" v="9619" actId="1038"/>
          <ac:spMkLst>
            <pc:docMk/>
            <pc:sldMk cId="675401142" sldId="361"/>
            <ac:spMk id="20" creationId="{6A96F657-5E04-4A98-86D3-540F28D9095B}"/>
          </ac:spMkLst>
        </pc:spChg>
        <pc:spChg chg="mod">
          <ac:chgData name="Palak gupta" userId="f9a89c6c66891a25" providerId="LiveId" clId="{F223D064-5E46-4C65-B439-B338B92B7D89}" dt="2023-09-25T05:01:15.556" v="9771" actId="1076"/>
          <ac:spMkLst>
            <pc:docMk/>
            <pc:sldMk cId="675401142" sldId="361"/>
            <ac:spMk id="21" creationId="{E7383128-143C-4A29-A12A-9A034A2FFF82}"/>
          </ac:spMkLst>
        </pc:spChg>
        <pc:spChg chg="del">
          <ac:chgData name="Palak gupta" userId="f9a89c6c66891a25" providerId="LiveId" clId="{F223D064-5E46-4C65-B439-B338B92B7D89}" dt="2023-09-25T05:00:28.179" v="9620" actId="478"/>
          <ac:spMkLst>
            <pc:docMk/>
            <pc:sldMk cId="675401142" sldId="361"/>
            <ac:spMk id="22" creationId="{F949E12D-36D8-40D6-9675-C4707B11EAE5}"/>
          </ac:spMkLst>
        </pc:spChg>
        <pc:spChg chg="mod">
          <ac:chgData name="Palak gupta" userId="f9a89c6c66891a25" providerId="LiveId" clId="{F223D064-5E46-4C65-B439-B338B92B7D89}" dt="2023-09-25T05:01:18.672" v="9772" actId="1076"/>
          <ac:spMkLst>
            <pc:docMk/>
            <pc:sldMk cId="675401142" sldId="361"/>
            <ac:spMk id="23" creationId="{70121ED9-224D-4DC3-B465-181B750D04AD}"/>
          </ac:spMkLst>
        </pc:spChg>
        <pc:spChg chg="mod">
          <ac:chgData name="Palak gupta" userId="f9a89c6c66891a25" providerId="LiveId" clId="{F223D064-5E46-4C65-B439-B338B92B7D89}" dt="2023-09-25T15:14:42.318" v="9889" actId="1076"/>
          <ac:spMkLst>
            <pc:docMk/>
            <pc:sldMk cId="675401142" sldId="361"/>
            <ac:spMk id="26" creationId="{01ADCEDB-116F-75A1-A56D-E005794655C4}"/>
          </ac:spMkLst>
        </pc:spChg>
        <pc:spChg chg="mod">
          <ac:chgData name="Palak gupta" userId="f9a89c6c66891a25" providerId="LiveId" clId="{F223D064-5E46-4C65-B439-B338B92B7D89}" dt="2023-09-25T15:14:55.290" v="9891" actId="1076"/>
          <ac:spMkLst>
            <pc:docMk/>
            <pc:sldMk cId="675401142" sldId="361"/>
            <ac:spMk id="27" creationId="{6469A29E-B054-0D96-B9FC-2541CA11500E}"/>
          </ac:spMkLst>
        </pc:spChg>
        <pc:spChg chg="mod">
          <ac:chgData name="Palak gupta" userId="f9a89c6c66891a25" providerId="LiveId" clId="{F223D064-5E46-4C65-B439-B338B92B7D89}" dt="2023-09-25T05:02:08.265" v="9777" actId="164"/>
          <ac:spMkLst>
            <pc:docMk/>
            <pc:sldMk cId="675401142" sldId="361"/>
            <ac:spMk id="29" creationId="{AF69230F-4DBE-BA00-CC84-D61E6206A945}"/>
          </ac:spMkLst>
        </pc:spChg>
        <pc:spChg chg="mod">
          <ac:chgData name="Palak gupta" userId="f9a89c6c66891a25" providerId="LiveId" clId="{F223D064-5E46-4C65-B439-B338B92B7D89}" dt="2023-09-25T15:15:21.364" v="9893" actId="1076"/>
          <ac:spMkLst>
            <pc:docMk/>
            <pc:sldMk cId="675401142" sldId="361"/>
            <ac:spMk id="30" creationId="{3A61E5C1-6C35-6C96-2FF1-162B65AA86DC}"/>
          </ac:spMkLst>
        </pc:spChg>
        <pc:spChg chg="mod">
          <ac:chgData name="Palak gupta" userId="f9a89c6c66891a25" providerId="LiveId" clId="{F223D064-5E46-4C65-B439-B338B92B7D89}" dt="2023-09-25T05:02:08.265" v="9777" actId="164"/>
          <ac:spMkLst>
            <pc:docMk/>
            <pc:sldMk cId="675401142" sldId="361"/>
            <ac:spMk id="31" creationId="{5830DA2D-1B61-8986-706E-1EEDBA12CCBE}"/>
          </ac:spMkLst>
        </pc:spChg>
        <pc:spChg chg="mod">
          <ac:chgData name="Palak gupta" userId="f9a89c6c66891a25" providerId="LiveId" clId="{F223D064-5E46-4C65-B439-B338B92B7D89}" dt="2023-09-25T15:14:47.481" v="9890" actId="1076"/>
          <ac:spMkLst>
            <pc:docMk/>
            <pc:sldMk cId="675401142" sldId="361"/>
            <ac:spMk id="32" creationId="{584C431C-39C1-499D-AE03-E89CA8FEDEA0}"/>
          </ac:spMkLst>
        </pc:spChg>
        <pc:spChg chg="mod">
          <ac:chgData name="Palak gupta" userId="f9a89c6c66891a25" providerId="LiveId" clId="{F223D064-5E46-4C65-B439-B338B92B7D89}" dt="2023-09-25T15:15:10.958" v="9892" actId="1076"/>
          <ac:spMkLst>
            <pc:docMk/>
            <pc:sldMk cId="675401142" sldId="361"/>
            <ac:spMk id="33" creationId="{E0F719CF-27BB-D7F2-19C2-A5CA31630094}"/>
          </ac:spMkLst>
        </pc:spChg>
        <pc:spChg chg="add mod">
          <ac:chgData name="Palak gupta" userId="f9a89c6c66891a25" providerId="LiveId" clId="{F223D064-5E46-4C65-B439-B338B92B7D89}" dt="2023-09-25T16:14:24.039" v="10024" actId="208"/>
          <ac:spMkLst>
            <pc:docMk/>
            <pc:sldMk cId="675401142" sldId="361"/>
            <ac:spMk id="34" creationId="{9F6A88DD-9CAB-4C64-D621-FE91527AFBDB}"/>
          </ac:spMkLst>
        </pc:spChg>
        <pc:grpChg chg="mod">
          <ac:chgData name="Palak gupta" userId="f9a89c6c66891a25" providerId="LiveId" clId="{F223D064-5E46-4C65-B439-B338B92B7D89}" dt="2023-09-25T05:05:29.031" v="9826" actId="1076"/>
          <ac:grpSpMkLst>
            <pc:docMk/>
            <pc:sldMk cId="675401142" sldId="361"/>
            <ac:grpSpMk id="3" creationId="{96BB4FB1-7A72-4C91-BAC8-18A4C062C8D6}"/>
          </ac:grpSpMkLst>
        </pc:grpChg>
        <pc:grpChg chg="mod">
          <ac:chgData name="Palak gupta" userId="f9a89c6c66891a25" providerId="LiveId" clId="{F223D064-5E46-4C65-B439-B338B92B7D89}" dt="2023-09-25T04:59:55.913" v="9294" actId="1076"/>
          <ac:grpSpMkLst>
            <pc:docMk/>
            <pc:sldMk cId="675401142" sldId="361"/>
            <ac:grpSpMk id="10" creationId="{73B3A7F0-3602-4525-8020-F8176790C739}"/>
          </ac:grpSpMkLst>
        </pc:grpChg>
        <pc:grpChg chg="mod">
          <ac:chgData name="Palak gupta" userId="f9a89c6c66891a25" providerId="LiveId" clId="{F223D064-5E46-4C65-B439-B338B92B7D89}" dt="2023-09-25T05:02:12.295" v="9799" actId="1035"/>
          <ac:grpSpMkLst>
            <pc:docMk/>
            <pc:sldMk cId="675401142" sldId="361"/>
            <ac:grpSpMk id="13" creationId="{A88D2294-E182-43CA-B569-511A0655DF58}"/>
          </ac:grpSpMkLst>
        </pc:grpChg>
        <pc:grpChg chg="add mod">
          <ac:chgData name="Palak gupta" userId="f9a89c6c66891a25" providerId="LiveId" clId="{F223D064-5E46-4C65-B439-B338B92B7D89}" dt="2023-09-25T05:03:24.315" v="9809" actId="1076"/>
          <ac:grpSpMkLst>
            <pc:docMk/>
            <pc:sldMk cId="675401142" sldId="361"/>
            <ac:grpSpMk id="24" creationId="{65ED1B32-47D1-FC05-5053-61AE0FC19157}"/>
          </ac:grpSpMkLst>
        </pc:grpChg>
        <pc:grpChg chg="add mod">
          <ac:chgData name="Palak gupta" userId="f9a89c6c66891a25" providerId="LiveId" clId="{F223D064-5E46-4C65-B439-B338B92B7D89}" dt="2023-09-25T15:14:14.309" v="9886"/>
          <ac:grpSpMkLst>
            <pc:docMk/>
            <pc:sldMk cId="675401142" sldId="361"/>
            <ac:grpSpMk id="25" creationId="{A8AF121E-64B7-D867-53FF-51744489D766}"/>
          </ac:grpSpMkLst>
        </pc:grpChg>
        <pc:grpChg chg="mod">
          <ac:chgData name="Palak gupta" userId="f9a89c6c66891a25" providerId="LiveId" clId="{F223D064-5E46-4C65-B439-B338B92B7D89}" dt="2023-09-25T15:14:14.309" v="9886"/>
          <ac:grpSpMkLst>
            <pc:docMk/>
            <pc:sldMk cId="675401142" sldId="361"/>
            <ac:grpSpMk id="28" creationId="{0B6FF179-8008-5883-780C-0DC54E655EB5}"/>
          </ac:grpSpMkLst>
        </pc:grpChg>
      </pc:sldChg>
      <pc:sldChg chg="add del">
        <pc:chgData name="Palak gupta" userId="f9a89c6c66891a25" providerId="LiveId" clId="{F223D064-5E46-4C65-B439-B338B92B7D89}" dt="2023-09-25T04:43:34.398" v="9264" actId="2696"/>
        <pc:sldMkLst>
          <pc:docMk/>
          <pc:sldMk cId="816529409" sldId="361"/>
        </pc:sldMkLst>
      </pc:sldChg>
      <pc:sldChg chg="add del">
        <pc:chgData name="Palak gupta" userId="f9a89c6c66891a25" providerId="LiveId" clId="{F223D064-5E46-4C65-B439-B338B92B7D89}" dt="2023-09-25T04:44:31.458" v="9279" actId="2696"/>
        <pc:sldMkLst>
          <pc:docMk/>
          <pc:sldMk cId="1388990863" sldId="361"/>
        </pc:sldMkLst>
      </pc:sldChg>
      <pc:sldMasterChg chg="delSldLayout">
        <pc:chgData name="Palak gupta" userId="f9a89c6c66891a25" providerId="LiveId" clId="{F223D064-5E46-4C65-B439-B338B92B7D89}" dt="2023-09-26T04:34:49.006" v="10027" actId="2696"/>
        <pc:sldMasterMkLst>
          <pc:docMk/>
          <pc:sldMasterMk cId="1086816533" sldId="2147483656"/>
        </pc:sldMasterMkLst>
        <pc:sldLayoutChg chg="del">
          <pc:chgData name="Palak gupta" userId="f9a89c6c66891a25" providerId="LiveId" clId="{F223D064-5E46-4C65-B439-B338B92B7D89}" dt="2023-09-26T04:34:49.006" v="10027" actId="2696"/>
          <pc:sldLayoutMkLst>
            <pc:docMk/>
            <pc:sldMasterMk cId="1086816533" sldId="2147483656"/>
            <pc:sldLayoutMk cId="2017392106" sldId="2147483659"/>
          </pc:sldLayoutMkLst>
        </pc:sldLayoutChg>
        <pc:sldLayoutChg chg="del">
          <pc:chgData name="Palak gupta" userId="f9a89c6c66891a25" providerId="LiveId" clId="{F223D064-5E46-4C65-B439-B338B92B7D89}" dt="2023-09-22T09:49:57.072" v="5786" actId="2696"/>
          <pc:sldLayoutMkLst>
            <pc:docMk/>
            <pc:sldMasterMk cId="1086816533" sldId="2147483656"/>
            <pc:sldLayoutMk cId="1322428758" sldId="2147483660"/>
          </pc:sldLayoutMkLst>
        </pc:sldLayoutChg>
      </pc:sldMasterChg>
    </pc:docChg>
  </pc:docChgLst>
  <pc:docChgLst>
    <pc:chgData name="Palak gupta" userId="f9a89c6c66891a25" providerId="LiveId" clId="{4E330347-90F4-4D74-BBCA-16F2FC71E7F0}"/>
    <pc:docChg chg="undo redo custSel addSld delSld modSld">
      <pc:chgData name="Palak gupta" userId="f9a89c6c66891a25" providerId="LiveId" clId="{4E330347-90F4-4D74-BBCA-16F2FC71E7F0}" dt="2023-10-21T03:38:31.472" v="716"/>
      <pc:docMkLst>
        <pc:docMk/>
      </pc:docMkLst>
      <pc:sldChg chg="modSp mod">
        <pc:chgData name="Palak gupta" userId="f9a89c6c66891a25" providerId="LiveId" clId="{4E330347-90F4-4D74-BBCA-16F2FC71E7F0}" dt="2023-10-21T03:30:14.663" v="663" actId="20577"/>
        <pc:sldMkLst>
          <pc:docMk/>
          <pc:sldMk cId="4169082968" sldId="282"/>
        </pc:sldMkLst>
        <pc:spChg chg="mod">
          <ac:chgData name="Palak gupta" userId="f9a89c6c66891a25" providerId="LiveId" clId="{4E330347-90F4-4D74-BBCA-16F2FC71E7F0}" dt="2023-10-21T03:30:14.663" v="663" actId="20577"/>
          <ac:spMkLst>
            <pc:docMk/>
            <pc:sldMk cId="4169082968" sldId="282"/>
            <ac:spMk id="7" creationId="{F7D9DFAD-10C0-4FE1-8B9D-E303E99E89A1}"/>
          </ac:spMkLst>
        </pc:spChg>
      </pc:sldChg>
      <pc:sldChg chg="modSp mod">
        <pc:chgData name="Palak gupta" userId="f9a89c6c66891a25" providerId="LiveId" clId="{4E330347-90F4-4D74-BBCA-16F2FC71E7F0}" dt="2023-10-21T02:45:52.627" v="389" actId="1038"/>
        <pc:sldMkLst>
          <pc:docMk/>
          <pc:sldMk cId="739188083" sldId="321"/>
        </pc:sldMkLst>
        <pc:spChg chg="mod">
          <ac:chgData name="Palak gupta" userId="f9a89c6c66891a25" providerId="LiveId" clId="{4E330347-90F4-4D74-BBCA-16F2FC71E7F0}" dt="2023-10-21T02:45:52.627" v="389" actId="1038"/>
          <ac:spMkLst>
            <pc:docMk/>
            <pc:sldMk cId="739188083" sldId="321"/>
            <ac:spMk id="96" creationId="{FDDA4F64-75D4-E5B4-6293-E8888B85A9A9}"/>
          </ac:spMkLst>
        </pc:spChg>
      </pc:sldChg>
      <pc:sldChg chg="del">
        <pc:chgData name="Palak gupta" userId="f9a89c6c66891a25" providerId="LiveId" clId="{4E330347-90F4-4D74-BBCA-16F2FC71E7F0}" dt="2023-10-21T01:10:37.586" v="0" actId="2696"/>
        <pc:sldMkLst>
          <pc:docMk/>
          <pc:sldMk cId="1962119276" sldId="323"/>
        </pc:sldMkLst>
      </pc:sldChg>
      <pc:sldChg chg="modTransition">
        <pc:chgData name="Palak gupta" userId="f9a89c6c66891a25" providerId="LiveId" clId="{4E330347-90F4-4D74-BBCA-16F2FC71E7F0}" dt="2023-10-21T03:35:22.990" v="706"/>
        <pc:sldMkLst>
          <pc:docMk/>
          <pc:sldMk cId="2248222079" sldId="331"/>
        </pc:sldMkLst>
      </pc:sldChg>
      <pc:sldChg chg="modTransition">
        <pc:chgData name="Palak gupta" userId="f9a89c6c66891a25" providerId="LiveId" clId="{4E330347-90F4-4D74-BBCA-16F2FC71E7F0}" dt="2023-10-21T03:15:22.366" v="401"/>
        <pc:sldMkLst>
          <pc:docMk/>
          <pc:sldMk cId="1787046014" sldId="332"/>
        </pc:sldMkLst>
      </pc:sldChg>
      <pc:sldChg chg="modTransition">
        <pc:chgData name="Palak gupta" userId="f9a89c6c66891a25" providerId="LiveId" clId="{4E330347-90F4-4D74-BBCA-16F2FC71E7F0}" dt="2023-10-21T03:15:34.016" v="408"/>
        <pc:sldMkLst>
          <pc:docMk/>
          <pc:sldMk cId="4213872076" sldId="333"/>
        </pc:sldMkLst>
      </pc:sldChg>
      <pc:sldChg chg="modTransition">
        <pc:chgData name="Palak gupta" userId="f9a89c6c66891a25" providerId="LiveId" clId="{4E330347-90F4-4D74-BBCA-16F2FC71E7F0}" dt="2023-10-21T03:16:19.415" v="418"/>
        <pc:sldMkLst>
          <pc:docMk/>
          <pc:sldMk cId="735808222" sldId="334"/>
        </pc:sldMkLst>
      </pc:sldChg>
      <pc:sldChg chg="modTransition">
        <pc:chgData name="Palak gupta" userId="f9a89c6c66891a25" providerId="LiveId" clId="{4E330347-90F4-4D74-BBCA-16F2FC71E7F0}" dt="2023-10-21T03:16:27.421" v="424"/>
        <pc:sldMkLst>
          <pc:docMk/>
          <pc:sldMk cId="2394356875" sldId="336"/>
        </pc:sldMkLst>
      </pc:sldChg>
      <pc:sldChg chg="modTransition">
        <pc:chgData name="Palak gupta" userId="f9a89c6c66891a25" providerId="LiveId" clId="{4E330347-90F4-4D74-BBCA-16F2FC71E7F0}" dt="2023-10-21T03:16:51.314" v="437"/>
        <pc:sldMkLst>
          <pc:docMk/>
          <pc:sldMk cId="3138745222" sldId="337"/>
        </pc:sldMkLst>
      </pc:sldChg>
      <pc:sldChg chg="modTransition">
        <pc:chgData name="Palak gupta" userId="f9a89c6c66891a25" providerId="LiveId" clId="{4E330347-90F4-4D74-BBCA-16F2FC71E7F0}" dt="2023-10-21T03:17:18.784" v="455"/>
        <pc:sldMkLst>
          <pc:docMk/>
          <pc:sldMk cId="1335071896" sldId="338"/>
        </pc:sldMkLst>
      </pc:sldChg>
      <pc:sldChg chg="modTransition">
        <pc:chgData name="Palak gupta" userId="f9a89c6c66891a25" providerId="LiveId" clId="{4E330347-90F4-4D74-BBCA-16F2FC71E7F0}" dt="2023-10-21T03:17:08.600" v="443"/>
        <pc:sldMkLst>
          <pc:docMk/>
          <pc:sldMk cId="1639280829" sldId="339"/>
        </pc:sldMkLst>
      </pc:sldChg>
      <pc:sldChg chg="modTransition">
        <pc:chgData name="Palak gupta" userId="f9a89c6c66891a25" providerId="LiveId" clId="{4E330347-90F4-4D74-BBCA-16F2FC71E7F0}" dt="2023-10-21T03:17:30.378" v="467"/>
        <pc:sldMkLst>
          <pc:docMk/>
          <pc:sldMk cId="1114870940" sldId="340"/>
        </pc:sldMkLst>
      </pc:sldChg>
      <pc:sldChg chg="modTransition">
        <pc:chgData name="Palak gupta" userId="f9a89c6c66891a25" providerId="LiveId" clId="{4E330347-90F4-4D74-BBCA-16F2FC71E7F0}" dt="2023-10-21T03:17:44.027" v="479"/>
        <pc:sldMkLst>
          <pc:docMk/>
          <pc:sldMk cId="210160417" sldId="341"/>
        </pc:sldMkLst>
      </pc:sldChg>
      <pc:sldChg chg="modTransition">
        <pc:chgData name="Palak gupta" userId="f9a89c6c66891a25" providerId="LiveId" clId="{4E330347-90F4-4D74-BBCA-16F2FC71E7F0}" dt="2023-10-21T03:38:31.472" v="716"/>
        <pc:sldMkLst>
          <pc:docMk/>
          <pc:sldMk cId="1781068403" sldId="342"/>
        </pc:sldMkLst>
      </pc:sldChg>
      <pc:sldChg chg="addSp delSp modSp mod modTransition">
        <pc:chgData name="Palak gupta" userId="f9a89c6c66891a25" providerId="LiveId" clId="{4E330347-90F4-4D74-BBCA-16F2FC71E7F0}" dt="2023-10-21T03:28:31.013" v="650"/>
        <pc:sldMkLst>
          <pc:docMk/>
          <pc:sldMk cId="246239962" sldId="346"/>
        </pc:sldMkLst>
        <pc:spChg chg="add del mod">
          <ac:chgData name="Palak gupta" userId="f9a89c6c66891a25" providerId="LiveId" clId="{4E330347-90F4-4D74-BBCA-16F2FC71E7F0}" dt="2023-10-21T03:26:37.479" v="639" actId="20577"/>
          <ac:spMkLst>
            <pc:docMk/>
            <pc:sldMk cId="246239962" sldId="346"/>
            <ac:spMk id="37" creationId="{2F9D1CF1-9546-7497-CCFA-1E506334B2C9}"/>
          </ac:spMkLst>
        </pc:spChg>
      </pc:sldChg>
      <pc:sldChg chg="modSp mod modTransition">
        <pc:chgData name="Palak gupta" userId="f9a89c6c66891a25" providerId="LiveId" clId="{4E330347-90F4-4D74-BBCA-16F2FC71E7F0}" dt="2023-10-21T03:28:42.733" v="659"/>
        <pc:sldMkLst>
          <pc:docMk/>
          <pc:sldMk cId="1534884191" sldId="347"/>
        </pc:sldMkLst>
        <pc:spChg chg="mod">
          <ac:chgData name="Palak gupta" userId="f9a89c6c66891a25" providerId="LiveId" clId="{4E330347-90F4-4D74-BBCA-16F2FC71E7F0}" dt="2023-10-21T03:27:07.838" v="642"/>
          <ac:spMkLst>
            <pc:docMk/>
            <pc:sldMk cId="1534884191" sldId="347"/>
            <ac:spMk id="37" creationId="{2F9D1CF1-9546-7497-CCFA-1E506334B2C9}"/>
          </ac:spMkLst>
        </pc:spChg>
      </pc:sldChg>
      <pc:sldChg chg="addSp delSp modSp mod modTransition">
        <pc:chgData name="Palak gupta" userId="f9a89c6c66891a25" providerId="LiveId" clId="{4E330347-90F4-4D74-BBCA-16F2FC71E7F0}" dt="2023-10-21T03:28:52.278" v="661"/>
        <pc:sldMkLst>
          <pc:docMk/>
          <pc:sldMk cId="2851026651" sldId="348"/>
        </pc:sldMkLst>
        <pc:spChg chg="mod">
          <ac:chgData name="Palak gupta" userId="f9a89c6c66891a25" providerId="LiveId" clId="{4E330347-90F4-4D74-BBCA-16F2FC71E7F0}" dt="2023-10-21T03:27:11.928" v="643"/>
          <ac:spMkLst>
            <pc:docMk/>
            <pc:sldMk cId="2851026651" sldId="348"/>
            <ac:spMk id="37" creationId="{2F9D1CF1-9546-7497-CCFA-1E506334B2C9}"/>
          </ac:spMkLst>
        </pc:spChg>
        <pc:spChg chg="add del mod">
          <ac:chgData name="Palak gupta" userId="f9a89c6c66891a25" providerId="LiveId" clId="{4E330347-90F4-4D74-BBCA-16F2FC71E7F0}" dt="2023-10-21T03:26:57.274" v="641"/>
          <ac:spMkLst>
            <pc:docMk/>
            <pc:sldMk cId="2851026651" sldId="348"/>
            <ac:spMk id="70" creationId="{1D420F80-0248-AD5D-F3A8-078B3CFCC773}"/>
          </ac:spMkLst>
        </pc:spChg>
      </pc:sldChg>
      <pc:sldChg chg="modSp mod">
        <pc:chgData name="Palak gupta" userId="f9a89c6c66891a25" providerId="LiveId" clId="{4E330347-90F4-4D74-BBCA-16F2FC71E7F0}" dt="2023-10-21T03:21:37.891" v="549" actId="20577"/>
        <pc:sldMkLst>
          <pc:docMk/>
          <pc:sldMk cId="854080689" sldId="349"/>
        </pc:sldMkLst>
        <pc:spChg chg="mod">
          <ac:chgData name="Palak gupta" userId="f9a89c6c66891a25" providerId="LiveId" clId="{4E330347-90F4-4D74-BBCA-16F2FC71E7F0}" dt="2023-10-21T03:21:37.891" v="549" actId="20577"/>
          <ac:spMkLst>
            <pc:docMk/>
            <pc:sldMk cId="854080689" sldId="349"/>
            <ac:spMk id="70" creationId="{48313E72-5C55-22EF-0F23-8A6837B136CB}"/>
          </ac:spMkLst>
        </pc:spChg>
      </pc:sldChg>
      <pc:sldChg chg="modSp mod">
        <pc:chgData name="Palak gupta" userId="f9a89c6c66891a25" providerId="LiveId" clId="{4E330347-90F4-4D74-BBCA-16F2FC71E7F0}" dt="2023-10-21T02:38:07.843" v="380" actId="1076"/>
        <pc:sldMkLst>
          <pc:docMk/>
          <pc:sldMk cId="3494913049" sldId="352"/>
        </pc:sldMkLst>
        <pc:grpChg chg="mod">
          <ac:chgData name="Palak gupta" userId="f9a89c6c66891a25" providerId="LiveId" clId="{4E330347-90F4-4D74-BBCA-16F2FC71E7F0}" dt="2023-10-21T02:38:07.843" v="380" actId="1076"/>
          <ac:grpSpMkLst>
            <pc:docMk/>
            <pc:sldMk cId="3494913049" sldId="352"/>
            <ac:grpSpMk id="59" creationId="{73C33118-8F95-D823-CDF3-596F651F517C}"/>
          </ac:grpSpMkLst>
        </pc:grpChg>
      </pc:sldChg>
      <pc:sldChg chg="modTransition">
        <pc:chgData name="Palak gupta" userId="f9a89c6c66891a25" providerId="LiveId" clId="{4E330347-90F4-4D74-BBCA-16F2FC71E7F0}" dt="2023-10-21T03:22:29.739" v="561"/>
        <pc:sldMkLst>
          <pc:docMk/>
          <pc:sldMk cId="3444013566" sldId="356"/>
        </pc:sldMkLst>
      </pc:sldChg>
      <pc:sldChg chg="modTransition">
        <pc:chgData name="Palak gupta" userId="f9a89c6c66891a25" providerId="LiveId" clId="{4E330347-90F4-4D74-BBCA-16F2FC71E7F0}" dt="2023-10-21T03:22:40.453" v="573"/>
        <pc:sldMkLst>
          <pc:docMk/>
          <pc:sldMk cId="2519845813" sldId="357"/>
        </pc:sldMkLst>
      </pc:sldChg>
      <pc:sldChg chg="modTransition">
        <pc:chgData name="Palak gupta" userId="f9a89c6c66891a25" providerId="LiveId" clId="{4E330347-90F4-4D74-BBCA-16F2FC71E7F0}" dt="2023-10-21T03:23:09.595" v="589"/>
        <pc:sldMkLst>
          <pc:docMk/>
          <pc:sldMk cId="2345494574" sldId="358"/>
        </pc:sldMkLst>
      </pc:sldChg>
      <pc:sldChg chg="modTransition">
        <pc:chgData name="Palak gupta" userId="f9a89c6c66891a25" providerId="LiveId" clId="{4E330347-90F4-4D74-BBCA-16F2FC71E7F0}" dt="2023-10-21T03:23:29.806" v="599"/>
        <pc:sldMkLst>
          <pc:docMk/>
          <pc:sldMk cId="687805268" sldId="359"/>
        </pc:sldMkLst>
      </pc:sldChg>
      <pc:sldChg chg="modSp mod">
        <pc:chgData name="Palak gupta" userId="f9a89c6c66891a25" providerId="LiveId" clId="{4E330347-90F4-4D74-BBCA-16F2FC71E7F0}" dt="2023-10-21T03:24:12.144" v="605" actId="14100"/>
        <pc:sldMkLst>
          <pc:docMk/>
          <pc:sldMk cId="2620675640" sldId="360"/>
        </pc:sldMkLst>
        <pc:spChg chg="mod">
          <ac:chgData name="Palak gupta" userId="f9a89c6c66891a25" providerId="LiveId" clId="{4E330347-90F4-4D74-BBCA-16F2FC71E7F0}" dt="2023-10-21T03:24:08.013" v="604" actId="1076"/>
          <ac:spMkLst>
            <pc:docMk/>
            <pc:sldMk cId="2620675640" sldId="360"/>
            <ac:spMk id="37" creationId="{2F9D1CF1-9546-7497-CCFA-1E506334B2C9}"/>
          </ac:spMkLst>
        </pc:spChg>
        <pc:picChg chg="mod">
          <ac:chgData name="Palak gupta" userId="f9a89c6c66891a25" providerId="LiveId" clId="{4E330347-90F4-4D74-BBCA-16F2FC71E7F0}" dt="2023-10-21T03:24:12.144" v="605" actId="14100"/>
          <ac:picMkLst>
            <pc:docMk/>
            <pc:sldMk cId="2620675640" sldId="360"/>
            <ac:picMk id="62" creationId="{5D70FA22-A3ED-4F0E-6CCC-F95B3FC45C4A}"/>
          </ac:picMkLst>
        </pc:picChg>
      </pc:sldChg>
      <pc:sldChg chg="modSp mod">
        <pc:chgData name="Palak gupta" userId="f9a89c6c66891a25" providerId="LiveId" clId="{4E330347-90F4-4D74-BBCA-16F2FC71E7F0}" dt="2023-10-21T03:30:21.258" v="665" actId="20577"/>
        <pc:sldMkLst>
          <pc:docMk/>
          <pc:sldMk cId="675401142" sldId="361"/>
        </pc:sldMkLst>
        <pc:spChg chg="mod">
          <ac:chgData name="Palak gupta" userId="f9a89c6c66891a25" providerId="LiveId" clId="{4E330347-90F4-4D74-BBCA-16F2FC71E7F0}" dt="2023-10-21T03:30:21.258" v="665" actId="20577"/>
          <ac:spMkLst>
            <pc:docMk/>
            <pc:sldMk cId="675401142" sldId="361"/>
            <ac:spMk id="7" creationId="{F7D9DFAD-10C0-4FE1-8B9D-E303E99E89A1}"/>
          </ac:spMkLst>
        </pc:spChg>
      </pc:sldChg>
      <pc:sldChg chg="addSp delSp modSp new del mod">
        <pc:chgData name="Palak gupta" userId="f9a89c6c66891a25" providerId="LiveId" clId="{4E330347-90F4-4D74-BBCA-16F2FC71E7F0}" dt="2023-10-21T02:14:32.692" v="27" actId="2696"/>
        <pc:sldMkLst>
          <pc:docMk/>
          <pc:sldMk cId="159150730" sldId="362"/>
        </pc:sldMkLst>
        <pc:spChg chg="add del mod">
          <ac:chgData name="Palak gupta" userId="f9a89c6c66891a25" providerId="LiveId" clId="{4E330347-90F4-4D74-BBCA-16F2FC71E7F0}" dt="2023-10-21T02:14:28.232" v="26" actId="478"/>
          <ac:spMkLst>
            <pc:docMk/>
            <pc:sldMk cId="159150730" sldId="362"/>
            <ac:spMk id="3" creationId="{F3915E89-1137-297A-7679-F53E4304E1A7}"/>
          </ac:spMkLst>
        </pc:spChg>
      </pc:sldChg>
      <pc:sldChg chg="addSp delSp modSp add mod">
        <pc:chgData name="Palak gupta" userId="f9a89c6c66891a25" providerId="LiveId" clId="{4E330347-90F4-4D74-BBCA-16F2FC71E7F0}" dt="2023-10-21T03:31:45.011" v="699" actId="207"/>
        <pc:sldMkLst>
          <pc:docMk/>
          <pc:sldMk cId="3833463911" sldId="362"/>
        </pc:sldMkLst>
        <pc:spChg chg="add mod">
          <ac:chgData name="Palak gupta" userId="f9a89c6c66891a25" providerId="LiveId" clId="{4E330347-90F4-4D74-BBCA-16F2FC71E7F0}" dt="2023-10-21T02:29:16.714" v="378" actId="20577"/>
          <ac:spMkLst>
            <pc:docMk/>
            <pc:sldMk cId="3833463911" sldId="362"/>
            <ac:spMk id="7" creationId="{0B12D2E2-AC07-9970-2414-D7BE58EA1AB3}"/>
          </ac:spMkLst>
        </pc:spChg>
        <pc:spChg chg="add mod">
          <ac:chgData name="Palak gupta" userId="f9a89c6c66891a25" providerId="LiveId" clId="{4E330347-90F4-4D74-BBCA-16F2FC71E7F0}" dt="2023-10-21T03:31:45.011" v="699" actId="207"/>
          <ac:spMkLst>
            <pc:docMk/>
            <pc:sldMk cId="3833463911" sldId="362"/>
            <ac:spMk id="9" creationId="{F8D45750-3D53-C73F-FB33-74056BBAF6E6}"/>
          </ac:spMkLst>
        </pc:spChg>
        <pc:spChg chg="mod">
          <ac:chgData name="Palak gupta" userId="f9a89c6c66891a25" providerId="LiveId" clId="{4E330347-90F4-4D74-BBCA-16F2FC71E7F0}" dt="2023-10-21T02:15:19.555" v="32" actId="1076"/>
          <ac:spMkLst>
            <pc:docMk/>
            <pc:sldMk cId="3833463911" sldId="362"/>
            <ac:spMk id="22" creationId="{0CAE8180-B2E6-44FE-89C1-0A88EF32B703}"/>
          </ac:spMkLst>
        </pc:spChg>
        <pc:spChg chg="del">
          <ac:chgData name="Palak gupta" userId="f9a89c6c66891a25" providerId="LiveId" clId="{4E330347-90F4-4D74-BBCA-16F2FC71E7F0}" dt="2023-10-21T02:15:00.890" v="29" actId="478"/>
          <ac:spMkLst>
            <pc:docMk/>
            <pc:sldMk cId="3833463911" sldId="362"/>
            <ac:spMk id="24" creationId="{3FDB1076-7CAA-4A2C-93BD-B9BDC464E920}"/>
          </ac:spMkLst>
        </pc:spChg>
        <pc:spChg chg="del">
          <ac:chgData name="Palak gupta" userId="f9a89c6c66891a25" providerId="LiveId" clId="{4E330347-90F4-4D74-BBCA-16F2FC71E7F0}" dt="2023-10-21T02:15:04.349" v="30" actId="478"/>
          <ac:spMkLst>
            <pc:docMk/>
            <pc:sldMk cId="3833463911" sldId="362"/>
            <ac:spMk id="25" creationId="{3CEE5899-1E72-4D7A-8D7D-C99B8B3F8E79}"/>
          </ac:spMkLst>
        </pc:spChg>
        <pc:spChg chg="del">
          <ac:chgData name="Palak gupta" userId="f9a89c6c66891a25" providerId="LiveId" clId="{4E330347-90F4-4D74-BBCA-16F2FC71E7F0}" dt="2023-10-21T02:16:32.193" v="112" actId="478"/>
          <ac:spMkLst>
            <pc:docMk/>
            <pc:sldMk cId="3833463911" sldId="362"/>
            <ac:spMk id="31" creationId="{E50EA38B-23FC-4E7A-B7AA-8E3D0D22FD4D}"/>
          </ac:spMkLst>
        </pc:spChg>
        <pc:spChg chg="mod">
          <ac:chgData name="Palak gupta" userId="f9a89c6c66891a25" providerId="LiveId" clId="{4E330347-90F4-4D74-BBCA-16F2FC71E7F0}" dt="2023-10-21T02:15:15.055" v="31" actId="1076"/>
          <ac:spMkLst>
            <pc:docMk/>
            <pc:sldMk cId="3833463911" sldId="362"/>
            <ac:spMk id="32" creationId="{6DC3E00E-BC60-47A6-ACFF-D2A128A9F524}"/>
          </ac:spMkLst>
        </pc:spChg>
        <pc:spChg chg="mod">
          <ac:chgData name="Palak gupta" userId="f9a89c6c66891a25" providerId="LiveId" clId="{4E330347-90F4-4D74-BBCA-16F2FC71E7F0}" dt="2023-10-21T02:15:30.124" v="59" actId="1036"/>
          <ac:spMkLst>
            <pc:docMk/>
            <pc:sldMk cId="3833463911" sldId="362"/>
            <ac:spMk id="33" creationId="{5AFF7729-CFFB-4020-A705-E805834C0FFB}"/>
          </ac:spMkLst>
        </pc:spChg>
        <pc:grpChg chg="mod">
          <ac:chgData name="Palak gupta" userId="f9a89c6c66891a25" providerId="LiveId" clId="{4E330347-90F4-4D74-BBCA-16F2FC71E7F0}" dt="2023-10-21T02:18:01.228" v="130" actId="1076"/>
          <ac:grpSpMkLst>
            <pc:docMk/>
            <pc:sldMk cId="3833463911" sldId="362"/>
            <ac:grpSpMk id="6" creationId="{874405D2-8C3E-406F-B39E-380FF0437A16}"/>
          </ac:grpSpMkLst>
        </pc:grpChg>
        <pc:grpChg chg="mod">
          <ac:chgData name="Palak gupta" userId="f9a89c6c66891a25" providerId="LiveId" clId="{4E330347-90F4-4D74-BBCA-16F2FC71E7F0}" dt="2023-10-21T02:16:37.043" v="113" actId="1076"/>
          <ac:grpSpMkLst>
            <pc:docMk/>
            <pc:sldMk cId="3833463911" sldId="362"/>
            <ac:grpSpMk id="114" creationId="{E57D6D50-1B6B-4A8F-9DD5-04FA7EE4A7CC}"/>
          </ac:grpSpMkLst>
        </pc:grpChg>
      </pc:sldChg>
      <pc:sldChg chg="add del">
        <pc:chgData name="Palak gupta" userId="f9a89c6c66891a25" providerId="LiveId" clId="{4E330347-90F4-4D74-BBCA-16F2FC71E7F0}" dt="2023-10-21T02:12:34.486" v="3"/>
        <pc:sldMkLst>
          <pc:docMk/>
          <pc:sldMk cId="2287302161" sldId="36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dLbls>
          <c:showLegendKey val="0"/>
          <c:showVal val="0"/>
          <c:showCatName val="0"/>
          <c:showSerName val="0"/>
          <c:showPercent val="0"/>
          <c:showBubbleSize val="0"/>
          <c:showLeaderLines val="0"/>
        </c:dLbls>
        <c:firstSliceAng val="0"/>
        <c:holeSize val="80"/>
      </c:doughnutChart>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113674528269519E-3"/>
          <c:y val="2.1799282353231371E-2"/>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46C1-4463-836B-0FE5F051AE13}"/>
              </c:ext>
            </c:extLst>
          </c:dPt>
          <c:dPt>
            <c:idx val="1"/>
            <c:bubble3D val="0"/>
            <c:spPr>
              <a:noFill/>
            </c:spPr>
            <c:extLst>
              <c:ext xmlns:c16="http://schemas.microsoft.com/office/drawing/2014/chart" uri="{C3380CC4-5D6E-409C-BE32-E72D297353CC}">
                <c16:uniqueId val="{00000003-46C1-4463-836B-0FE5F051AE13}"/>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46C1-4463-836B-0FE5F051AE13}"/>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spPr>
            <a:ln>
              <a:noFill/>
            </a:ln>
          </c:spPr>
          <c:dPt>
            <c:idx val="0"/>
            <c:bubble3D val="0"/>
            <c:spPr>
              <a:solidFill>
                <a:schemeClr val="accent3"/>
              </a:solidFill>
              <a:ln>
                <a:noFill/>
              </a:ln>
            </c:spPr>
            <c:extLst>
              <c:ext xmlns:c16="http://schemas.microsoft.com/office/drawing/2014/chart" uri="{C3380CC4-5D6E-409C-BE32-E72D297353CC}">
                <c16:uniqueId val="{00000001-46C1-4463-836B-0FE5F051AE13}"/>
              </c:ext>
            </c:extLst>
          </c:dPt>
          <c:dPt>
            <c:idx val="1"/>
            <c:bubble3D val="0"/>
            <c:spPr>
              <a:noFill/>
              <a:ln>
                <a:noFill/>
              </a:ln>
            </c:spPr>
            <c:extLst>
              <c:ext xmlns:c16="http://schemas.microsoft.com/office/drawing/2014/chart" uri="{C3380CC4-5D6E-409C-BE32-E72D297353CC}">
                <c16:uniqueId val="{00000003-46C1-4463-836B-0FE5F051AE13}"/>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46C1-4463-836B-0FE5F051AE13}"/>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46C1-4463-836B-0FE5F051AE13}"/>
              </c:ext>
            </c:extLst>
          </c:dPt>
          <c:dPt>
            <c:idx val="1"/>
            <c:bubble3D val="0"/>
            <c:spPr>
              <a:noFill/>
            </c:spPr>
            <c:extLst>
              <c:ext xmlns:c16="http://schemas.microsoft.com/office/drawing/2014/chart" uri="{C3380CC4-5D6E-409C-BE32-E72D297353CC}">
                <c16:uniqueId val="{00000003-46C1-4463-836B-0FE5F051AE13}"/>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46C1-4463-836B-0FE5F051AE13}"/>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dLbls>
          <c:showLegendKey val="0"/>
          <c:showVal val="0"/>
          <c:showCatName val="0"/>
          <c:showSerName val="0"/>
          <c:showPercent val="0"/>
          <c:showBubbleSize val="0"/>
          <c:showLeaderLines val="0"/>
        </c:dLbls>
        <c:firstSliceAng val="0"/>
        <c:holeSize val="80"/>
      </c:doughnutChart>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spPr>
            <a:ln>
              <a:noFill/>
            </a:ln>
          </c:spPr>
          <c:dPt>
            <c:idx val="0"/>
            <c:bubble3D val="0"/>
            <c:spPr>
              <a:solidFill>
                <a:schemeClr val="accent3"/>
              </a:solidFill>
              <a:ln>
                <a:noFill/>
              </a:ln>
            </c:spPr>
            <c:extLst>
              <c:ext xmlns:c16="http://schemas.microsoft.com/office/drawing/2014/chart" uri="{C3380CC4-5D6E-409C-BE32-E72D297353CC}">
                <c16:uniqueId val="{00000001-46C1-4463-836B-0FE5F051AE13}"/>
              </c:ext>
            </c:extLst>
          </c:dPt>
          <c:dPt>
            <c:idx val="1"/>
            <c:bubble3D val="0"/>
            <c:spPr>
              <a:noFill/>
              <a:ln>
                <a:noFill/>
              </a:ln>
            </c:spPr>
            <c:extLst>
              <c:ext xmlns:c16="http://schemas.microsoft.com/office/drawing/2014/chart" uri="{C3380CC4-5D6E-409C-BE32-E72D297353CC}">
                <c16:uniqueId val="{00000003-46C1-4463-836B-0FE5F051AE13}"/>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46C1-4463-836B-0FE5F051AE13}"/>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0EE9-428B-B023-54436AAD581C}"/>
              </c:ext>
            </c:extLst>
          </c:dPt>
          <c:dPt>
            <c:idx val="1"/>
            <c:bubble3D val="0"/>
            <c:spPr>
              <a:noFill/>
            </c:spPr>
            <c:extLst>
              <c:ext xmlns:c16="http://schemas.microsoft.com/office/drawing/2014/chart" uri="{C3380CC4-5D6E-409C-BE32-E72D297353CC}">
                <c16:uniqueId val="{00000003-0EE9-428B-B023-54436AAD581C}"/>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0EE9-428B-B023-54436AAD581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113674528269519E-3"/>
          <c:y val="2.1799282353231371E-2"/>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3"/>
              </a:solidFill>
            </c:spPr>
            <c:extLst>
              <c:ext xmlns:c16="http://schemas.microsoft.com/office/drawing/2014/chart" uri="{C3380CC4-5D6E-409C-BE32-E72D297353CC}">
                <c16:uniqueId val="{00000001-46C1-4463-836B-0FE5F051AE13}"/>
              </c:ext>
            </c:extLst>
          </c:dPt>
          <c:dPt>
            <c:idx val="1"/>
            <c:bubble3D val="0"/>
            <c:spPr>
              <a:noFill/>
            </c:spPr>
            <c:extLst>
              <c:ext xmlns:c16="http://schemas.microsoft.com/office/drawing/2014/chart" uri="{C3380CC4-5D6E-409C-BE32-E72D297353CC}">
                <c16:uniqueId val="{00000003-46C1-4463-836B-0FE5F051AE13}"/>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46C1-4463-836B-0FE5F051AE13}"/>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863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5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bg>
      <p:bgPr>
        <a:solidFill>
          <a:schemeClr val="tx1"/>
        </a:solid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06402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Contents slide layout">
    <p:bg>
      <p:bgPr>
        <a:solidFill>
          <a:schemeClr val="tx1"/>
        </a:solid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514483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3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A80D6EB4-6316-4BD4-9779-1C793C88EF1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
        <p:nvSpPr>
          <p:cNvPr id="3" name="Rectangle 2">
            <a:extLst>
              <a:ext uri="{FF2B5EF4-FFF2-40B4-BE49-F238E27FC236}">
                <a16:creationId xmlns:a16="http://schemas.microsoft.com/office/drawing/2014/main" id="{2F7516D1-CC67-491A-A475-E2E321DE7470}"/>
              </a:ext>
            </a:extLst>
          </p:cNvPr>
          <p:cNvSpPr/>
          <p:nvPr userDrawn="1"/>
        </p:nvSpPr>
        <p:spPr>
          <a:xfrm>
            <a:off x="0" y="3667328"/>
            <a:ext cx="12192000" cy="3190671"/>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3858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6502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964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614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8162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246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669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5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4673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77830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slide layout">
    <p:bg>
      <p:bgPr>
        <a:solidFill>
          <a:schemeClr val="tx1"/>
        </a:solidFill>
        <a:effectLst/>
      </p:bgPr>
    </p:bg>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0A96AEFE-2DB4-4800-BD04-10498C186E29}"/>
              </a:ext>
            </a:extLst>
          </p:cNvPr>
          <p:cNvSpPr>
            <a:spLocks noGrp="1"/>
          </p:cNvSpPr>
          <p:nvPr>
            <p:ph type="pic" idx="14" hasCustomPrompt="1"/>
          </p:nvPr>
        </p:nvSpPr>
        <p:spPr>
          <a:xfrm>
            <a:off x="0" y="0"/>
            <a:ext cx="6206149" cy="6858000"/>
          </a:xfrm>
          <a:custGeom>
            <a:avLst/>
            <a:gdLst>
              <a:gd name="connsiteX0" fmla="*/ 5280530 w 6206149"/>
              <a:gd name="connsiteY0" fmla="*/ 3429000 h 6858000"/>
              <a:gd name="connsiteX1" fmla="*/ 6206149 w 6206149"/>
              <a:gd name="connsiteY1" fmla="*/ 3429000 h 6858000"/>
              <a:gd name="connsiteX2" fmla="*/ 4207499 w 6206149"/>
              <a:gd name="connsiteY2" fmla="*/ 6858000 h 6858000"/>
              <a:gd name="connsiteX3" fmla="*/ 3281880 w 6206149"/>
              <a:gd name="connsiteY3" fmla="*/ 6858000 h 6858000"/>
              <a:gd name="connsiteX4" fmla="*/ 4173746 w 6206149"/>
              <a:gd name="connsiteY4" fmla="*/ 3429000 h 6858000"/>
              <a:gd name="connsiteX5" fmla="*/ 5099365 w 6206149"/>
              <a:gd name="connsiteY5" fmla="*/ 3429000 h 6858000"/>
              <a:gd name="connsiteX6" fmla="*/ 3100715 w 6206149"/>
              <a:gd name="connsiteY6" fmla="*/ 6858000 h 6858000"/>
              <a:gd name="connsiteX7" fmla="*/ 2175096 w 6206149"/>
              <a:gd name="connsiteY7" fmla="*/ 6858000 h 6858000"/>
              <a:gd name="connsiteX8" fmla="*/ 5075842 w 6206149"/>
              <a:gd name="connsiteY8" fmla="*/ 0 h 6858000"/>
              <a:gd name="connsiteX9" fmla="*/ 5993394 w 6206149"/>
              <a:gd name="connsiteY9" fmla="*/ 0 h 6858000"/>
              <a:gd name="connsiteX10" fmla="*/ 1976808 w 6206149"/>
              <a:gd name="connsiteY10" fmla="*/ 6858000 h 6858000"/>
              <a:gd name="connsiteX11" fmla="*/ 1059256 w 6206149"/>
              <a:gd name="connsiteY11" fmla="*/ 6858000 h 6858000"/>
              <a:gd name="connsiteX12" fmla="*/ 3931564 w 6206149"/>
              <a:gd name="connsiteY12" fmla="*/ 0 h 6858000"/>
              <a:gd name="connsiteX13" fmla="*/ 4857183 w 6206149"/>
              <a:gd name="connsiteY13" fmla="*/ 0 h 6858000"/>
              <a:gd name="connsiteX14" fmla="*/ 2858533 w 6206149"/>
              <a:gd name="connsiteY14" fmla="*/ 3429000 h 6858000"/>
              <a:gd name="connsiteX15" fmla="*/ 1932914 w 6206149"/>
              <a:gd name="connsiteY15" fmla="*/ 3429000 h 6858000"/>
              <a:gd name="connsiteX16" fmla="*/ 2008640 w 6206149"/>
              <a:gd name="connsiteY16" fmla="*/ 0 h 6858000"/>
              <a:gd name="connsiteX17" fmla="*/ 3684759 w 6206149"/>
              <a:gd name="connsiteY17" fmla="*/ 0 h 6858000"/>
              <a:gd name="connsiteX18" fmla="*/ 1676119 w 6206149"/>
              <a:gd name="connsiteY18" fmla="*/ 3429000 h 6858000"/>
              <a:gd name="connsiteX19" fmla="*/ 0 w 6206149"/>
              <a:gd name="connsiteY19"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06149" h="6858000">
                <a:moveTo>
                  <a:pt x="5280530" y="3429000"/>
                </a:moveTo>
                <a:lnTo>
                  <a:pt x="6206149" y="3429000"/>
                </a:lnTo>
                <a:lnTo>
                  <a:pt x="4207499" y="6858000"/>
                </a:lnTo>
                <a:lnTo>
                  <a:pt x="3281880" y="6858000"/>
                </a:lnTo>
                <a:close/>
                <a:moveTo>
                  <a:pt x="4173746" y="3429000"/>
                </a:moveTo>
                <a:lnTo>
                  <a:pt x="5099365" y="3429000"/>
                </a:lnTo>
                <a:lnTo>
                  <a:pt x="3100715" y="6858000"/>
                </a:lnTo>
                <a:lnTo>
                  <a:pt x="2175096" y="6858000"/>
                </a:lnTo>
                <a:close/>
                <a:moveTo>
                  <a:pt x="5075842" y="0"/>
                </a:moveTo>
                <a:lnTo>
                  <a:pt x="5993394" y="0"/>
                </a:lnTo>
                <a:lnTo>
                  <a:pt x="1976808" y="6858000"/>
                </a:lnTo>
                <a:lnTo>
                  <a:pt x="1059256" y="6858000"/>
                </a:lnTo>
                <a:close/>
                <a:moveTo>
                  <a:pt x="3931564" y="0"/>
                </a:moveTo>
                <a:lnTo>
                  <a:pt x="4857183" y="0"/>
                </a:lnTo>
                <a:lnTo>
                  <a:pt x="2858533" y="3429000"/>
                </a:lnTo>
                <a:lnTo>
                  <a:pt x="1932914" y="3429000"/>
                </a:lnTo>
                <a:close/>
                <a:moveTo>
                  <a:pt x="2008640" y="0"/>
                </a:moveTo>
                <a:lnTo>
                  <a:pt x="3684759" y="0"/>
                </a:lnTo>
                <a:lnTo>
                  <a:pt x="1676119" y="3429000"/>
                </a:lnTo>
                <a:lnTo>
                  <a:pt x="0" y="3429000"/>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Tree>
    <p:extLst>
      <p:ext uri="{BB962C8B-B14F-4D97-AF65-F5344CB8AC3E}">
        <p14:creationId xmlns:p14="http://schemas.microsoft.com/office/powerpoint/2010/main" val="4087088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Image slide layout">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7A4111-AC59-4D68-8289-087F5555D1FB}"/>
              </a:ext>
            </a:extLst>
          </p:cNvPr>
          <p:cNvSpPr/>
          <p:nvPr userDrawn="1"/>
        </p:nvSpPr>
        <p:spPr>
          <a:xfrm>
            <a:off x="-3" y="0"/>
            <a:ext cx="12192003" cy="3990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그림 개체 틀 2">
            <a:extLst>
              <a:ext uri="{FF2B5EF4-FFF2-40B4-BE49-F238E27FC236}">
                <a16:creationId xmlns:a16="http://schemas.microsoft.com/office/drawing/2014/main" id="{529213A9-205F-4B47-85D1-86A4CF8B41E3}"/>
              </a:ext>
            </a:extLst>
          </p:cNvPr>
          <p:cNvSpPr>
            <a:spLocks noGrp="1"/>
          </p:cNvSpPr>
          <p:nvPr>
            <p:ph type="pic" sz="quarter" idx="65" hasCustomPrompt="1"/>
          </p:nvPr>
        </p:nvSpPr>
        <p:spPr>
          <a:xfrm>
            <a:off x="2900571" y="1934706"/>
            <a:ext cx="2997472" cy="4107184"/>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ko-KR" altLang="en-US" sz="1400" dirty="0">
                <a:solidFill>
                  <a:schemeClr val="tx1">
                    <a:lumMod val="75000"/>
                    <a:lumOff val="25000"/>
                  </a:schemeClr>
                </a:solidFill>
              </a:defRPr>
            </a:lvl1pPr>
          </a:lstStyle>
          <a:p>
            <a:r>
              <a:rPr lang="en-US" altLang="ko-KR" dirty="0"/>
              <a:t>Your Picture Here And Send To Back </a:t>
            </a:r>
            <a:endParaRPr lang="ko-KR" altLang="en-US" dirty="0"/>
          </a:p>
        </p:txBody>
      </p:sp>
      <p:sp>
        <p:nvSpPr>
          <p:cNvPr id="6" name="그림 개체 틀 2">
            <a:extLst>
              <a:ext uri="{FF2B5EF4-FFF2-40B4-BE49-F238E27FC236}">
                <a16:creationId xmlns:a16="http://schemas.microsoft.com/office/drawing/2014/main" id="{5C91274C-B4D1-4A27-943A-E94264203275}"/>
              </a:ext>
            </a:extLst>
          </p:cNvPr>
          <p:cNvSpPr>
            <a:spLocks noGrp="1"/>
          </p:cNvSpPr>
          <p:nvPr>
            <p:ph type="pic" sz="quarter" idx="66" hasCustomPrompt="1"/>
          </p:nvPr>
        </p:nvSpPr>
        <p:spPr>
          <a:xfrm>
            <a:off x="6280150" y="1934706"/>
            <a:ext cx="2997472" cy="4107184"/>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ko-KR" altLang="en-US" sz="1400" dirty="0">
                <a:solidFill>
                  <a:schemeClr val="tx1">
                    <a:lumMod val="75000"/>
                    <a:lumOff val="25000"/>
                  </a:schemeClr>
                </a:solidFill>
              </a:defRPr>
            </a:lvl1pPr>
          </a:lstStyle>
          <a:p>
            <a:r>
              <a:rPr lang="en-US" altLang="ko-KR" dirty="0"/>
              <a:t>Your Picture Here And Send To Back </a:t>
            </a:r>
            <a:endParaRPr lang="ko-KR" altLang="en-US" dirty="0"/>
          </a:p>
        </p:txBody>
      </p:sp>
      <p:sp>
        <p:nvSpPr>
          <p:cNvPr id="22" name="Text Placeholder 9">
            <a:extLst>
              <a:ext uri="{FF2B5EF4-FFF2-40B4-BE49-F238E27FC236}">
                <a16:creationId xmlns:a16="http://schemas.microsoft.com/office/drawing/2014/main" id="{4111A57B-317A-41FC-8D5B-458B4DA86DA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48961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stCondLst>
                                    <p:cond delay="25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Image slide layout">
    <p:bg>
      <p:bgPr>
        <a:solidFill>
          <a:schemeClr val="tx1"/>
        </a:solidFill>
        <a:effectLst/>
      </p:bgPr>
    </p:bg>
    <p:spTree>
      <p:nvGrpSpPr>
        <p:cNvPr id="1" name=""/>
        <p:cNvGrpSpPr/>
        <p:nvPr/>
      </p:nvGrpSpPr>
      <p:grpSpPr>
        <a:xfrm>
          <a:off x="0" y="0"/>
          <a:ext cx="0" cy="0"/>
          <a:chOff x="0" y="0"/>
          <a:chExt cx="0" cy="0"/>
        </a:xfrm>
      </p:grpSpPr>
      <p:sp>
        <p:nvSpPr>
          <p:cNvPr id="22" name="Text Placeholder 9">
            <a:extLst>
              <a:ext uri="{FF2B5EF4-FFF2-40B4-BE49-F238E27FC236}">
                <a16:creationId xmlns:a16="http://schemas.microsoft.com/office/drawing/2014/main" id="{4111A57B-317A-41FC-8D5B-458B4DA86DA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grpSp>
        <p:nvGrpSpPr>
          <p:cNvPr id="9" name="Group 3">
            <a:extLst>
              <a:ext uri="{FF2B5EF4-FFF2-40B4-BE49-F238E27FC236}">
                <a16:creationId xmlns:a16="http://schemas.microsoft.com/office/drawing/2014/main" id="{3416C541-C19F-450D-88B8-31264A63C057}"/>
              </a:ext>
            </a:extLst>
          </p:cNvPr>
          <p:cNvGrpSpPr/>
          <p:nvPr userDrawn="1"/>
        </p:nvGrpSpPr>
        <p:grpSpPr>
          <a:xfrm>
            <a:off x="3413850" y="1727960"/>
            <a:ext cx="2134178" cy="3686307"/>
            <a:chOff x="2188487" y="1844824"/>
            <a:chExt cx="1980000" cy="3420000"/>
          </a:xfrm>
        </p:grpSpPr>
        <p:sp>
          <p:nvSpPr>
            <p:cNvPr id="10" name="Rounded Rectangle 13">
              <a:extLst>
                <a:ext uri="{FF2B5EF4-FFF2-40B4-BE49-F238E27FC236}">
                  <a16:creationId xmlns:a16="http://schemas.microsoft.com/office/drawing/2014/main" id="{F28ADE49-EABF-4A45-8AFD-D583872D5EF7}"/>
                </a:ext>
              </a:extLst>
            </p:cNvPr>
            <p:cNvSpPr/>
            <p:nvPr userDrawn="1"/>
          </p:nvSpPr>
          <p:spPr>
            <a:xfrm>
              <a:off x="2188487" y="1844824"/>
              <a:ext cx="1980000" cy="3420000"/>
            </a:xfrm>
            <a:prstGeom prst="roundRect">
              <a:avLst>
                <a:gd name="adj" fmla="val 13580"/>
              </a:avLst>
            </a:prstGeom>
            <a:solidFill>
              <a:schemeClr val="bg1"/>
            </a:solidFill>
            <a:ln w="88900">
              <a:noFill/>
            </a:ln>
            <a:effectLst>
              <a:outerShdw blurRad="63500" dist="520700" dir="13680000" sx="200000" sy="200000" algn="t" rotWithShape="0">
                <a:prstClr val="black">
                  <a:alpha val="0"/>
                </a:prstClr>
              </a:outerShdw>
              <a:reflection stA="0" dist="1270000" dir="5400000" sy="-100000" algn="bl" rotWithShape="0"/>
            </a:effectLst>
            <a:scene3d>
              <a:camera prst="perspectiveFront"/>
              <a:lightRig rig="soft" dir="t"/>
            </a:scene3d>
            <a:sp3d prstMaterial="matte">
              <a:bevelT w="139700" h="139700" prst="divot"/>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1" name="Rectangle 14">
              <a:extLst>
                <a:ext uri="{FF2B5EF4-FFF2-40B4-BE49-F238E27FC236}">
                  <a16:creationId xmlns:a16="http://schemas.microsoft.com/office/drawing/2014/main" id="{0EE66AE6-BD54-46FF-BFF8-F4F5052A0336}"/>
                </a:ext>
              </a:extLst>
            </p:cNvPr>
            <p:cNvSpPr/>
            <p:nvPr userDrawn="1"/>
          </p:nvSpPr>
          <p:spPr>
            <a:xfrm>
              <a:off x="3034725" y="2043113"/>
              <a:ext cx="287523" cy="45719"/>
            </a:xfrm>
            <a:prstGeom prst="rect">
              <a:avLst/>
            </a:prstGeom>
            <a:solidFill>
              <a:srgbClr val="B0B0B0"/>
            </a:solidFill>
            <a:ln w="88900">
              <a:noFill/>
            </a:ln>
            <a:scene3d>
              <a:camera prst="orthographicFront"/>
              <a:lightRig rig="threePt" dir="t"/>
            </a:scene3d>
            <a:sp3d>
              <a:bevelT w="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12" name="Group 1">
              <a:extLst>
                <a:ext uri="{FF2B5EF4-FFF2-40B4-BE49-F238E27FC236}">
                  <a16:creationId xmlns:a16="http://schemas.microsoft.com/office/drawing/2014/main" id="{16B2E278-7F12-411C-A66B-4E8311A0AA6B}"/>
                </a:ext>
              </a:extLst>
            </p:cNvPr>
            <p:cNvGrpSpPr/>
            <p:nvPr userDrawn="1"/>
          </p:nvGrpSpPr>
          <p:grpSpPr>
            <a:xfrm>
              <a:off x="3068483" y="4873005"/>
              <a:ext cx="228516" cy="228516"/>
              <a:chOff x="1522350" y="5810889"/>
              <a:chExt cx="228516" cy="228516"/>
            </a:xfrm>
            <a:solidFill>
              <a:schemeClr val="bg1">
                <a:lumMod val="75000"/>
              </a:schemeClr>
            </a:solidFill>
          </p:grpSpPr>
          <p:sp>
            <p:nvSpPr>
              <p:cNvPr id="13" name="Oval 15">
                <a:extLst>
                  <a:ext uri="{FF2B5EF4-FFF2-40B4-BE49-F238E27FC236}">
                    <a16:creationId xmlns:a16="http://schemas.microsoft.com/office/drawing/2014/main" id="{880912B7-BAFE-4530-B3E2-658A4CC93EA5}"/>
                  </a:ext>
                </a:extLst>
              </p:cNvPr>
              <p:cNvSpPr/>
              <p:nvPr userDrawn="1"/>
            </p:nvSpPr>
            <p:spPr>
              <a:xfrm>
                <a:off x="1522350" y="5810889"/>
                <a:ext cx="228516" cy="228516"/>
              </a:xfrm>
              <a:prstGeom prst="ellipse">
                <a:avLst/>
              </a:prstGeom>
              <a:grpFill/>
              <a:ln w="0">
                <a:noFill/>
              </a:ln>
              <a:scene3d>
                <a:camera prst="perspectiveFront"/>
                <a:lightRig rig="threePt" dir="t"/>
              </a:scene3d>
              <a:sp3d>
                <a:bevelT/>
                <a:bevelB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4" name="Rounded Rectangle 16">
                <a:extLst>
                  <a:ext uri="{FF2B5EF4-FFF2-40B4-BE49-F238E27FC236}">
                    <a16:creationId xmlns:a16="http://schemas.microsoft.com/office/drawing/2014/main" id="{D4E578DE-6FBB-45BA-AA90-B7C5BFB60FD8}"/>
                  </a:ext>
                </a:extLst>
              </p:cNvPr>
              <p:cNvSpPr/>
              <p:nvPr userDrawn="1"/>
            </p:nvSpPr>
            <p:spPr>
              <a:xfrm>
                <a:off x="1599696" y="5872505"/>
                <a:ext cx="104519" cy="105284"/>
              </a:xfrm>
              <a:prstGeom prst="roundRect">
                <a:avLst/>
              </a:prstGeom>
              <a:solidFill>
                <a:schemeClr val="bg1">
                  <a:lumMod val="65000"/>
                </a:schemeClr>
              </a:solidFill>
              <a:ln w="6350">
                <a:noFill/>
              </a:ln>
              <a:scene3d>
                <a:camera prst="orthographicFront"/>
                <a:lightRig rig="threePt" dir="t"/>
              </a:scene3d>
              <a:sp3d>
                <a:bevelT w="139700" prst="cross"/>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sp>
        <p:nvSpPr>
          <p:cNvPr id="15" name="Picture Placeholder 9">
            <a:extLst>
              <a:ext uri="{FF2B5EF4-FFF2-40B4-BE49-F238E27FC236}">
                <a16:creationId xmlns:a16="http://schemas.microsoft.com/office/drawing/2014/main" id="{EB8BC53A-6DA7-4829-9A2F-14557FE1D7E4}"/>
              </a:ext>
            </a:extLst>
          </p:cNvPr>
          <p:cNvSpPr>
            <a:spLocks noGrp="1"/>
          </p:cNvSpPr>
          <p:nvPr userDrawn="1">
            <p:ph type="pic" sz="quarter" idx="11" hasCustomPrompt="1"/>
          </p:nvPr>
        </p:nvSpPr>
        <p:spPr>
          <a:xfrm>
            <a:off x="3586877" y="2115101"/>
            <a:ext cx="1816447" cy="2832308"/>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defRPr>
            </a:lvl1pPr>
          </a:lstStyle>
          <a:p>
            <a:r>
              <a:rPr lang="en-US" altLang="ko-KR" dirty="0"/>
              <a:t>Your Picture Here</a:t>
            </a:r>
            <a:endParaRPr lang="ko-KR" altLang="en-US" dirty="0"/>
          </a:p>
        </p:txBody>
      </p:sp>
      <p:grpSp>
        <p:nvGrpSpPr>
          <p:cNvPr id="16" name="Group 2">
            <a:extLst>
              <a:ext uri="{FF2B5EF4-FFF2-40B4-BE49-F238E27FC236}">
                <a16:creationId xmlns:a16="http://schemas.microsoft.com/office/drawing/2014/main" id="{4C198FF6-4BAB-454F-B36D-BFC618E02928}"/>
              </a:ext>
            </a:extLst>
          </p:cNvPr>
          <p:cNvGrpSpPr/>
          <p:nvPr userDrawn="1"/>
        </p:nvGrpSpPr>
        <p:grpSpPr>
          <a:xfrm>
            <a:off x="6643974" y="1727960"/>
            <a:ext cx="2134178" cy="3686307"/>
            <a:chOff x="4897447" y="1844824"/>
            <a:chExt cx="1980000" cy="3420000"/>
          </a:xfrm>
        </p:grpSpPr>
        <p:sp>
          <p:nvSpPr>
            <p:cNvPr id="17" name="Rounded Rectangle 30">
              <a:extLst>
                <a:ext uri="{FF2B5EF4-FFF2-40B4-BE49-F238E27FC236}">
                  <a16:creationId xmlns:a16="http://schemas.microsoft.com/office/drawing/2014/main" id="{327C6189-5814-41F6-8E57-B52ED4BAD615}"/>
                </a:ext>
              </a:extLst>
            </p:cNvPr>
            <p:cNvSpPr/>
            <p:nvPr userDrawn="1"/>
          </p:nvSpPr>
          <p:spPr>
            <a:xfrm>
              <a:off x="4897447" y="1844824"/>
              <a:ext cx="1980000" cy="3420000"/>
            </a:xfrm>
            <a:prstGeom prst="roundRect">
              <a:avLst>
                <a:gd name="adj" fmla="val 13580"/>
              </a:avLst>
            </a:prstGeom>
            <a:solidFill>
              <a:schemeClr val="bg1"/>
            </a:solidFill>
            <a:ln w="88900">
              <a:noFill/>
            </a:ln>
            <a:effectLst>
              <a:outerShdw blurRad="63500" dist="520700" dir="13680000" sx="200000" sy="200000" algn="t" rotWithShape="0">
                <a:prstClr val="black">
                  <a:alpha val="0"/>
                </a:prstClr>
              </a:outerShdw>
              <a:reflection stA="0" dist="1270000" dir="5400000" sy="-100000" algn="bl" rotWithShape="0"/>
            </a:effectLst>
            <a:scene3d>
              <a:camera prst="perspectiveFront"/>
              <a:lightRig rig="soft" dir="t"/>
            </a:scene3d>
            <a:sp3d prstMaterial="matte">
              <a:bevelT w="139700" h="139700" prst="divot"/>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8" name="Rectangle 31">
              <a:extLst>
                <a:ext uri="{FF2B5EF4-FFF2-40B4-BE49-F238E27FC236}">
                  <a16:creationId xmlns:a16="http://schemas.microsoft.com/office/drawing/2014/main" id="{6BB7F0A7-CC2D-4583-914D-D6C31A57CD04}"/>
                </a:ext>
              </a:extLst>
            </p:cNvPr>
            <p:cNvSpPr/>
            <p:nvPr userDrawn="1"/>
          </p:nvSpPr>
          <p:spPr>
            <a:xfrm>
              <a:off x="5739521" y="2043113"/>
              <a:ext cx="287523" cy="45719"/>
            </a:xfrm>
            <a:prstGeom prst="rect">
              <a:avLst/>
            </a:prstGeom>
            <a:solidFill>
              <a:srgbClr val="B0B0B0"/>
            </a:solidFill>
            <a:ln w="88900">
              <a:noFill/>
            </a:ln>
            <a:scene3d>
              <a:camera prst="orthographicFront"/>
              <a:lightRig rig="threePt" dir="t"/>
            </a:scene3d>
            <a:sp3d>
              <a:bevelT w="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19" name="Group 32">
              <a:extLst>
                <a:ext uri="{FF2B5EF4-FFF2-40B4-BE49-F238E27FC236}">
                  <a16:creationId xmlns:a16="http://schemas.microsoft.com/office/drawing/2014/main" id="{C9FC167E-F954-46E7-90DD-9CFE5810AAD7}"/>
                </a:ext>
              </a:extLst>
            </p:cNvPr>
            <p:cNvGrpSpPr/>
            <p:nvPr userDrawn="1"/>
          </p:nvGrpSpPr>
          <p:grpSpPr>
            <a:xfrm>
              <a:off x="5753678" y="4862119"/>
              <a:ext cx="228516" cy="228516"/>
              <a:chOff x="1522350" y="5810889"/>
              <a:chExt cx="228516" cy="228516"/>
            </a:xfrm>
            <a:solidFill>
              <a:schemeClr val="bg1">
                <a:lumMod val="75000"/>
              </a:schemeClr>
            </a:solidFill>
          </p:grpSpPr>
          <p:sp>
            <p:nvSpPr>
              <p:cNvPr id="20" name="Oval 33">
                <a:extLst>
                  <a:ext uri="{FF2B5EF4-FFF2-40B4-BE49-F238E27FC236}">
                    <a16:creationId xmlns:a16="http://schemas.microsoft.com/office/drawing/2014/main" id="{437FD994-E6E6-4E11-A918-9DE141FE1761}"/>
                  </a:ext>
                </a:extLst>
              </p:cNvPr>
              <p:cNvSpPr/>
              <p:nvPr userDrawn="1"/>
            </p:nvSpPr>
            <p:spPr>
              <a:xfrm>
                <a:off x="1522350" y="5810889"/>
                <a:ext cx="228516" cy="228516"/>
              </a:xfrm>
              <a:prstGeom prst="ellipse">
                <a:avLst/>
              </a:prstGeom>
              <a:grpFill/>
              <a:ln w="0">
                <a:noFill/>
              </a:ln>
              <a:scene3d>
                <a:camera prst="perspectiveFront"/>
                <a:lightRig rig="threePt" dir="t"/>
              </a:scene3d>
              <a:sp3d>
                <a:bevelT/>
                <a:bevelB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1" name="Rounded Rectangle 34">
                <a:extLst>
                  <a:ext uri="{FF2B5EF4-FFF2-40B4-BE49-F238E27FC236}">
                    <a16:creationId xmlns:a16="http://schemas.microsoft.com/office/drawing/2014/main" id="{8CE63A71-4087-4780-9C43-230A8930C48E}"/>
                  </a:ext>
                </a:extLst>
              </p:cNvPr>
              <p:cNvSpPr/>
              <p:nvPr userDrawn="1"/>
            </p:nvSpPr>
            <p:spPr>
              <a:xfrm>
                <a:off x="1599696" y="5872505"/>
                <a:ext cx="104519" cy="105284"/>
              </a:xfrm>
              <a:prstGeom prst="roundRect">
                <a:avLst/>
              </a:prstGeom>
              <a:solidFill>
                <a:schemeClr val="bg1">
                  <a:lumMod val="65000"/>
                </a:schemeClr>
              </a:solidFill>
              <a:ln w="6350">
                <a:noFill/>
              </a:ln>
              <a:scene3d>
                <a:camera prst="orthographicFront"/>
                <a:lightRig rig="threePt" dir="t"/>
              </a:scene3d>
              <a:sp3d>
                <a:bevelT w="139700" prst="cross"/>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sp>
        <p:nvSpPr>
          <p:cNvPr id="23" name="Picture Placeholder 9">
            <a:extLst>
              <a:ext uri="{FF2B5EF4-FFF2-40B4-BE49-F238E27FC236}">
                <a16:creationId xmlns:a16="http://schemas.microsoft.com/office/drawing/2014/main" id="{2F232C40-D3F8-4CDD-AF94-D276AEA2E488}"/>
              </a:ext>
            </a:extLst>
          </p:cNvPr>
          <p:cNvSpPr>
            <a:spLocks noGrp="1"/>
          </p:cNvSpPr>
          <p:nvPr userDrawn="1">
            <p:ph type="pic" sz="quarter" idx="12" hasCustomPrompt="1"/>
          </p:nvPr>
        </p:nvSpPr>
        <p:spPr>
          <a:xfrm>
            <a:off x="6816063" y="2096155"/>
            <a:ext cx="1816447" cy="2832308"/>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defRPr>
            </a:lvl1pPr>
          </a:lstStyle>
          <a:p>
            <a:r>
              <a:rPr lang="en-US" altLang="ko-KR" dirty="0"/>
              <a:t>Your Picture Here</a:t>
            </a:r>
            <a:endParaRPr lang="ko-KR" altLang="en-US" dirty="0"/>
          </a:p>
        </p:txBody>
      </p:sp>
      <p:sp>
        <p:nvSpPr>
          <p:cNvPr id="24" name="Freeform: Shape 23">
            <a:extLst>
              <a:ext uri="{FF2B5EF4-FFF2-40B4-BE49-F238E27FC236}">
                <a16:creationId xmlns:a16="http://schemas.microsoft.com/office/drawing/2014/main" id="{5B0E5326-A18A-427C-A9B5-AE03EEAFB683}"/>
              </a:ext>
            </a:extLst>
          </p:cNvPr>
          <p:cNvSpPr/>
          <p:nvPr userDrawn="1"/>
        </p:nvSpPr>
        <p:spPr>
          <a:xfrm>
            <a:off x="0" y="5855038"/>
            <a:ext cx="12210216" cy="1002962"/>
          </a:xfrm>
          <a:custGeom>
            <a:avLst/>
            <a:gdLst>
              <a:gd name="connsiteX0" fmla="*/ 8459813 w 12210216"/>
              <a:gd name="connsiteY0" fmla="*/ 0 h 1002962"/>
              <a:gd name="connsiteX1" fmla="*/ 8462516 w 12210216"/>
              <a:gd name="connsiteY1" fmla="*/ 246442 h 1002962"/>
              <a:gd name="connsiteX2" fmla="*/ 8513858 w 12210216"/>
              <a:gd name="connsiteY2" fmla="*/ 326428 h 1002962"/>
              <a:gd name="connsiteX3" fmla="*/ 8535476 w 12210216"/>
              <a:gd name="connsiteY3" fmla="*/ 326428 h 1002962"/>
              <a:gd name="connsiteX4" fmla="*/ 8535476 w 12210216"/>
              <a:gd name="connsiteY4" fmla="*/ 350208 h 1002962"/>
              <a:gd name="connsiteX5" fmla="*/ 8540881 w 12210216"/>
              <a:gd name="connsiteY5" fmla="*/ 356693 h 1002962"/>
              <a:gd name="connsiteX6" fmla="*/ 8540881 w 12210216"/>
              <a:gd name="connsiteY6" fmla="*/ 471267 h 1002962"/>
              <a:gd name="connsiteX7" fmla="*/ 8565201 w 12210216"/>
              <a:gd name="connsiteY7" fmla="*/ 471267 h 1002962"/>
              <a:gd name="connsiteX8" fmla="*/ 8565201 w 12210216"/>
              <a:gd name="connsiteY8" fmla="*/ 611783 h 1002962"/>
              <a:gd name="connsiteX9" fmla="*/ 8581415 w 12210216"/>
              <a:gd name="connsiteY9" fmla="*/ 609621 h 1002962"/>
              <a:gd name="connsiteX10" fmla="*/ 8578712 w 12210216"/>
              <a:gd name="connsiteY10" fmla="*/ 698254 h 1002962"/>
              <a:gd name="connsiteX11" fmla="*/ 8594926 w 12210216"/>
              <a:gd name="connsiteY11" fmla="*/ 700416 h 1002962"/>
              <a:gd name="connsiteX12" fmla="*/ 8597628 w 12210216"/>
              <a:gd name="connsiteY12" fmla="*/ 706901 h 1002962"/>
              <a:gd name="connsiteX13" fmla="*/ 8605735 w 12210216"/>
              <a:gd name="connsiteY13" fmla="*/ 687445 h 1002962"/>
              <a:gd name="connsiteX14" fmla="*/ 8624651 w 12210216"/>
              <a:gd name="connsiteY14" fmla="*/ 687445 h 1002962"/>
              <a:gd name="connsiteX15" fmla="*/ 8624651 w 12210216"/>
              <a:gd name="connsiteY15" fmla="*/ 719872 h 1002962"/>
              <a:gd name="connsiteX16" fmla="*/ 8635460 w 12210216"/>
              <a:gd name="connsiteY16" fmla="*/ 724195 h 1002962"/>
              <a:gd name="connsiteX17" fmla="*/ 8635460 w 12210216"/>
              <a:gd name="connsiteY17" fmla="*/ 735004 h 1002962"/>
              <a:gd name="connsiteX18" fmla="*/ 8694910 w 12210216"/>
              <a:gd name="connsiteY18" fmla="*/ 735004 h 1002962"/>
              <a:gd name="connsiteX19" fmla="*/ 8694910 w 12210216"/>
              <a:gd name="connsiteY19" fmla="*/ 743651 h 1002962"/>
              <a:gd name="connsiteX20" fmla="*/ 8716528 w 12210216"/>
              <a:gd name="connsiteY20" fmla="*/ 743651 h 1002962"/>
              <a:gd name="connsiteX21" fmla="*/ 8716528 w 12210216"/>
              <a:gd name="connsiteY21" fmla="*/ 713387 h 1002962"/>
              <a:gd name="connsiteX22" fmla="*/ 8775977 w 12210216"/>
              <a:gd name="connsiteY22" fmla="*/ 713387 h 1002962"/>
              <a:gd name="connsiteX23" fmla="*/ 8775977 w 12210216"/>
              <a:gd name="connsiteY23" fmla="*/ 702578 h 1002962"/>
              <a:gd name="connsiteX24" fmla="*/ 8786786 w 12210216"/>
              <a:gd name="connsiteY24" fmla="*/ 702578 h 1002962"/>
              <a:gd name="connsiteX25" fmla="*/ 8786786 w 12210216"/>
              <a:gd name="connsiteY25" fmla="*/ 687445 h 1002962"/>
              <a:gd name="connsiteX26" fmla="*/ 8794893 w 12210216"/>
              <a:gd name="connsiteY26" fmla="*/ 687445 h 1002962"/>
              <a:gd name="connsiteX27" fmla="*/ 8794893 w 12210216"/>
              <a:gd name="connsiteY27" fmla="*/ 678798 h 1002962"/>
              <a:gd name="connsiteX28" fmla="*/ 8816511 w 12210216"/>
              <a:gd name="connsiteY28" fmla="*/ 678798 h 1002962"/>
              <a:gd name="connsiteX29" fmla="*/ 8816511 w 12210216"/>
              <a:gd name="connsiteY29" fmla="*/ 687445 h 1002962"/>
              <a:gd name="connsiteX30" fmla="*/ 8846236 w 12210216"/>
              <a:gd name="connsiteY30" fmla="*/ 687445 h 1002962"/>
              <a:gd name="connsiteX31" fmla="*/ 8846236 w 12210216"/>
              <a:gd name="connsiteY31" fmla="*/ 672313 h 1002962"/>
              <a:gd name="connsiteX32" fmla="*/ 8865152 w 12210216"/>
              <a:gd name="connsiteY32" fmla="*/ 672313 h 1002962"/>
              <a:gd name="connsiteX33" fmla="*/ 8865152 w 12210216"/>
              <a:gd name="connsiteY33" fmla="*/ 696092 h 1002962"/>
              <a:gd name="connsiteX34" fmla="*/ 8875960 w 12210216"/>
              <a:gd name="connsiteY34" fmla="*/ 696092 h 1002962"/>
              <a:gd name="connsiteX35" fmla="*/ 8875960 w 12210216"/>
              <a:gd name="connsiteY35" fmla="*/ 687445 h 1002962"/>
              <a:gd name="connsiteX36" fmla="*/ 8894876 w 12210216"/>
              <a:gd name="connsiteY36" fmla="*/ 687445 h 1002962"/>
              <a:gd name="connsiteX37" fmla="*/ 8894876 w 12210216"/>
              <a:gd name="connsiteY37" fmla="*/ 713387 h 1002962"/>
              <a:gd name="connsiteX38" fmla="*/ 8916494 w 12210216"/>
              <a:gd name="connsiteY38" fmla="*/ 713387 h 1002962"/>
              <a:gd name="connsiteX39" fmla="*/ 8916494 w 12210216"/>
              <a:gd name="connsiteY39" fmla="*/ 726357 h 1002962"/>
              <a:gd name="connsiteX40" fmla="*/ 8924601 w 12210216"/>
              <a:gd name="connsiteY40" fmla="*/ 726357 h 1002962"/>
              <a:gd name="connsiteX41" fmla="*/ 8924601 w 12210216"/>
              <a:gd name="connsiteY41" fmla="*/ 719872 h 1002962"/>
              <a:gd name="connsiteX42" fmla="*/ 8965135 w 12210216"/>
              <a:gd name="connsiteY42" fmla="*/ 719872 h 1002962"/>
              <a:gd name="connsiteX43" fmla="*/ 8965135 w 12210216"/>
              <a:gd name="connsiteY43" fmla="*/ 743651 h 1002962"/>
              <a:gd name="connsiteX44" fmla="*/ 8975944 w 12210216"/>
              <a:gd name="connsiteY44" fmla="*/ 743651 h 1002962"/>
              <a:gd name="connsiteX45" fmla="*/ 8975944 w 12210216"/>
              <a:gd name="connsiteY45" fmla="*/ 752299 h 1002962"/>
              <a:gd name="connsiteX46" fmla="*/ 8984051 w 12210216"/>
              <a:gd name="connsiteY46" fmla="*/ 752299 h 1002962"/>
              <a:gd name="connsiteX47" fmla="*/ 8984051 w 12210216"/>
              <a:gd name="connsiteY47" fmla="*/ 735004 h 1002962"/>
              <a:gd name="connsiteX48" fmla="*/ 8994860 w 12210216"/>
              <a:gd name="connsiteY48" fmla="*/ 735004 h 1002962"/>
              <a:gd name="connsiteX49" fmla="*/ 8994860 w 12210216"/>
              <a:gd name="connsiteY49" fmla="*/ 743651 h 1002962"/>
              <a:gd name="connsiteX50" fmla="*/ 8997562 w 12210216"/>
              <a:gd name="connsiteY50" fmla="*/ 743651 h 1002962"/>
              <a:gd name="connsiteX51" fmla="*/ 8997562 w 12210216"/>
              <a:gd name="connsiteY51" fmla="*/ 741490 h 1002962"/>
              <a:gd name="connsiteX52" fmla="*/ 9002966 w 12210216"/>
              <a:gd name="connsiteY52" fmla="*/ 741490 h 1002962"/>
              <a:gd name="connsiteX53" fmla="*/ 9002966 w 12210216"/>
              <a:gd name="connsiteY53" fmla="*/ 735004 h 1002962"/>
              <a:gd name="connsiteX54" fmla="*/ 9054310 w 12210216"/>
              <a:gd name="connsiteY54" fmla="*/ 735004 h 1002962"/>
              <a:gd name="connsiteX55" fmla="*/ 9054310 w 12210216"/>
              <a:gd name="connsiteY55" fmla="*/ 758784 h 1002962"/>
              <a:gd name="connsiteX56" fmla="*/ 9075928 w 12210216"/>
              <a:gd name="connsiteY56" fmla="*/ 758784 h 1002962"/>
              <a:gd name="connsiteX57" fmla="*/ 9075928 w 12210216"/>
              <a:gd name="connsiteY57" fmla="*/ 767431 h 1002962"/>
              <a:gd name="connsiteX58" fmla="*/ 9094843 w 12210216"/>
              <a:gd name="connsiteY58" fmla="*/ 767431 h 1002962"/>
              <a:gd name="connsiteX59" fmla="*/ 9094843 w 12210216"/>
              <a:gd name="connsiteY59" fmla="*/ 743651 h 1002962"/>
              <a:gd name="connsiteX60" fmla="*/ 9105652 w 12210216"/>
              <a:gd name="connsiteY60" fmla="*/ 743651 h 1002962"/>
              <a:gd name="connsiteX61" fmla="*/ 9105652 w 12210216"/>
              <a:gd name="connsiteY61" fmla="*/ 711225 h 1002962"/>
              <a:gd name="connsiteX62" fmla="*/ 9116461 w 12210216"/>
              <a:gd name="connsiteY62" fmla="*/ 711225 h 1002962"/>
              <a:gd name="connsiteX63" fmla="*/ 9116461 w 12210216"/>
              <a:gd name="connsiteY63" fmla="*/ 696092 h 1002962"/>
              <a:gd name="connsiteX64" fmla="*/ 9113759 w 12210216"/>
              <a:gd name="connsiteY64" fmla="*/ 696092 h 1002962"/>
              <a:gd name="connsiteX65" fmla="*/ 9121866 w 12210216"/>
              <a:gd name="connsiteY65" fmla="*/ 683122 h 1002962"/>
              <a:gd name="connsiteX66" fmla="*/ 9132675 w 12210216"/>
              <a:gd name="connsiteY66" fmla="*/ 711225 h 1002962"/>
              <a:gd name="connsiteX67" fmla="*/ 9140782 w 12210216"/>
              <a:gd name="connsiteY67" fmla="*/ 711225 h 1002962"/>
              <a:gd name="connsiteX68" fmla="*/ 9140782 w 12210216"/>
              <a:gd name="connsiteY68" fmla="*/ 605298 h 1002962"/>
              <a:gd name="connsiteX69" fmla="*/ 9156995 w 12210216"/>
              <a:gd name="connsiteY69" fmla="*/ 605298 h 1002962"/>
              <a:gd name="connsiteX70" fmla="*/ 9156995 w 12210216"/>
              <a:gd name="connsiteY70" fmla="*/ 557739 h 1002962"/>
              <a:gd name="connsiteX71" fmla="*/ 9192124 w 12210216"/>
              <a:gd name="connsiteY71" fmla="*/ 557739 h 1002962"/>
              <a:gd name="connsiteX72" fmla="*/ 9192124 w 12210216"/>
              <a:gd name="connsiteY72" fmla="*/ 536121 h 1002962"/>
              <a:gd name="connsiteX73" fmla="*/ 9238063 w 12210216"/>
              <a:gd name="connsiteY73" fmla="*/ 536121 h 1002962"/>
              <a:gd name="connsiteX74" fmla="*/ 9238063 w 12210216"/>
              <a:gd name="connsiteY74" fmla="*/ 555577 h 1002962"/>
              <a:gd name="connsiteX75" fmla="*/ 9262383 w 12210216"/>
              <a:gd name="connsiteY75" fmla="*/ 555577 h 1002962"/>
              <a:gd name="connsiteX76" fmla="*/ 9262383 w 12210216"/>
              <a:gd name="connsiteY76" fmla="*/ 603136 h 1002962"/>
              <a:gd name="connsiteX77" fmla="*/ 9273192 w 12210216"/>
              <a:gd name="connsiteY77" fmla="*/ 603136 h 1002962"/>
              <a:gd name="connsiteX78" fmla="*/ 9273192 w 12210216"/>
              <a:gd name="connsiteY78" fmla="*/ 607459 h 1002962"/>
              <a:gd name="connsiteX79" fmla="*/ 9292108 w 12210216"/>
              <a:gd name="connsiteY79" fmla="*/ 607459 h 1002962"/>
              <a:gd name="connsiteX80" fmla="*/ 9292108 w 12210216"/>
              <a:gd name="connsiteY80" fmla="*/ 646371 h 1002962"/>
              <a:gd name="connsiteX81" fmla="*/ 9302917 w 12210216"/>
              <a:gd name="connsiteY81" fmla="*/ 646371 h 1002962"/>
              <a:gd name="connsiteX82" fmla="*/ 9302917 w 12210216"/>
              <a:gd name="connsiteY82" fmla="*/ 659342 h 1002962"/>
              <a:gd name="connsiteX83" fmla="*/ 9324535 w 12210216"/>
              <a:gd name="connsiteY83" fmla="*/ 659342 h 1002962"/>
              <a:gd name="connsiteX84" fmla="*/ 9324535 w 12210216"/>
              <a:gd name="connsiteY84" fmla="*/ 663666 h 1002962"/>
              <a:gd name="connsiteX85" fmla="*/ 9332642 w 12210216"/>
              <a:gd name="connsiteY85" fmla="*/ 665827 h 1002962"/>
              <a:gd name="connsiteX86" fmla="*/ 9332642 w 12210216"/>
              <a:gd name="connsiteY86" fmla="*/ 687445 h 1002962"/>
              <a:gd name="connsiteX87" fmla="*/ 9356962 w 12210216"/>
              <a:gd name="connsiteY87" fmla="*/ 687445 h 1002962"/>
              <a:gd name="connsiteX88" fmla="*/ 9356962 w 12210216"/>
              <a:gd name="connsiteY88" fmla="*/ 696092 h 1002962"/>
              <a:gd name="connsiteX89" fmla="*/ 9370473 w 12210216"/>
              <a:gd name="connsiteY89" fmla="*/ 696092 h 1002962"/>
              <a:gd name="connsiteX90" fmla="*/ 9370473 w 12210216"/>
              <a:gd name="connsiteY90" fmla="*/ 713387 h 1002962"/>
              <a:gd name="connsiteX91" fmla="*/ 9375878 w 12210216"/>
              <a:gd name="connsiteY91" fmla="*/ 713387 h 1002962"/>
              <a:gd name="connsiteX92" fmla="*/ 9375878 w 12210216"/>
              <a:gd name="connsiteY92" fmla="*/ 698254 h 1002962"/>
              <a:gd name="connsiteX93" fmla="*/ 9386687 w 12210216"/>
              <a:gd name="connsiteY93" fmla="*/ 698254 h 1002962"/>
              <a:gd name="connsiteX94" fmla="*/ 9386687 w 12210216"/>
              <a:gd name="connsiteY94" fmla="*/ 711225 h 1002962"/>
              <a:gd name="connsiteX95" fmla="*/ 9394794 w 12210216"/>
              <a:gd name="connsiteY95" fmla="*/ 711225 h 1002962"/>
              <a:gd name="connsiteX96" fmla="*/ 9394794 w 12210216"/>
              <a:gd name="connsiteY96" fmla="*/ 706901 h 1002962"/>
              <a:gd name="connsiteX97" fmla="*/ 9459648 w 12210216"/>
              <a:gd name="connsiteY97" fmla="*/ 706901 h 1002962"/>
              <a:gd name="connsiteX98" fmla="*/ 9459648 w 12210216"/>
              <a:gd name="connsiteY98" fmla="*/ 717710 h 1002962"/>
              <a:gd name="connsiteX99" fmla="*/ 9467754 w 12210216"/>
              <a:gd name="connsiteY99" fmla="*/ 717710 h 1002962"/>
              <a:gd name="connsiteX100" fmla="*/ 9467754 w 12210216"/>
              <a:gd name="connsiteY100" fmla="*/ 735004 h 1002962"/>
              <a:gd name="connsiteX101" fmla="*/ 9489372 w 12210216"/>
              <a:gd name="connsiteY101" fmla="*/ 724195 h 1002962"/>
              <a:gd name="connsiteX102" fmla="*/ 9497479 w 12210216"/>
              <a:gd name="connsiteY102" fmla="*/ 683122 h 1002962"/>
              <a:gd name="connsiteX103" fmla="*/ 9505586 w 12210216"/>
              <a:gd name="connsiteY103" fmla="*/ 680960 h 1002962"/>
              <a:gd name="connsiteX104" fmla="*/ 9508288 w 12210216"/>
              <a:gd name="connsiteY104" fmla="*/ 611783 h 1002962"/>
              <a:gd name="connsiteX105" fmla="*/ 9510990 w 12210216"/>
              <a:gd name="connsiteY105" fmla="*/ 680960 h 1002962"/>
              <a:gd name="connsiteX106" fmla="*/ 9519097 w 12210216"/>
              <a:gd name="connsiteY106" fmla="*/ 683122 h 1002962"/>
              <a:gd name="connsiteX107" fmla="*/ 9519097 w 12210216"/>
              <a:gd name="connsiteY107" fmla="*/ 596651 h 1002962"/>
              <a:gd name="connsiteX108" fmla="*/ 9524502 w 12210216"/>
              <a:gd name="connsiteY108" fmla="*/ 596651 h 1002962"/>
              <a:gd name="connsiteX109" fmla="*/ 9524502 w 12210216"/>
              <a:gd name="connsiteY109" fmla="*/ 564224 h 1002962"/>
              <a:gd name="connsiteX110" fmla="*/ 9575845 w 12210216"/>
              <a:gd name="connsiteY110" fmla="*/ 564224 h 1002962"/>
              <a:gd name="connsiteX111" fmla="*/ 9575845 w 12210216"/>
              <a:gd name="connsiteY111" fmla="*/ 596651 h 1002962"/>
              <a:gd name="connsiteX112" fmla="*/ 9583952 w 12210216"/>
              <a:gd name="connsiteY112" fmla="*/ 596651 h 1002962"/>
              <a:gd name="connsiteX113" fmla="*/ 9583952 w 12210216"/>
              <a:gd name="connsiteY113" fmla="*/ 514503 h 1002962"/>
              <a:gd name="connsiteX114" fmla="*/ 9602867 w 12210216"/>
              <a:gd name="connsiteY114" fmla="*/ 514503 h 1002962"/>
              <a:gd name="connsiteX115" fmla="*/ 9602867 w 12210216"/>
              <a:gd name="connsiteY115" fmla="*/ 499370 h 1002962"/>
              <a:gd name="connsiteX116" fmla="*/ 9632592 w 12210216"/>
              <a:gd name="connsiteY116" fmla="*/ 499370 h 1002962"/>
              <a:gd name="connsiteX117" fmla="*/ 9632592 w 12210216"/>
              <a:gd name="connsiteY117" fmla="*/ 490723 h 1002962"/>
              <a:gd name="connsiteX118" fmla="*/ 9651508 w 12210216"/>
              <a:gd name="connsiteY118" fmla="*/ 490723 h 1002962"/>
              <a:gd name="connsiteX119" fmla="*/ 9651508 w 12210216"/>
              <a:gd name="connsiteY119" fmla="*/ 499370 h 1002962"/>
              <a:gd name="connsiteX120" fmla="*/ 9659614 w 12210216"/>
              <a:gd name="connsiteY120" fmla="*/ 499370 h 1002962"/>
              <a:gd name="connsiteX121" fmla="*/ 9659614 w 12210216"/>
              <a:gd name="connsiteY121" fmla="*/ 495047 h 1002962"/>
              <a:gd name="connsiteX122" fmla="*/ 9673126 w 12210216"/>
              <a:gd name="connsiteY122" fmla="*/ 495047 h 1002962"/>
              <a:gd name="connsiteX123" fmla="*/ 9673126 w 12210216"/>
              <a:gd name="connsiteY123" fmla="*/ 499370 h 1002962"/>
              <a:gd name="connsiteX124" fmla="*/ 9678530 w 12210216"/>
              <a:gd name="connsiteY124" fmla="*/ 499370 h 1002962"/>
              <a:gd name="connsiteX125" fmla="*/ 9678530 w 12210216"/>
              <a:gd name="connsiteY125" fmla="*/ 490723 h 1002962"/>
              <a:gd name="connsiteX126" fmla="*/ 9702851 w 12210216"/>
              <a:gd name="connsiteY126" fmla="*/ 490723 h 1002962"/>
              <a:gd name="connsiteX127" fmla="*/ 9702851 w 12210216"/>
              <a:gd name="connsiteY127" fmla="*/ 499370 h 1002962"/>
              <a:gd name="connsiteX128" fmla="*/ 9743384 w 12210216"/>
              <a:gd name="connsiteY128" fmla="*/ 499370 h 1002962"/>
              <a:gd name="connsiteX129" fmla="*/ 9743384 w 12210216"/>
              <a:gd name="connsiteY129" fmla="*/ 512341 h 1002962"/>
              <a:gd name="connsiteX130" fmla="*/ 9778514 w 12210216"/>
              <a:gd name="connsiteY130" fmla="*/ 512341 h 1002962"/>
              <a:gd name="connsiteX131" fmla="*/ 9778514 w 12210216"/>
              <a:gd name="connsiteY131" fmla="*/ 542606 h 1002962"/>
              <a:gd name="connsiteX132" fmla="*/ 9786620 w 12210216"/>
              <a:gd name="connsiteY132" fmla="*/ 542606 h 1002962"/>
              <a:gd name="connsiteX133" fmla="*/ 9786620 w 12210216"/>
              <a:gd name="connsiteY133" fmla="*/ 551253 h 1002962"/>
              <a:gd name="connsiteX134" fmla="*/ 9792025 w 12210216"/>
              <a:gd name="connsiteY134" fmla="*/ 551253 h 1002962"/>
              <a:gd name="connsiteX135" fmla="*/ 9792025 w 12210216"/>
              <a:gd name="connsiteY135" fmla="*/ 581518 h 1002962"/>
              <a:gd name="connsiteX136" fmla="*/ 9800132 w 12210216"/>
              <a:gd name="connsiteY136" fmla="*/ 581518 h 1002962"/>
              <a:gd name="connsiteX137" fmla="*/ 9800132 w 12210216"/>
              <a:gd name="connsiteY137" fmla="*/ 588003 h 1002962"/>
              <a:gd name="connsiteX138" fmla="*/ 9810941 w 12210216"/>
              <a:gd name="connsiteY138" fmla="*/ 588003 h 1002962"/>
              <a:gd name="connsiteX139" fmla="*/ 9810941 w 12210216"/>
              <a:gd name="connsiteY139" fmla="*/ 618268 h 1002962"/>
              <a:gd name="connsiteX140" fmla="*/ 9832559 w 12210216"/>
              <a:gd name="connsiteY140" fmla="*/ 618268 h 1002962"/>
              <a:gd name="connsiteX141" fmla="*/ 9832559 w 12210216"/>
              <a:gd name="connsiteY141" fmla="*/ 642048 h 1002962"/>
              <a:gd name="connsiteX142" fmla="*/ 9835261 w 12210216"/>
              <a:gd name="connsiteY142" fmla="*/ 642048 h 1002962"/>
              <a:gd name="connsiteX143" fmla="*/ 9835261 w 12210216"/>
              <a:gd name="connsiteY143" fmla="*/ 655019 h 1002962"/>
              <a:gd name="connsiteX144" fmla="*/ 9843368 w 12210216"/>
              <a:gd name="connsiteY144" fmla="*/ 655019 h 1002962"/>
              <a:gd name="connsiteX145" fmla="*/ 9843368 w 12210216"/>
              <a:gd name="connsiteY145" fmla="*/ 678798 h 1002962"/>
              <a:gd name="connsiteX146" fmla="*/ 9856879 w 12210216"/>
              <a:gd name="connsiteY146" fmla="*/ 678798 h 1002962"/>
              <a:gd name="connsiteX147" fmla="*/ 9856879 w 12210216"/>
              <a:gd name="connsiteY147" fmla="*/ 680960 h 1002962"/>
              <a:gd name="connsiteX148" fmla="*/ 9859582 w 12210216"/>
              <a:gd name="connsiteY148" fmla="*/ 680960 h 1002962"/>
              <a:gd name="connsiteX149" fmla="*/ 9859582 w 12210216"/>
              <a:gd name="connsiteY149" fmla="*/ 696092 h 1002962"/>
              <a:gd name="connsiteX150" fmla="*/ 9875795 w 12210216"/>
              <a:gd name="connsiteY150" fmla="*/ 680960 h 1002962"/>
              <a:gd name="connsiteX151" fmla="*/ 9913627 w 12210216"/>
              <a:gd name="connsiteY151" fmla="*/ 680960 h 1002962"/>
              <a:gd name="connsiteX152" fmla="*/ 9913627 w 12210216"/>
              <a:gd name="connsiteY152" fmla="*/ 767431 h 1002962"/>
              <a:gd name="connsiteX153" fmla="*/ 9921734 w 12210216"/>
              <a:gd name="connsiteY153" fmla="*/ 767431 h 1002962"/>
              <a:gd name="connsiteX154" fmla="*/ 9929840 w 12210216"/>
              <a:gd name="connsiteY154" fmla="*/ 756622 h 1002962"/>
              <a:gd name="connsiteX155" fmla="*/ 9929840 w 12210216"/>
              <a:gd name="connsiteY155" fmla="*/ 771755 h 1002962"/>
              <a:gd name="connsiteX156" fmla="*/ 9935245 w 12210216"/>
              <a:gd name="connsiteY156" fmla="*/ 771755 h 1002962"/>
              <a:gd name="connsiteX157" fmla="*/ 9935245 w 12210216"/>
              <a:gd name="connsiteY157" fmla="*/ 726357 h 1002962"/>
              <a:gd name="connsiteX158" fmla="*/ 9943352 w 12210216"/>
              <a:gd name="connsiteY158" fmla="*/ 726357 h 1002962"/>
              <a:gd name="connsiteX159" fmla="*/ 9943352 w 12210216"/>
              <a:gd name="connsiteY159" fmla="*/ 661504 h 1002962"/>
              <a:gd name="connsiteX160" fmla="*/ 9954160 w 12210216"/>
              <a:gd name="connsiteY160" fmla="*/ 661504 h 1002962"/>
              <a:gd name="connsiteX161" fmla="*/ 9970374 w 12210216"/>
              <a:gd name="connsiteY161" fmla="*/ 618268 h 1002962"/>
              <a:gd name="connsiteX162" fmla="*/ 9983885 w 12210216"/>
              <a:gd name="connsiteY162" fmla="*/ 618268 h 1002962"/>
              <a:gd name="connsiteX163" fmla="*/ 9997396 w 12210216"/>
              <a:gd name="connsiteY163" fmla="*/ 661504 h 1002962"/>
              <a:gd name="connsiteX164" fmla="*/ 10008206 w 12210216"/>
              <a:gd name="connsiteY164" fmla="*/ 661504 h 1002962"/>
              <a:gd name="connsiteX165" fmla="*/ 10008206 w 12210216"/>
              <a:gd name="connsiteY165" fmla="*/ 700416 h 1002962"/>
              <a:gd name="connsiteX166" fmla="*/ 10027121 w 12210216"/>
              <a:gd name="connsiteY166" fmla="*/ 700416 h 1002962"/>
              <a:gd name="connsiteX167" fmla="*/ 10027121 w 12210216"/>
              <a:gd name="connsiteY167" fmla="*/ 717710 h 1002962"/>
              <a:gd name="connsiteX168" fmla="*/ 10032526 w 12210216"/>
              <a:gd name="connsiteY168" fmla="*/ 717710 h 1002962"/>
              <a:gd name="connsiteX169" fmla="*/ 10032526 w 12210216"/>
              <a:gd name="connsiteY169" fmla="*/ 700416 h 1002962"/>
              <a:gd name="connsiteX170" fmla="*/ 10048740 w 12210216"/>
              <a:gd name="connsiteY170" fmla="*/ 700416 h 1002962"/>
              <a:gd name="connsiteX171" fmla="*/ 10048740 w 12210216"/>
              <a:gd name="connsiteY171" fmla="*/ 713387 h 1002962"/>
              <a:gd name="connsiteX172" fmla="*/ 10089273 w 12210216"/>
              <a:gd name="connsiteY172" fmla="*/ 713387 h 1002962"/>
              <a:gd name="connsiteX173" fmla="*/ 10089273 w 12210216"/>
              <a:gd name="connsiteY173" fmla="*/ 676636 h 1002962"/>
              <a:gd name="connsiteX174" fmla="*/ 10102784 w 12210216"/>
              <a:gd name="connsiteY174" fmla="*/ 676636 h 1002962"/>
              <a:gd name="connsiteX175" fmla="*/ 10102784 w 12210216"/>
              <a:gd name="connsiteY175" fmla="*/ 698254 h 1002962"/>
              <a:gd name="connsiteX176" fmla="*/ 10105487 w 12210216"/>
              <a:gd name="connsiteY176" fmla="*/ 698254 h 1002962"/>
              <a:gd name="connsiteX177" fmla="*/ 10105487 w 12210216"/>
              <a:gd name="connsiteY177" fmla="*/ 665827 h 1002962"/>
              <a:gd name="connsiteX178" fmla="*/ 10135212 w 12210216"/>
              <a:gd name="connsiteY178" fmla="*/ 665827 h 1002962"/>
              <a:gd name="connsiteX179" fmla="*/ 10135212 w 12210216"/>
              <a:gd name="connsiteY179" fmla="*/ 652857 h 1002962"/>
              <a:gd name="connsiteX180" fmla="*/ 10143318 w 12210216"/>
              <a:gd name="connsiteY180" fmla="*/ 652857 h 1002962"/>
              <a:gd name="connsiteX181" fmla="*/ 10143318 w 12210216"/>
              <a:gd name="connsiteY181" fmla="*/ 637724 h 1002962"/>
              <a:gd name="connsiteX182" fmla="*/ 10148723 w 12210216"/>
              <a:gd name="connsiteY182" fmla="*/ 637724 h 1002962"/>
              <a:gd name="connsiteX183" fmla="*/ 10148723 w 12210216"/>
              <a:gd name="connsiteY183" fmla="*/ 644210 h 1002962"/>
              <a:gd name="connsiteX184" fmla="*/ 10173043 w 12210216"/>
              <a:gd name="connsiteY184" fmla="*/ 644210 h 1002962"/>
              <a:gd name="connsiteX185" fmla="*/ 10173043 w 12210216"/>
              <a:gd name="connsiteY185" fmla="*/ 637724 h 1002962"/>
              <a:gd name="connsiteX186" fmla="*/ 10181150 w 12210216"/>
              <a:gd name="connsiteY186" fmla="*/ 637724 h 1002962"/>
              <a:gd name="connsiteX187" fmla="*/ 10181150 w 12210216"/>
              <a:gd name="connsiteY187" fmla="*/ 648533 h 1002962"/>
              <a:gd name="connsiteX188" fmla="*/ 10232493 w 12210216"/>
              <a:gd name="connsiteY188" fmla="*/ 648533 h 1002962"/>
              <a:gd name="connsiteX189" fmla="*/ 10232493 w 12210216"/>
              <a:gd name="connsiteY189" fmla="*/ 786887 h 1002962"/>
              <a:gd name="connsiteX190" fmla="*/ 10248706 w 12210216"/>
              <a:gd name="connsiteY190" fmla="*/ 786887 h 1002962"/>
              <a:gd name="connsiteX191" fmla="*/ 10248706 w 12210216"/>
              <a:gd name="connsiteY191" fmla="*/ 773916 h 1002962"/>
              <a:gd name="connsiteX192" fmla="*/ 10254111 w 12210216"/>
              <a:gd name="connsiteY192" fmla="*/ 773916 h 1002962"/>
              <a:gd name="connsiteX193" fmla="*/ 10254111 w 12210216"/>
              <a:gd name="connsiteY193" fmla="*/ 786887 h 1002962"/>
              <a:gd name="connsiteX194" fmla="*/ 10294645 w 12210216"/>
              <a:gd name="connsiteY194" fmla="*/ 786887 h 1002962"/>
              <a:gd name="connsiteX195" fmla="*/ 10294645 w 12210216"/>
              <a:gd name="connsiteY195" fmla="*/ 756622 h 1002962"/>
              <a:gd name="connsiteX196" fmla="*/ 10310858 w 12210216"/>
              <a:gd name="connsiteY196" fmla="*/ 756622 h 1002962"/>
              <a:gd name="connsiteX197" fmla="*/ 10313560 w 12210216"/>
              <a:gd name="connsiteY197" fmla="*/ 754460 h 1002962"/>
              <a:gd name="connsiteX198" fmla="*/ 10327072 w 12210216"/>
              <a:gd name="connsiteY198" fmla="*/ 754460 h 1002962"/>
              <a:gd name="connsiteX199" fmla="*/ 10332476 w 12210216"/>
              <a:gd name="connsiteY199" fmla="*/ 756622 h 1002962"/>
              <a:gd name="connsiteX200" fmla="*/ 10345988 w 12210216"/>
              <a:gd name="connsiteY200" fmla="*/ 756622 h 1002962"/>
              <a:gd name="connsiteX201" fmla="*/ 10345988 w 12210216"/>
              <a:gd name="connsiteY201" fmla="*/ 786887 h 1002962"/>
              <a:gd name="connsiteX202" fmla="*/ 10356796 w 12210216"/>
              <a:gd name="connsiteY202" fmla="*/ 786887 h 1002962"/>
              <a:gd name="connsiteX203" fmla="*/ 10356796 w 12210216"/>
              <a:gd name="connsiteY203" fmla="*/ 804181 h 1002962"/>
              <a:gd name="connsiteX204" fmla="*/ 10386521 w 12210216"/>
              <a:gd name="connsiteY204" fmla="*/ 806343 h 1002962"/>
              <a:gd name="connsiteX205" fmla="*/ 10386521 w 12210216"/>
              <a:gd name="connsiteY205" fmla="*/ 789049 h 1002962"/>
              <a:gd name="connsiteX206" fmla="*/ 10489207 w 12210216"/>
              <a:gd name="connsiteY206" fmla="*/ 789049 h 1002962"/>
              <a:gd name="connsiteX207" fmla="*/ 10489207 w 12210216"/>
              <a:gd name="connsiteY207" fmla="*/ 806343 h 1002962"/>
              <a:gd name="connsiteX208" fmla="*/ 10502718 w 12210216"/>
              <a:gd name="connsiteY208" fmla="*/ 806343 h 1002962"/>
              <a:gd name="connsiteX209" fmla="*/ 10502718 w 12210216"/>
              <a:gd name="connsiteY209" fmla="*/ 810667 h 1002962"/>
              <a:gd name="connsiteX210" fmla="*/ 10494612 w 12210216"/>
              <a:gd name="connsiteY210" fmla="*/ 810667 h 1002962"/>
              <a:gd name="connsiteX211" fmla="*/ 10494612 w 12210216"/>
              <a:gd name="connsiteY211" fmla="*/ 814322 h 1002962"/>
              <a:gd name="connsiteX212" fmla="*/ 10564926 w 12210216"/>
              <a:gd name="connsiteY212" fmla="*/ 814322 h 1002962"/>
              <a:gd name="connsiteX213" fmla="*/ 10567572 w 12210216"/>
              <a:gd name="connsiteY213" fmla="*/ 782563 h 1002962"/>
              <a:gd name="connsiteX214" fmla="*/ 10575679 w 12210216"/>
              <a:gd name="connsiteY214" fmla="*/ 782563 h 1002962"/>
              <a:gd name="connsiteX215" fmla="*/ 10578015 w 12210216"/>
              <a:gd name="connsiteY215" fmla="*/ 814322 h 1002962"/>
              <a:gd name="connsiteX216" fmla="*/ 10589557 w 12210216"/>
              <a:gd name="connsiteY216" fmla="*/ 814322 h 1002962"/>
              <a:gd name="connsiteX217" fmla="*/ 10591893 w 12210216"/>
              <a:gd name="connsiteY217" fmla="*/ 782563 h 1002962"/>
              <a:gd name="connsiteX218" fmla="*/ 10600000 w 12210216"/>
              <a:gd name="connsiteY218" fmla="*/ 782563 h 1002962"/>
              <a:gd name="connsiteX219" fmla="*/ 10602335 w 12210216"/>
              <a:gd name="connsiteY219" fmla="*/ 814322 h 1002962"/>
              <a:gd name="connsiteX220" fmla="*/ 10672960 w 12210216"/>
              <a:gd name="connsiteY220" fmla="*/ 814322 h 1002962"/>
              <a:gd name="connsiteX221" fmla="*/ 10672960 w 12210216"/>
              <a:gd name="connsiteY221" fmla="*/ 808505 h 1002962"/>
              <a:gd name="connsiteX222" fmla="*/ 10689174 w 12210216"/>
              <a:gd name="connsiteY222" fmla="*/ 808505 h 1002962"/>
              <a:gd name="connsiteX223" fmla="*/ 10689174 w 12210216"/>
              <a:gd name="connsiteY223" fmla="*/ 814322 h 1002962"/>
              <a:gd name="connsiteX224" fmla="*/ 10713494 w 12210216"/>
              <a:gd name="connsiteY224" fmla="*/ 814322 h 1002962"/>
              <a:gd name="connsiteX225" fmla="*/ 10713494 w 12210216"/>
              <a:gd name="connsiteY225" fmla="*/ 810667 h 1002962"/>
              <a:gd name="connsiteX226" fmla="*/ 10721601 w 12210216"/>
              <a:gd name="connsiteY226" fmla="*/ 810667 h 1002962"/>
              <a:gd name="connsiteX227" fmla="*/ 10721601 w 12210216"/>
              <a:gd name="connsiteY227" fmla="*/ 814322 h 1002962"/>
              <a:gd name="connsiteX228" fmla="*/ 10729708 w 12210216"/>
              <a:gd name="connsiteY228" fmla="*/ 814322 h 1002962"/>
              <a:gd name="connsiteX229" fmla="*/ 10729708 w 12210216"/>
              <a:gd name="connsiteY229" fmla="*/ 806343 h 1002962"/>
              <a:gd name="connsiteX230" fmla="*/ 10740517 w 12210216"/>
              <a:gd name="connsiteY230" fmla="*/ 806343 h 1002962"/>
              <a:gd name="connsiteX231" fmla="*/ 10740517 w 12210216"/>
              <a:gd name="connsiteY231" fmla="*/ 799858 h 1002962"/>
              <a:gd name="connsiteX232" fmla="*/ 10751326 w 12210216"/>
              <a:gd name="connsiteY232" fmla="*/ 799858 h 1002962"/>
              <a:gd name="connsiteX233" fmla="*/ 10751326 w 12210216"/>
              <a:gd name="connsiteY233" fmla="*/ 806343 h 1002962"/>
              <a:gd name="connsiteX234" fmla="*/ 10897248 w 12210216"/>
              <a:gd name="connsiteY234" fmla="*/ 806343 h 1002962"/>
              <a:gd name="connsiteX235" fmla="*/ 10897248 w 12210216"/>
              <a:gd name="connsiteY235" fmla="*/ 810667 h 1002962"/>
              <a:gd name="connsiteX236" fmla="*/ 10913461 w 12210216"/>
              <a:gd name="connsiteY236" fmla="*/ 810667 h 1002962"/>
              <a:gd name="connsiteX237" fmla="*/ 10913461 w 12210216"/>
              <a:gd name="connsiteY237" fmla="*/ 806343 h 1002962"/>
              <a:gd name="connsiteX238" fmla="*/ 10935079 w 12210216"/>
              <a:gd name="connsiteY238" fmla="*/ 806343 h 1002962"/>
              <a:gd name="connsiteX239" fmla="*/ 10935079 w 12210216"/>
              <a:gd name="connsiteY239" fmla="*/ 812828 h 1002962"/>
              <a:gd name="connsiteX240" fmla="*/ 10953995 w 12210216"/>
              <a:gd name="connsiteY240" fmla="*/ 812828 h 1002962"/>
              <a:gd name="connsiteX241" fmla="*/ 10953995 w 12210216"/>
              <a:gd name="connsiteY241" fmla="*/ 814322 h 1002962"/>
              <a:gd name="connsiteX242" fmla="*/ 10997231 w 12210216"/>
              <a:gd name="connsiteY242" fmla="*/ 814322 h 1002962"/>
              <a:gd name="connsiteX243" fmla="*/ 10997231 w 12210216"/>
              <a:gd name="connsiteY243" fmla="*/ 797696 h 1002962"/>
              <a:gd name="connsiteX244" fmla="*/ 11005338 w 12210216"/>
              <a:gd name="connsiteY244" fmla="*/ 797696 h 1002962"/>
              <a:gd name="connsiteX245" fmla="*/ 11005338 w 12210216"/>
              <a:gd name="connsiteY245" fmla="*/ 814322 h 1002962"/>
              <a:gd name="connsiteX246" fmla="*/ 11013445 w 12210216"/>
              <a:gd name="connsiteY246" fmla="*/ 814322 h 1002962"/>
              <a:gd name="connsiteX247" fmla="*/ 11013445 w 12210216"/>
              <a:gd name="connsiteY247" fmla="*/ 810667 h 1002962"/>
              <a:gd name="connsiteX248" fmla="*/ 11064788 w 12210216"/>
              <a:gd name="connsiteY248" fmla="*/ 810667 h 1002962"/>
              <a:gd name="connsiteX249" fmla="*/ 11064788 w 12210216"/>
              <a:gd name="connsiteY249" fmla="*/ 814322 h 1002962"/>
              <a:gd name="connsiteX250" fmla="*/ 11079413 w 12210216"/>
              <a:gd name="connsiteY250" fmla="*/ 814322 h 1002962"/>
              <a:gd name="connsiteX251" fmla="*/ 11099917 w 12210216"/>
              <a:gd name="connsiteY251" fmla="*/ 404252 h 1002962"/>
              <a:gd name="connsiteX252" fmla="*/ 11083703 w 12210216"/>
              <a:gd name="connsiteY252" fmla="*/ 382634 h 1002962"/>
              <a:gd name="connsiteX253" fmla="*/ 11075596 w 12210216"/>
              <a:gd name="connsiteY253" fmla="*/ 378311 h 1002962"/>
              <a:gd name="connsiteX254" fmla="*/ 11086406 w 12210216"/>
              <a:gd name="connsiteY254" fmla="*/ 354531 h 1002962"/>
              <a:gd name="connsiteX255" fmla="*/ 11086406 w 12210216"/>
              <a:gd name="connsiteY255" fmla="*/ 337237 h 1002962"/>
              <a:gd name="connsiteX256" fmla="*/ 11105321 w 12210216"/>
              <a:gd name="connsiteY256" fmla="*/ 337237 h 1002962"/>
              <a:gd name="connsiteX257" fmla="*/ 11105321 w 12210216"/>
              <a:gd name="connsiteY257" fmla="*/ 315619 h 1002962"/>
              <a:gd name="connsiteX258" fmla="*/ 11108024 w 12210216"/>
              <a:gd name="connsiteY258" fmla="*/ 311296 h 1002962"/>
              <a:gd name="connsiteX259" fmla="*/ 11108024 w 12210216"/>
              <a:gd name="connsiteY259" fmla="*/ 233472 h 1002962"/>
              <a:gd name="connsiteX260" fmla="*/ 11105321 w 12210216"/>
              <a:gd name="connsiteY260" fmla="*/ 226986 h 1002962"/>
              <a:gd name="connsiteX261" fmla="*/ 11113428 w 12210216"/>
              <a:gd name="connsiteY261" fmla="*/ 220501 h 1002962"/>
              <a:gd name="connsiteX262" fmla="*/ 11113428 w 12210216"/>
              <a:gd name="connsiteY262" fmla="*/ 162133 h 1002962"/>
              <a:gd name="connsiteX263" fmla="*/ 11116130 w 12210216"/>
              <a:gd name="connsiteY263" fmla="*/ 157810 h 1002962"/>
              <a:gd name="connsiteX264" fmla="*/ 11116130 w 12210216"/>
              <a:gd name="connsiteY264" fmla="*/ 101603 h 1002962"/>
              <a:gd name="connsiteX265" fmla="*/ 11118833 w 12210216"/>
              <a:gd name="connsiteY265" fmla="*/ 99442 h 1002962"/>
              <a:gd name="connsiteX266" fmla="*/ 11118833 w 12210216"/>
              <a:gd name="connsiteY266" fmla="*/ 82147 h 1002962"/>
              <a:gd name="connsiteX267" fmla="*/ 11121535 w 12210216"/>
              <a:gd name="connsiteY267" fmla="*/ 79986 h 1002962"/>
              <a:gd name="connsiteX268" fmla="*/ 11124237 w 12210216"/>
              <a:gd name="connsiteY268" fmla="*/ 82147 h 1002962"/>
              <a:gd name="connsiteX269" fmla="*/ 11124237 w 12210216"/>
              <a:gd name="connsiteY269" fmla="*/ 99442 h 1002962"/>
              <a:gd name="connsiteX270" fmla="*/ 11126939 w 12210216"/>
              <a:gd name="connsiteY270" fmla="*/ 101603 h 1002962"/>
              <a:gd name="connsiteX271" fmla="*/ 11126939 w 12210216"/>
              <a:gd name="connsiteY271" fmla="*/ 157810 h 1002962"/>
              <a:gd name="connsiteX272" fmla="*/ 11129642 w 12210216"/>
              <a:gd name="connsiteY272" fmla="*/ 162133 h 1002962"/>
              <a:gd name="connsiteX273" fmla="*/ 11129642 w 12210216"/>
              <a:gd name="connsiteY273" fmla="*/ 220501 h 1002962"/>
              <a:gd name="connsiteX274" fmla="*/ 11137748 w 12210216"/>
              <a:gd name="connsiteY274" fmla="*/ 226986 h 1002962"/>
              <a:gd name="connsiteX275" fmla="*/ 11135046 w 12210216"/>
              <a:gd name="connsiteY275" fmla="*/ 233472 h 1002962"/>
              <a:gd name="connsiteX276" fmla="*/ 11135046 w 12210216"/>
              <a:gd name="connsiteY276" fmla="*/ 311296 h 1002962"/>
              <a:gd name="connsiteX277" fmla="*/ 11137748 w 12210216"/>
              <a:gd name="connsiteY277" fmla="*/ 315619 h 1002962"/>
              <a:gd name="connsiteX278" fmla="*/ 11137748 w 12210216"/>
              <a:gd name="connsiteY278" fmla="*/ 337237 h 1002962"/>
              <a:gd name="connsiteX279" fmla="*/ 11156664 w 12210216"/>
              <a:gd name="connsiteY279" fmla="*/ 337237 h 1002962"/>
              <a:gd name="connsiteX280" fmla="*/ 11156664 w 12210216"/>
              <a:gd name="connsiteY280" fmla="*/ 354531 h 1002962"/>
              <a:gd name="connsiteX281" fmla="*/ 11167473 w 12210216"/>
              <a:gd name="connsiteY281" fmla="*/ 378311 h 1002962"/>
              <a:gd name="connsiteX282" fmla="*/ 11159366 w 12210216"/>
              <a:gd name="connsiteY282" fmla="*/ 382634 h 1002962"/>
              <a:gd name="connsiteX283" fmla="*/ 11143153 w 12210216"/>
              <a:gd name="connsiteY283" fmla="*/ 404252 h 1002962"/>
              <a:gd name="connsiteX284" fmla="*/ 11153962 w 12210216"/>
              <a:gd name="connsiteY284" fmla="*/ 657180 h 1002962"/>
              <a:gd name="connsiteX285" fmla="*/ 11240434 w 12210216"/>
              <a:gd name="connsiteY285" fmla="*/ 657180 h 1002962"/>
              <a:gd name="connsiteX286" fmla="*/ 11240434 w 12210216"/>
              <a:gd name="connsiteY286" fmla="*/ 732843 h 1002962"/>
              <a:gd name="connsiteX287" fmla="*/ 11251243 w 12210216"/>
              <a:gd name="connsiteY287" fmla="*/ 732843 h 1002962"/>
              <a:gd name="connsiteX288" fmla="*/ 11253945 w 12210216"/>
              <a:gd name="connsiteY288" fmla="*/ 726357 h 1002962"/>
              <a:gd name="connsiteX289" fmla="*/ 11262052 w 12210216"/>
              <a:gd name="connsiteY289" fmla="*/ 726357 h 1002962"/>
              <a:gd name="connsiteX290" fmla="*/ 11264754 w 12210216"/>
              <a:gd name="connsiteY290" fmla="*/ 735004 h 1002962"/>
              <a:gd name="connsiteX291" fmla="*/ 11280968 w 12210216"/>
              <a:gd name="connsiteY291" fmla="*/ 735004 h 1002962"/>
              <a:gd name="connsiteX292" fmla="*/ 11280968 w 12210216"/>
              <a:gd name="connsiteY292" fmla="*/ 728519 h 1002962"/>
              <a:gd name="connsiteX293" fmla="*/ 11310693 w 12210216"/>
              <a:gd name="connsiteY293" fmla="*/ 728519 h 1002962"/>
              <a:gd name="connsiteX294" fmla="*/ 11310693 w 12210216"/>
              <a:gd name="connsiteY294" fmla="*/ 735004 h 1002962"/>
              <a:gd name="connsiteX295" fmla="*/ 11337715 w 12210216"/>
              <a:gd name="connsiteY295" fmla="*/ 735004 h 1002962"/>
              <a:gd name="connsiteX296" fmla="*/ 11337715 w 12210216"/>
              <a:gd name="connsiteY296" fmla="*/ 780402 h 1002962"/>
              <a:gd name="connsiteX297" fmla="*/ 11356631 w 12210216"/>
              <a:gd name="connsiteY297" fmla="*/ 780402 h 1002962"/>
              <a:gd name="connsiteX298" fmla="*/ 11356631 w 12210216"/>
              <a:gd name="connsiteY298" fmla="*/ 767431 h 1002962"/>
              <a:gd name="connsiteX299" fmla="*/ 11378249 w 12210216"/>
              <a:gd name="connsiteY299" fmla="*/ 767431 h 1002962"/>
              <a:gd name="connsiteX300" fmla="*/ 11378249 w 12210216"/>
              <a:gd name="connsiteY300" fmla="*/ 588003 h 1002962"/>
              <a:gd name="connsiteX301" fmla="*/ 11386356 w 12210216"/>
              <a:gd name="connsiteY301" fmla="*/ 581518 h 1002962"/>
              <a:gd name="connsiteX302" fmla="*/ 11483637 w 12210216"/>
              <a:gd name="connsiteY302" fmla="*/ 581518 h 1002962"/>
              <a:gd name="connsiteX303" fmla="*/ 11483637 w 12210216"/>
              <a:gd name="connsiteY303" fmla="*/ 590165 h 1002962"/>
              <a:gd name="connsiteX304" fmla="*/ 11497148 w 12210216"/>
              <a:gd name="connsiteY304" fmla="*/ 590165 h 1002962"/>
              <a:gd name="connsiteX305" fmla="*/ 11497148 w 12210216"/>
              <a:gd name="connsiteY305" fmla="*/ 704739 h 1002962"/>
              <a:gd name="connsiteX306" fmla="*/ 11526873 w 12210216"/>
              <a:gd name="connsiteY306" fmla="*/ 704739 h 1002962"/>
              <a:gd name="connsiteX307" fmla="*/ 11526873 w 12210216"/>
              <a:gd name="connsiteY307" fmla="*/ 637724 h 1002962"/>
              <a:gd name="connsiteX308" fmla="*/ 11562002 w 12210216"/>
              <a:gd name="connsiteY308" fmla="*/ 637724 h 1002962"/>
              <a:gd name="connsiteX309" fmla="*/ 11567407 w 12210216"/>
              <a:gd name="connsiteY309" fmla="*/ 633401 h 1002962"/>
              <a:gd name="connsiteX310" fmla="*/ 11578216 w 12210216"/>
              <a:gd name="connsiteY310" fmla="*/ 633401 h 1002962"/>
              <a:gd name="connsiteX311" fmla="*/ 11583620 w 12210216"/>
              <a:gd name="connsiteY311" fmla="*/ 637724 h 1002962"/>
              <a:gd name="connsiteX312" fmla="*/ 11613345 w 12210216"/>
              <a:gd name="connsiteY312" fmla="*/ 637724 h 1002962"/>
              <a:gd name="connsiteX313" fmla="*/ 11613345 w 12210216"/>
              <a:gd name="connsiteY313" fmla="*/ 520988 h 1002962"/>
              <a:gd name="connsiteX314" fmla="*/ 11689008 w 12210216"/>
              <a:gd name="connsiteY314" fmla="*/ 510179 h 1002962"/>
              <a:gd name="connsiteX315" fmla="*/ 11689008 w 12210216"/>
              <a:gd name="connsiteY315" fmla="*/ 518826 h 1002962"/>
              <a:gd name="connsiteX316" fmla="*/ 11724138 w 12210216"/>
              <a:gd name="connsiteY316" fmla="*/ 518826 h 1002962"/>
              <a:gd name="connsiteX317" fmla="*/ 11724138 w 12210216"/>
              <a:gd name="connsiteY317" fmla="*/ 773916 h 1002962"/>
              <a:gd name="connsiteX318" fmla="*/ 11753863 w 12210216"/>
              <a:gd name="connsiteY318" fmla="*/ 773916 h 1002962"/>
              <a:gd name="connsiteX319" fmla="*/ 11753863 w 12210216"/>
              <a:gd name="connsiteY319" fmla="*/ 769593 h 1002962"/>
              <a:gd name="connsiteX320" fmla="*/ 11770076 w 12210216"/>
              <a:gd name="connsiteY320" fmla="*/ 769593 h 1002962"/>
              <a:gd name="connsiteX321" fmla="*/ 11770076 w 12210216"/>
              <a:gd name="connsiteY321" fmla="*/ 773916 h 1002962"/>
              <a:gd name="connsiteX322" fmla="*/ 11802503 w 12210216"/>
              <a:gd name="connsiteY322" fmla="*/ 773916 h 1002962"/>
              <a:gd name="connsiteX323" fmla="*/ 11802503 w 12210216"/>
              <a:gd name="connsiteY323" fmla="*/ 760946 h 1002962"/>
              <a:gd name="connsiteX324" fmla="*/ 11840335 w 12210216"/>
              <a:gd name="connsiteY324" fmla="*/ 760946 h 1002962"/>
              <a:gd name="connsiteX325" fmla="*/ 11840335 w 12210216"/>
              <a:gd name="connsiteY325" fmla="*/ 756622 h 1002962"/>
              <a:gd name="connsiteX326" fmla="*/ 11856548 w 12210216"/>
              <a:gd name="connsiteY326" fmla="*/ 756622 h 1002962"/>
              <a:gd name="connsiteX327" fmla="*/ 11856548 w 12210216"/>
              <a:gd name="connsiteY327" fmla="*/ 760946 h 1002962"/>
              <a:gd name="connsiteX328" fmla="*/ 11883571 w 12210216"/>
              <a:gd name="connsiteY328" fmla="*/ 760946 h 1002962"/>
              <a:gd name="connsiteX329" fmla="*/ 11883571 w 12210216"/>
              <a:gd name="connsiteY329" fmla="*/ 743651 h 1002962"/>
              <a:gd name="connsiteX330" fmla="*/ 11894380 w 12210216"/>
              <a:gd name="connsiteY330" fmla="*/ 743651 h 1002962"/>
              <a:gd name="connsiteX331" fmla="*/ 11894380 w 12210216"/>
              <a:gd name="connsiteY331" fmla="*/ 730681 h 1002962"/>
              <a:gd name="connsiteX332" fmla="*/ 11970043 w 12210216"/>
              <a:gd name="connsiteY332" fmla="*/ 730681 h 1002962"/>
              <a:gd name="connsiteX333" fmla="*/ 11970043 w 12210216"/>
              <a:gd name="connsiteY333" fmla="*/ 700416 h 1002962"/>
              <a:gd name="connsiteX334" fmla="*/ 11994363 w 12210216"/>
              <a:gd name="connsiteY334" fmla="*/ 700416 h 1002962"/>
              <a:gd name="connsiteX335" fmla="*/ 11994363 w 12210216"/>
              <a:gd name="connsiteY335" fmla="*/ 693931 h 1002962"/>
              <a:gd name="connsiteX336" fmla="*/ 12010577 w 12210216"/>
              <a:gd name="connsiteY336" fmla="*/ 693931 h 1002962"/>
              <a:gd name="connsiteX337" fmla="*/ 12010577 w 12210216"/>
              <a:gd name="connsiteY337" fmla="*/ 700416 h 1002962"/>
              <a:gd name="connsiteX338" fmla="*/ 12032195 w 12210216"/>
              <a:gd name="connsiteY338" fmla="*/ 700416 h 1002962"/>
              <a:gd name="connsiteX339" fmla="*/ 12032195 w 12210216"/>
              <a:gd name="connsiteY339" fmla="*/ 750137 h 1002962"/>
              <a:gd name="connsiteX340" fmla="*/ 12075431 w 12210216"/>
              <a:gd name="connsiteY340" fmla="*/ 750137 h 1002962"/>
              <a:gd name="connsiteX341" fmla="*/ 12075431 w 12210216"/>
              <a:gd name="connsiteY341" fmla="*/ 724195 h 1002962"/>
              <a:gd name="connsiteX342" fmla="*/ 12126774 w 12210216"/>
              <a:gd name="connsiteY342" fmla="*/ 724195 h 1002962"/>
              <a:gd name="connsiteX343" fmla="*/ 12126774 w 12210216"/>
              <a:gd name="connsiteY343" fmla="*/ 693931 h 1002962"/>
              <a:gd name="connsiteX344" fmla="*/ 12191628 w 12210216"/>
              <a:gd name="connsiteY344" fmla="*/ 693931 h 1002962"/>
              <a:gd name="connsiteX345" fmla="*/ 12191628 w 12210216"/>
              <a:gd name="connsiteY345" fmla="*/ 775099 h 1002962"/>
              <a:gd name="connsiteX346" fmla="*/ 12191628 w 12210216"/>
              <a:gd name="connsiteY346" fmla="*/ 814322 h 1002962"/>
              <a:gd name="connsiteX347" fmla="*/ 12210216 w 12210216"/>
              <a:gd name="connsiteY347" fmla="*/ 814322 h 1002962"/>
              <a:gd name="connsiteX348" fmla="*/ 12210216 w 12210216"/>
              <a:gd name="connsiteY348" fmla="*/ 1002962 h 1002962"/>
              <a:gd name="connsiteX349" fmla="*/ 1 w 12210216"/>
              <a:gd name="connsiteY349" fmla="*/ 1002962 h 1002962"/>
              <a:gd name="connsiteX350" fmla="*/ 0 w 12210216"/>
              <a:gd name="connsiteY350" fmla="*/ 1002962 h 1002962"/>
              <a:gd name="connsiteX351" fmla="*/ 0 w 12210216"/>
              <a:gd name="connsiteY351" fmla="*/ 814322 h 1002962"/>
              <a:gd name="connsiteX352" fmla="*/ 1 w 12210216"/>
              <a:gd name="connsiteY352" fmla="*/ 814322 h 1002962"/>
              <a:gd name="connsiteX353" fmla="*/ 1 w 12210216"/>
              <a:gd name="connsiteY353" fmla="*/ 814322 h 1002962"/>
              <a:gd name="connsiteX354" fmla="*/ 1 w 12210216"/>
              <a:gd name="connsiteY354" fmla="*/ 775100 h 1002962"/>
              <a:gd name="connsiteX355" fmla="*/ 1 w 12210216"/>
              <a:gd name="connsiteY355" fmla="*/ 693932 h 1002962"/>
              <a:gd name="connsiteX356" fmla="*/ 69127 w 12210216"/>
              <a:gd name="connsiteY356" fmla="*/ 693932 h 1002962"/>
              <a:gd name="connsiteX357" fmla="*/ 69127 w 12210216"/>
              <a:gd name="connsiteY357" fmla="*/ 724196 h 1002962"/>
              <a:gd name="connsiteX358" fmla="*/ 123851 w 12210216"/>
              <a:gd name="connsiteY358" fmla="*/ 724196 h 1002962"/>
              <a:gd name="connsiteX359" fmla="*/ 123851 w 12210216"/>
              <a:gd name="connsiteY359" fmla="*/ 750138 h 1002962"/>
              <a:gd name="connsiteX360" fmla="*/ 169934 w 12210216"/>
              <a:gd name="connsiteY360" fmla="*/ 750138 h 1002962"/>
              <a:gd name="connsiteX361" fmla="*/ 169934 w 12210216"/>
              <a:gd name="connsiteY361" fmla="*/ 700417 h 1002962"/>
              <a:gd name="connsiteX362" fmla="*/ 192976 w 12210216"/>
              <a:gd name="connsiteY362" fmla="*/ 700417 h 1002962"/>
              <a:gd name="connsiteX363" fmla="*/ 192976 w 12210216"/>
              <a:gd name="connsiteY363" fmla="*/ 693932 h 1002962"/>
              <a:gd name="connsiteX364" fmla="*/ 210257 w 12210216"/>
              <a:gd name="connsiteY364" fmla="*/ 693932 h 1002962"/>
              <a:gd name="connsiteX365" fmla="*/ 210257 w 12210216"/>
              <a:gd name="connsiteY365" fmla="*/ 700417 h 1002962"/>
              <a:gd name="connsiteX366" fmla="*/ 236179 w 12210216"/>
              <a:gd name="connsiteY366" fmla="*/ 700417 h 1002962"/>
              <a:gd name="connsiteX367" fmla="*/ 236179 w 12210216"/>
              <a:gd name="connsiteY367" fmla="*/ 730682 h 1002962"/>
              <a:gd name="connsiteX368" fmla="*/ 316825 w 12210216"/>
              <a:gd name="connsiteY368" fmla="*/ 730682 h 1002962"/>
              <a:gd name="connsiteX369" fmla="*/ 316825 w 12210216"/>
              <a:gd name="connsiteY369" fmla="*/ 743652 h 1002962"/>
              <a:gd name="connsiteX370" fmla="*/ 328346 w 12210216"/>
              <a:gd name="connsiteY370" fmla="*/ 743652 h 1002962"/>
              <a:gd name="connsiteX371" fmla="*/ 328346 w 12210216"/>
              <a:gd name="connsiteY371" fmla="*/ 760947 h 1002962"/>
              <a:gd name="connsiteX372" fmla="*/ 357148 w 12210216"/>
              <a:gd name="connsiteY372" fmla="*/ 760947 h 1002962"/>
              <a:gd name="connsiteX373" fmla="*/ 357148 w 12210216"/>
              <a:gd name="connsiteY373" fmla="*/ 756623 h 1002962"/>
              <a:gd name="connsiteX374" fmla="*/ 374429 w 12210216"/>
              <a:gd name="connsiteY374" fmla="*/ 756623 h 1002962"/>
              <a:gd name="connsiteX375" fmla="*/ 374429 w 12210216"/>
              <a:gd name="connsiteY375" fmla="*/ 760947 h 1002962"/>
              <a:gd name="connsiteX376" fmla="*/ 414752 w 12210216"/>
              <a:gd name="connsiteY376" fmla="*/ 760947 h 1002962"/>
              <a:gd name="connsiteX377" fmla="*/ 414752 w 12210216"/>
              <a:gd name="connsiteY377" fmla="*/ 773917 h 1002962"/>
              <a:gd name="connsiteX378" fmla="*/ 449315 w 12210216"/>
              <a:gd name="connsiteY378" fmla="*/ 773917 h 1002962"/>
              <a:gd name="connsiteX379" fmla="*/ 449315 w 12210216"/>
              <a:gd name="connsiteY379" fmla="*/ 769594 h 1002962"/>
              <a:gd name="connsiteX380" fmla="*/ 466596 w 12210216"/>
              <a:gd name="connsiteY380" fmla="*/ 769594 h 1002962"/>
              <a:gd name="connsiteX381" fmla="*/ 466596 w 12210216"/>
              <a:gd name="connsiteY381" fmla="*/ 773917 h 1002962"/>
              <a:gd name="connsiteX382" fmla="*/ 498278 w 12210216"/>
              <a:gd name="connsiteY382" fmla="*/ 773917 h 1002962"/>
              <a:gd name="connsiteX383" fmla="*/ 498278 w 12210216"/>
              <a:gd name="connsiteY383" fmla="*/ 518827 h 1002962"/>
              <a:gd name="connsiteX384" fmla="*/ 535721 w 12210216"/>
              <a:gd name="connsiteY384" fmla="*/ 518827 h 1002962"/>
              <a:gd name="connsiteX385" fmla="*/ 535721 w 12210216"/>
              <a:gd name="connsiteY385" fmla="*/ 510180 h 1002962"/>
              <a:gd name="connsiteX386" fmla="*/ 616367 w 12210216"/>
              <a:gd name="connsiteY386" fmla="*/ 520989 h 1002962"/>
              <a:gd name="connsiteX387" fmla="*/ 616367 w 12210216"/>
              <a:gd name="connsiteY387" fmla="*/ 637725 h 1002962"/>
              <a:gd name="connsiteX388" fmla="*/ 648049 w 12210216"/>
              <a:gd name="connsiteY388" fmla="*/ 637725 h 1002962"/>
              <a:gd name="connsiteX389" fmla="*/ 653810 w 12210216"/>
              <a:gd name="connsiteY389" fmla="*/ 633402 h 1002962"/>
              <a:gd name="connsiteX390" fmla="*/ 665330 w 12210216"/>
              <a:gd name="connsiteY390" fmla="*/ 633402 h 1002962"/>
              <a:gd name="connsiteX391" fmla="*/ 671091 w 12210216"/>
              <a:gd name="connsiteY391" fmla="*/ 637725 h 1002962"/>
              <a:gd name="connsiteX392" fmla="*/ 708534 w 12210216"/>
              <a:gd name="connsiteY392" fmla="*/ 637725 h 1002962"/>
              <a:gd name="connsiteX393" fmla="*/ 708534 w 12210216"/>
              <a:gd name="connsiteY393" fmla="*/ 704740 h 1002962"/>
              <a:gd name="connsiteX394" fmla="*/ 740216 w 12210216"/>
              <a:gd name="connsiteY394" fmla="*/ 704740 h 1002962"/>
              <a:gd name="connsiteX395" fmla="*/ 740216 w 12210216"/>
              <a:gd name="connsiteY395" fmla="*/ 590166 h 1002962"/>
              <a:gd name="connsiteX396" fmla="*/ 754617 w 12210216"/>
              <a:gd name="connsiteY396" fmla="*/ 590166 h 1002962"/>
              <a:gd name="connsiteX397" fmla="*/ 754617 w 12210216"/>
              <a:gd name="connsiteY397" fmla="*/ 581519 h 1002962"/>
              <a:gd name="connsiteX398" fmla="*/ 858305 w 12210216"/>
              <a:gd name="connsiteY398" fmla="*/ 581519 h 1002962"/>
              <a:gd name="connsiteX399" fmla="*/ 866945 w 12210216"/>
              <a:gd name="connsiteY399" fmla="*/ 588004 h 1002962"/>
              <a:gd name="connsiteX400" fmla="*/ 866945 w 12210216"/>
              <a:gd name="connsiteY400" fmla="*/ 767432 h 1002962"/>
              <a:gd name="connsiteX401" fmla="*/ 889987 w 12210216"/>
              <a:gd name="connsiteY401" fmla="*/ 767432 h 1002962"/>
              <a:gd name="connsiteX402" fmla="*/ 889987 w 12210216"/>
              <a:gd name="connsiteY402" fmla="*/ 780403 h 1002962"/>
              <a:gd name="connsiteX403" fmla="*/ 910148 w 12210216"/>
              <a:gd name="connsiteY403" fmla="*/ 780403 h 1002962"/>
              <a:gd name="connsiteX404" fmla="*/ 910148 w 12210216"/>
              <a:gd name="connsiteY404" fmla="*/ 735005 h 1002962"/>
              <a:gd name="connsiteX405" fmla="*/ 938951 w 12210216"/>
              <a:gd name="connsiteY405" fmla="*/ 735005 h 1002962"/>
              <a:gd name="connsiteX406" fmla="*/ 938951 w 12210216"/>
              <a:gd name="connsiteY406" fmla="*/ 728520 h 1002962"/>
              <a:gd name="connsiteX407" fmla="*/ 970633 w 12210216"/>
              <a:gd name="connsiteY407" fmla="*/ 728520 h 1002962"/>
              <a:gd name="connsiteX408" fmla="*/ 970633 w 12210216"/>
              <a:gd name="connsiteY408" fmla="*/ 735005 h 1002962"/>
              <a:gd name="connsiteX409" fmla="*/ 987914 w 12210216"/>
              <a:gd name="connsiteY409" fmla="*/ 735005 h 1002962"/>
              <a:gd name="connsiteX410" fmla="*/ 990794 w 12210216"/>
              <a:gd name="connsiteY410" fmla="*/ 726358 h 1002962"/>
              <a:gd name="connsiteX411" fmla="*/ 999435 w 12210216"/>
              <a:gd name="connsiteY411" fmla="*/ 726358 h 1002962"/>
              <a:gd name="connsiteX412" fmla="*/ 1002315 w 12210216"/>
              <a:gd name="connsiteY412" fmla="*/ 732844 h 1002962"/>
              <a:gd name="connsiteX413" fmla="*/ 1013836 w 12210216"/>
              <a:gd name="connsiteY413" fmla="*/ 732844 h 1002962"/>
              <a:gd name="connsiteX414" fmla="*/ 1013836 w 12210216"/>
              <a:gd name="connsiteY414" fmla="*/ 657181 h 1002962"/>
              <a:gd name="connsiteX415" fmla="*/ 1106003 w 12210216"/>
              <a:gd name="connsiteY415" fmla="*/ 657181 h 1002962"/>
              <a:gd name="connsiteX416" fmla="*/ 1117524 w 12210216"/>
              <a:gd name="connsiteY416" fmla="*/ 404253 h 1002962"/>
              <a:gd name="connsiteX417" fmla="*/ 1100243 w 12210216"/>
              <a:gd name="connsiteY417" fmla="*/ 382635 h 1002962"/>
              <a:gd name="connsiteX418" fmla="*/ 1091602 w 12210216"/>
              <a:gd name="connsiteY418" fmla="*/ 378312 h 1002962"/>
              <a:gd name="connsiteX419" fmla="*/ 1103123 w 12210216"/>
              <a:gd name="connsiteY419" fmla="*/ 354532 h 1002962"/>
              <a:gd name="connsiteX420" fmla="*/ 1103123 w 12210216"/>
              <a:gd name="connsiteY420" fmla="*/ 337238 h 1002962"/>
              <a:gd name="connsiteX421" fmla="*/ 1123284 w 12210216"/>
              <a:gd name="connsiteY421" fmla="*/ 337238 h 1002962"/>
              <a:gd name="connsiteX422" fmla="*/ 1123284 w 12210216"/>
              <a:gd name="connsiteY422" fmla="*/ 315620 h 1002962"/>
              <a:gd name="connsiteX423" fmla="*/ 1126164 w 12210216"/>
              <a:gd name="connsiteY423" fmla="*/ 311297 h 1002962"/>
              <a:gd name="connsiteX424" fmla="*/ 1126164 w 12210216"/>
              <a:gd name="connsiteY424" fmla="*/ 233473 h 1002962"/>
              <a:gd name="connsiteX425" fmla="*/ 1123284 w 12210216"/>
              <a:gd name="connsiteY425" fmla="*/ 226987 h 1002962"/>
              <a:gd name="connsiteX426" fmla="*/ 1131925 w 12210216"/>
              <a:gd name="connsiteY426" fmla="*/ 220502 h 1002962"/>
              <a:gd name="connsiteX427" fmla="*/ 1131925 w 12210216"/>
              <a:gd name="connsiteY427" fmla="*/ 162134 h 1002962"/>
              <a:gd name="connsiteX428" fmla="*/ 1134805 w 12210216"/>
              <a:gd name="connsiteY428" fmla="*/ 157811 h 1002962"/>
              <a:gd name="connsiteX429" fmla="*/ 1134805 w 12210216"/>
              <a:gd name="connsiteY429" fmla="*/ 101604 h 1002962"/>
              <a:gd name="connsiteX430" fmla="*/ 1137685 w 12210216"/>
              <a:gd name="connsiteY430" fmla="*/ 99443 h 1002962"/>
              <a:gd name="connsiteX431" fmla="*/ 1137685 w 12210216"/>
              <a:gd name="connsiteY431" fmla="*/ 82148 h 1002962"/>
              <a:gd name="connsiteX432" fmla="*/ 1140565 w 12210216"/>
              <a:gd name="connsiteY432" fmla="*/ 79987 h 1002962"/>
              <a:gd name="connsiteX433" fmla="*/ 1143446 w 12210216"/>
              <a:gd name="connsiteY433" fmla="*/ 82148 h 1002962"/>
              <a:gd name="connsiteX434" fmla="*/ 1143446 w 12210216"/>
              <a:gd name="connsiteY434" fmla="*/ 99443 h 1002962"/>
              <a:gd name="connsiteX435" fmla="*/ 1146326 w 12210216"/>
              <a:gd name="connsiteY435" fmla="*/ 101604 h 1002962"/>
              <a:gd name="connsiteX436" fmla="*/ 1146326 w 12210216"/>
              <a:gd name="connsiteY436" fmla="*/ 157811 h 1002962"/>
              <a:gd name="connsiteX437" fmla="*/ 1149206 w 12210216"/>
              <a:gd name="connsiteY437" fmla="*/ 162134 h 1002962"/>
              <a:gd name="connsiteX438" fmla="*/ 1149206 w 12210216"/>
              <a:gd name="connsiteY438" fmla="*/ 220502 h 1002962"/>
              <a:gd name="connsiteX439" fmla="*/ 1157847 w 12210216"/>
              <a:gd name="connsiteY439" fmla="*/ 226987 h 1002962"/>
              <a:gd name="connsiteX440" fmla="*/ 1154967 w 12210216"/>
              <a:gd name="connsiteY440" fmla="*/ 233473 h 1002962"/>
              <a:gd name="connsiteX441" fmla="*/ 1154967 w 12210216"/>
              <a:gd name="connsiteY441" fmla="*/ 311297 h 1002962"/>
              <a:gd name="connsiteX442" fmla="*/ 1157847 w 12210216"/>
              <a:gd name="connsiteY442" fmla="*/ 315620 h 1002962"/>
              <a:gd name="connsiteX443" fmla="*/ 1157847 w 12210216"/>
              <a:gd name="connsiteY443" fmla="*/ 337238 h 1002962"/>
              <a:gd name="connsiteX444" fmla="*/ 1178008 w 12210216"/>
              <a:gd name="connsiteY444" fmla="*/ 337238 h 1002962"/>
              <a:gd name="connsiteX445" fmla="*/ 1178008 w 12210216"/>
              <a:gd name="connsiteY445" fmla="*/ 354532 h 1002962"/>
              <a:gd name="connsiteX446" fmla="*/ 1189529 w 12210216"/>
              <a:gd name="connsiteY446" fmla="*/ 378312 h 1002962"/>
              <a:gd name="connsiteX447" fmla="*/ 1180888 w 12210216"/>
              <a:gd name="connsiteY447" fmla="*/ 382635 h 1002962"/>
              <a:gd name="connsiteX448" fmla="*/ 1163607 w 12210216"/>
              <a:gd name="connsiteY448" fmla="*/ 404253 h 1002962"/>
              <a:gd name="connsiteX449" fmla="*/ 1185461 w 12210216"/>
              <a:gd name="connsiteY449" fmla="*/ 814322 h 1002962"/>
              <a:gd name="connsiteX450" fmla="*/ 1201050 w 12210216"/>
              <a:gd name="connsiteY450" fmla="*/ 814322 h 1002962"/>
              <a:gd name="connsiteX451" fmla="*/ 1201050 w 12210216"/>
              <a:gd name="connsiteY451" fmla="*/ 810668 h 1002962"/>
              <a:gd name="connsiteX452" fmla="*/ 1255774 w 12210216"/>
              <a:gd name="connsiteY452" fmla="*/ 810668 h 1002962"/>
              <a:gd name="connsiteX453" fmla="*/ 1255774 w 12210216"/>
              <a:gd name="connsiteY453" fmla="*/ 814322 h 1002962"/>
              <a:gd name="connsiteX454" fmla="*/ 1264414 w 12210216"/>
              <a:gd name="connsiteY454" fmla="*/ 814322 h 1002962"/>
              <a:gd name="connsiteX455" fmla="*/ 1264414 w 12210216"/>
              <a:gd name="connsiteY455" fmla="*/ 797697 h 1002962"/>
              <a:gd name="connsiteX456" fmla="*/ 1273055 w 12210216"/>
              <a:gd name="connsiteY456" fmla="*/ 797697 h 1002962"/>
              <a:gd name="connsiteX457" fmla="*/ 1273055 w 12210216"/>
              <a:gd name="connsiteY457" fmla="*/ 814322 h 1002962"/>
              <a:gd name="connsiteX458" fmla="*/ 1319138 w 12210216"/>
              <a:gd name="connsiteY458" fmla="*/ 814322 h 1002962"/>
              <a:gd name="connsiteX459" fmla="*/ 1319138 w 12210216"/>
              <a:gd name="connsiteY459" fmla="*/ 812829 h 1002962"/>
              <a:gd name="connsiteX460" fmla="*/ 1339300 w 12210216"/>
              <a:gd name="connsiteY460" fmla="*/ 812829 h 1002962"/>
              <a:gd name="connsiteX461" fmla="*/ 1339300 w 12210216"/>
              <a:gd name="connsiteY461" fmla="*/ 806344 h 1002962"/>
              <a:gd name="connsiteX462" fmla="*/ 1362342 w 12210216"/>
              <a:gd name="connsiteY462" fmla="*/ 806344 h 1002962"/>
              <a:gd name="connsiteX463" fmla="*/ 1362342 w 12210216"/>
              <a:gd name="connsiteY463" fmla="*/ 810668 h 1002962"/>
              <a:gd name="connsiteX464" fmla="*/ 1379623 w 12210216"/>
              <a:gd name="connsiteY464" fmla="*/ 810668 h 1002962"/>
              <a:gd name="connsiteX465" fmla="*/ 1379623 w 12210216"/>
              <a:gd name="connsiteY465" fmla="*/ 806344 h 1002962"/>
              <a:gd name="connsiteX466" fmla="*/ 1535154 w 12210216"/>
              <a:gd name="connsiteY466" fmla="*/ 806344 h 1002962"/>
              <a:gd name="connsiteX467" fmla="*/ 1535154 w 12210216"/>
              <a:gd name="connsiteY467" fmla="*/ 799859 h 1002962"/>
              <a:gd name="connsiteX468" fmla="*/ 1546675 w 12210216"/>
              <a:gd name="connsiteY468" fmla="*/ 799859 h 1002962"/>
              <a:gd name="connsiteX469" fmla="*/ 1546675 w 12210216"/>
              <a:gd name="connsiteY469" fmla="*/ 806344 h 1002962"/>
              <a:gd name="connsiteX470" fmla="*/ 1558196 w 12210216"/>
              <a:gd name="connsiteY470" fmla="*/ 806344 h 1002962"/>
              <a:gd name="connsiteX471" fmla="*/ 1558196 w 12210216"/>
              <a:gd name="connsiteY471" fmla="*/ 814322 h 1002962"/>
              <a:gd name="connsiteX472" fmla="*/ 1566837 w 12210216"/>
              <a:gd name="connsiteY472" fmla="*/ 814322 h 1002962"/>
              <a:gd name="connsiteX473" fmla="*/ 1566837 w 12210216"/>
              <a:gd name="connsiteY473" fmla="*/ 810668 h 1002962"/>
              <a:gd name="connsiteX474" fmla="*/ 1575477 w 12210216"/>
              <a:gd name="connsiteY474" fmla="*/ 810668 h 1002962"/>
              <a:gd name="connsiteX475" fmla="*/ 1575477 w 12210216"/>
              <a:gd name="connsiteY475" fmla="*/ 814322 h 1002962"/>
              <a:gd name="connsiteX476" fmla="*/ 1601399 w 12210216"/>
              <a:gd name="connsiteY476" fmla="*/ 814322 h 1002962"/>
              <a:gd name="connsiteX477" fmla="*/ 1601399 w 12210216"/>
              <a:gd name="connsiteY477" fmla="*/ 808506 h 1002962"/>
              <a:gd name="connsiteX478" fmla="*/ 1618681 w 12210216"/>
              <a:gd name="connsiteY478" fmla="*/ 808506 h 1002962"/>
              <a:gd name="connsiteX479" fmla="*/ 1618681 w 12210216"/>
              <a:gd name="connsiteY479" fmla="*/ 814322 h 1002962"/>
              <a:gd name="connsiteX480" fmla="*/ 1693957 w 12210216"/>
              <a:gd name="connsiteY480" fmla="*/ 814322 h 1002962"/>
              <a:gd name="connsiteX481" fmla="*/ 1696446 w 12210216"/>
              <a:gd name="connsiteY481" fmla="*/ 782564 h 1002962"/>
              <a:gd name="connsiteX482" fmla="*/ 1705087 w 12210216"/>
              <a:gd name="connsiteY482" fmla="*/ 782564 h 1002962"/>
              <a:gd name="connsiteX483" fmla="*/ 1707576 w 12210216"/>
              <a:gd name="connsiteY483" fmla="*/ 814322 h 1002962"/>
              <a:gd name="connsiteX484" fmla="*/ 1719879 w 12210216"/>
              <a:gd name="connsiteY484" fmla="*/ 814322 h 1002962"/>
              <a:gd name="connsiteX485" fmla="*/ 1722368 w 12210216"/>
              <a:gd name="connsiteY485" fmla="*/ 782564 h 1002962"/>
              <a:gd name="connsiteX486" fmla="*/ 1731009 w 12210216"/>
              <a:gd name="connsiteY486" fmla="*/ 782564 h 1002962"/>
              <a:gd name="connsiteX487" fmla="*/ 1733829 w 12210216"/>
              <a:gd name="connsiteY487" fmla="*/ 814322 h 1002962"/>
              <a:gd name="connsiteX488" fmla="*/ 1808774 w 12210216"/>
              <a:gd name="connsiteY488" fmla="*/ 814322 h 1002962"/>
              <a:gd name="connsiteX489" fmla="*/ 1808774 w 12210216"/>
              <a:gd name="connsiteY489" fmla="*/ 810668 h 1002962"/>
              <a:gd name="connsiteX490" fmla="*/ 1800134 w 12210216"/>
              <a:gd name="connsiteY490" fmla="*/ 810668 h 1002962"/>
              <a:gd name="connsiteX491" fmla="*/ 1800134 w 12210216"/>
              <a:gd name="connsiteY491" fmla="*/ 806344 h 1002962"/>
              <a:gd name="connsiteX492" fmla="*/ 1814535 w 12210216"/>
              <a:gd name="connsiteY492" fmla="*/ 806344 h 1002962"/>
              <a:gd name="connsiteX493" fmla="*/ 1814535 w 12210216"/>
              <a:gd name="connsiteY493" fmla="*/ 789050 h 1002962"/>
              <a:gd name="connsiteX494" fmla="*/ 1923983 w 12210216"/>
              <a:gd name="connsiteY494" fmla="*/ 789050 h 1002962"/>
              <a:gd name="connsiteX495" fmla="*/ 1923983 w 12210216"/>
              <a:gd name="connsiteY495" fmla="*/ 806344 h 1002962"/>
              <a:gd name="connsiteX496" fmla="*/ 1955665 w 12210216"/>
              <a:gd name="connsiteY496" fmla="*/ 804182 h 1002962"/>
              <a:gd name="connsiteX497" fmla="*/ 1955665 w 12210216"/>
              <a:gd name="connsiteY497" fmla="*/ 786888 h 1002962"/>
              <a:gd name="connsiteX498" fmla="*/ 1967186 w 12210216"/>
              <a:gd name="connsiteY498" fmla="*/ 786888 h 1002962"/>
              <a:gd name="connsiteX499" fmla="*/ 1967186 w 12210216"/>
              <a:gd name="connsiteY499" fmla="*/ 756623 h 1002962"/>
              <a:gd name="connsiteX500" fmla="*/ 1981587 w 12210216"/>
              <a:gd name="connsiteY500" fmla="*/ 756623 h 1002962"/>
              <a:gd name="connsiteX501" fmla="*/ 1987347 w 12210216"/>
              <a:gd name="connsiteY501" fmla="*/ 754461 h 1002962"/>
              <a:gd name="connsiteX502" fmla="*/ 2001749 w 12210216"/>
              <a:gd name="connsiteY502" fmla="*/ 754461 h 1002962"/>
              <a:gd name="connsiteX503" fmla="*/ 2004629 w 12210216"/>
              <a:gd name="connsiteY503" fmla="*/ 756623 h 1002962"/>
              <a:gd name="connsiteX504" fmla="*/ 2021910 w 12210216"/>
              <a:gd name="connsiteY504" fmla="*/ 756623 h 1002962"/>
              <a:gd name="connsiteX505" fmla="*/ 2021910 w 12210216"/>
              <a:gd name="connsiteY505" fmla="*/ 786888 h 1002962"/>
              <a:gd name="connsiteX506" fmla="*/ 2065113 w 12210216"/>
              <a:gd name="connsiteY506" fmla="*/ 786888 h 1002962"/>
              <a:gd name="connsiteX507" fmla="*/ 2065113 w 12210216"/>
              <a:gd name="connsiteY507" fmla="*/ 773917 h 1002962"/>
              <a:gd name="connsiteX508" fmla="*/ 2070874 w 12210216"/>
              <a:gd name="connsiteY508" fmla="*/ 773917 h 1002962"/>
              <a:gd name="connsiteX509" fmla="*/ 2070874 w 12210216"/>
              <a:gd name="connsiteY509" fmla="*/ 786888 h 1002962"/>
              <a:gd name="connsiteX510" fmla="*/ 2088155 w 12210216"/>
              <a:gd name="connsiteY510" fmla="*/ 786888 h 1002962"/>
              <a:gd name="connsiteX511" fmla="*/ 2088155 w 12210216"/>
              <a:gd name="connsiteY511" fmla="*/ 648534 h 1002962"/>
              <a:gd name="connsiteX512" fmla="*/ 2142879 w 12210216"/>
              <a:gd name="connsiteY512" fmla="*/ 648534 h 1002962"/>
              <a:gd name="connsiteX513" fmla="*/ 2142879 w 12210216"/>
              <a:gd name="connsiteY513" fmla="*/ 637725 h 1002962"/>
              <a:gd name="connsiteX514" fmla="*/ 2151520 w 12210216"/>
              <a:gd name="connsiteY514" fmla="*/ 637725 h 1002962"/>
              <a:gd name="connsiteX515" fmla="*/ 2151520 w 12210216"/>
              <a:gd name="connsiteY515" fmla="*/ 644211 h 1002962"/>
              <a:gd name="connsiteX516" fmla="*/ 2177442 w 12210216"/>
              <a:gd name="connsiteY516" fmla="*/ 644211 h 1002962"/>
              <a:gd name="connsiteX517" fmla="*/ 2177442 w 12210216"/>
              <a:gd name="connsiteY517" fmla="*/ 637725 h 1002962"/>
              <a:gd name="connsiteX518" fmla="*/ 2183202 w 12210216"/>
              <a:gd name="connsiteY518" fmla="*/ 637725 h 1002962"/>
              <a:gd name="connsiteX519" fmla="*/ 2183202 w 12210216"/>
              <a:gd name="connsiteY519" fmla="*/ 652858 h 1002962"/>
              <a:gd name="connsiteX520" fmla="*/ 2191843 w 12210216"/>
              <a:gd name="connsiteY520" fmla="*/ 652858 h 1002962"/>
              <a:gd name="connsiteX521" fmla="*/ 2191843 w 12210216"/>
              <a:gd name="connsiteY521" fmla="*/ 665828 h 1002962"/>
              <a:gd name="connsiteX522" fmla="*/ 2223525 w 12210216"/>
              <a:gd name="connsiteY522" fmla="*/ 665828 h 1002962"/>
              <a:gd name="connsiteX523" fmla="*/ 2223525 w 12210216"/>
              <a:gd name="connsiteY523" fmla="*/ 698255 h 1002962"/>
              <a:gd name="connsiteX524" fmla="*/ 2226405 w 12210216"/>
              <a:gd name="connsiteY524" fmla="*/ 698255 h 1002962"/>
              <a:gd name="connsiteX525" fmla="*/ 2226405 w 12210216"/>
              <a:gd name="connsiteY525" fmla="*/ 676637 h 1002962"/>
              <a:gd name="connsiteX526" fmla="*/ 2240807 w 12210216"/>
              <a:gd name="connsiteY526" fmla="*/ 676637 h 1002962"/>
              <a:gd name="connsiteX527" fmla="*/ 2240807 w 12210216"/>
              <a:gd name="connsiteY527" fmla="*/ 713388 h 1002962"/>
              <a:gd name="connsiteX528" fmla="*/ 2284010 w 12210216"/>
              <a:gd name="connsiteY528" fmla="*/ 713388 h 1002962"/>
              <a:gd name="connsiteX529" fmla="*/ 2284010 w 12210216"/>
              <a:gd name="connsiteY529" fmla="*/ 700417 h 1002962"/>
              <a:gd name="connsiteX530" fmla="*/ 2301291 w 12210216"/>
              <a:gd name="connsiteY530" fmla="*/ 700417 h 1002962"/>
              <a:gd name="connsiteX531" fmla="*/ 2301291 w 12210216"/>
              <a:gd name="connsiteY531" fmla="*/ 717711 h 1002962"/>
              <a:gd name="connsiteX532" fmla="*/ 2307051 w 12210216"/>
              <a:gd name="connsiteY532" fmla="*/ 717711 h 1002962"/>
              <a:gd name="connsiteX533" fmla="*/ 2307051 w 12210216"/>
              <a:gd name="connsiteY533" fmla="*/ 700417 h 1002962"/>
              <a:gd name="connsiteX534" fmla="*/ 2327213 w 12210216"/>
              <a:gd name="connsiteY534" fmla="*/ 700417 h 1002962"/>
              <a:gd name="connsiteX535" fmla="*/ 2327213 w 12210216"/>
              <a:gd name="connsiteY535" fmla="*/ 661505 h 1002962"/>
              <a:gd name="connsiteX536" fmla="*/ 2338734 w 12210216"/>
              <a:gd name="connsiteY536" fmla="*/ 661505 h 1002962"/>
              <a:gd name="connsiteX537" fmla="*/ 2353135 w 12210216"/>
              <a:gd name="connsiteY537" fmla="*/ 618269 h 1002962"/>
              <a:gd name="connsiteX538" fmla="*/ 2367536 w 12210216"/>
              <a:gd name="connsiteY538" fmla="*/ 618269 h 1002962"/>
              <a:gd name="connsiteX539" fmla="*/ 2384817 w 12210216"/>
              <a:gd name="connsiteY539" fmla="*/ 661505 h 1002962"/>
              <a:gd name="connsiteX540" fmla="*/ 2396338 w 12210216"/>
              <a:gd name="connsiteY540" fmla="*/ 661505 h 1002962"/>
              <a:gd name="connsiteX541" fmla="*/ 2396338 w 12210216"/>
              <a:gd name="connsiteY541" fmla="*/ 726358 h 1002962"/>
              <a:gd name="connsiteX542" fmla="*/ 2404979 w 12210216"/>
              <a:gd name="connsiteY542" fmla="*/ 726358 h 1002962"/>
              <a:gd name="connsiteX543" fmla="*/ 2404979 w 12210216"/>
              <a:gd name="connsiteY543" fmla="*/ 771756 h 1002962"/>
              <a:gd name="connsiteX544" fmla="*/ 2410739 w 12210216"/>
              <a:gd name="connsiteY544" fmla="*/ 771756 h 1002962"/>
              <a:gd name="connsiteX545" fmla="*/ 2410739 w 12210216"/>
              <a:gd name="connsiteY545" fmla="*/ 756623 h 1002962"/>
              <a:gd name="connsiteX546" fmla="*/ 2419379 w 12210216"/>
              <a:gd name="connsiteY546" fmla="*/ 767432 h 1002962"/>
              <a:gd name="connsiteX547" fmla="*/ 2428020 w 12210216"/>
              <a:gd name="connsiteY547" fmla="*/ 767432 h 1002962"/>
              <a:gd name="connsiteX548" fmla="*/ 2428020 w 12210216"/>
              <a:gd name="connsiteY548" fmla="*/ 680961 h 1002962"/>
              <a:gd name="connsiteX549" fmla="*/ 2468343 w 12210216"/>
              <a:gd name="connsiteY549" fmla="*/ 680961 h 1002962"/>
              <a:gd name="connsiteX550" fmla="*/ 2485625 w 12210216"/>
              <a:gd name="connsiteY550" fmla="*/ 696093 h 1002962"/>
              <a:gd name="connsiteX551" fmla="*/ 2485625 w 12210216"/>
              <a:gd name="connsiteY551" fmla="*/ 680961 h 1002962"/>
              <a:gd name="connsiteX552" fmla="*/ 2488505 w 12210216"/>
              <a:gd name="connsiteY552" fmla="*/ 680961 h 1002962"/>
              <a:gd name="connsiteX553" fmla="*/ 2488505 w 12210216"/>
              <a:gd name="connsiteY553" fmla="*/ 678799 h 1002962"/>
              <a:gd name="connsiteX554" fmla="*/ 2502906 w 12210216"/>
              <a:gd name="connsiteY554" fmla="*/ 678799 h 1002962"/>
              <a:gd name="connsiteX555" fmla="*/ 2502906 w 12210216"/>
              <a:gd name="connsiteY555" fmla="*/ 655020 h 1002962"/>
              <a:gd name="connsiteX556" fmla="*/ 2511546 w 12210216"/>
              <a:gd name="connsiteY556" fmla="*/ 655020 h 1002962"/>
              <a:gd name="connsiteX557" fmla="*/ 2511546 w 12210216"/>
              <a:gd name="connsiteY557" fmla="*/ 642049 h 1002962"/>
              <a:gd name="connsiteX558" fmla="*/ 2514426 w 12210216"/>
              <a:gd name="connsiteY558" fmla="*/ 642049 h 1002962"/>
              <a:gd name="connsiteX559" fmla="*/ 2514426 w 12210216"/>
              <a:gd name="connsiteY559" fmla="*/ 618269 h 1002962"/>
              <a:gd name="connsiteX560" fmla="*/ 2537468 w 12210216"/>
              <a:gd name="connsiteY560" fmla="*/ 618269 h 1002962"/>
              <a:gd name="connsiteX561" fmla="*/ 2537468 w 12210216"/>
              <a:gd name="connsiteY561" fmla="*/ 588004 h 1002962"/>
              <a:gd name="connsiteX562" fmla="*/ 2548989 w 12210216"/>
              <a:gd name="connsiteY562" fmla="*/ 588004 h 1002962"/>
              <a:gd name="connsiteX563" fmla="*/ 2548989 w 12210216"/>
              <a:gd name="connsiteY563" fmla="*/ 581519 h 1002962"/>
              <a:gd name="connsiteX564" fmla="*/ 2557630 w 12210216"/>
              <a:gd name="connsiteY564" fmla="*/ 581519 h 1002962"/>
              <a:gd name="connsiteX565" fmla="*/ 2557630 w 12210216"/>
              <a:gd name="connsiteY565" fmla="*/ 551254 h 1002962"/>
              <a:gd name="connsiteX566" fmla="*/ 2563390 w 12210216"/>
              <a:gd name="connsiteY566" fmla="*/ 551254 h 1002962"/>
              <a:gd name="connsiteX567" fmla="*/ 2563390 w 12210216"/>
              <a:gd name="connsiteY567" fmla="*/ 542607 h 1002962"/>
              <a:gd name="connsiteX568" fmla="*/ 2572031 w 12210216"/>
              <a:gd name="connsiteY568" fmla="*/ 542607 h 1002962"/>
              <a:gd name="connsiteX569" fmla="*/ 2572031 w 12210216"/>
              <a:gd name="connsiteY569" fmla="*/ 512342 h 1002962"/>
              <a:gd name="connsiteX570" fmla="*/ 2609474 w 12210216"/>
              <a:gd name="connsiteY570" fmla="*/ 512342 h 1002962"/>
              <a:gd name="connsiteX571" fmla="*/ 2609474 w 12210216"/>
              <a:gd name="connsiteY571" fmla="*/ 499371 h 1002962"/>
              <a:gd name="connsiteX572" fmla="*/ 2652677 w 12210216"/>
              <a:gd name="connsiteY572" fmla="*/ 499371 h 1002962"/>
              <a:gd name="connsiteX573" fmla="*/ 2652677 w 12210216"/>
              <a:gd name="connsiteY573" fmla="*/ 490724 h 1002962"/>
              <a:gd name="connsiteX574" fmla="*/ 2678599 w 12210216"/>
              <a:gd name="connsiteY574" fmla="*/ 490724 h 1002962"/>
              <a:gd name="connsiteX575" fmla="*/ 2678599 w 12210216"/>
              <a:gd name="connsiteY575" fmla="*/ 499371 h 1002962"/>
              <a:gd name="connsiteX576" fmla="*/ 2684359 w 12210216"/>
              <a:gd name="connsiteY576" fmla="*/ 499371 h 1002962"/>
              <a:gd name="connsiteX577" fmla="*/ 2684359 w 12210216"/>
              <a:gd name="connsiteY577" fmla="*/ 495048 h 1002962"/>
              <a:gd name="connsiteX578" fmla="*/ 2698760 w 12210216"/>
              <a:gd name="connsiteY578" fmla="*/ 495048 h 1002962"/>
              <a:gd name="connsiteX579" fmla="*/ 2698760 w 12210216"/>
              <a:gd name="connsiteY579" fmla="*/ 499371 h 1002962"/>
              <a:gd name="connsiteX580" fmla="*/ 2707401 w 12210216"/>
              <a:gd name="connsiteY580" fmla="*/ 499371 h 1002962"/>
              <a:gd name="connsiteX581" fmla="*/ 2707401 w 12210216"/>
              <a:gd name="connsiteY581" fmla="*/ 490724 h 1002962"/>
              <a:gd name="connsiteX582" fmla="*/ 2727562 w 12210216"/>
              <a:gd name="connsiteY582" fmla="*/ 490724 h 1002962"/>
              <a:gd name="connsiteX583" fmla="*/ 2727562 w 12210216"/>
              <a:gd name="connsiteY583" fmla="*/ 499371 h 1002962"/>
              <a:gd name="connsiteX584" fmla="*/ 2759245 w 12210216"/>
              <a:gd name="connsiteY584" fmla="*/ 499371 h 1002962"/>
              <a:gd name="connsiteX585" fmla="*/ 2759245 w 12210216"/>
              <a:gd name="connsiteY585" fmla="*/ 514504 h 1002962"/>
              <a:gd name="connsiteX586" fmla="*/ 2779406 w 12210216"/>
              <a:gd name="connsiteY586" fmla="*/ 514504 h 1002962"/>
              <a:gd name="connsiteX587" fmla="*/ 2779406 w 12210216"/>
              <a:gd name="connsiteY587" fmla="*/ 596652 h 1002962"/>
              <a:gd name="connsiteX588" fmla="*/ 2788046 w 12210216"/>
              <a:gd name="connsiteY588" fmla="*/ 596652 h 1002962"/>
              <a:gd name="connsiteX589" fmla="*/ 2788046 w 12210216"/>
              <a:gd name="connsiteY589" fmla="*/ 564225 h 1002962"/>
              <a:gd name="connsiteX590" fmla="*/ 2842771 w 12210216"/>
              <a:gd name="connsiteY590" fmla="*/ 564225 h 1002962"/>
              <a:gd name="connsiteX591" fmla="*/ 2842771 w 12210216"/>
              <a:gd name="connsiteY591" fmla="*/ 596652 h 1002962"/>
              <a:gd name="connsiteX592" fmla="*/ 2848531 w 12210216"/>
              <a:gd name="connsiteY592" fmla="*/ 596652 h 1002962"/>
              <a:gd name="connsiteX593" fmla="*/ 2848531 w 12210216"/>
              <a:gd name="connsiteY593" fmla="*/ 683123 h 1002962"/>
              <a:gd name="connsiteX594" fmla="*/ 2857172 w 12210216"/>
              <a:gd name="connsiteY594" fmla="*/ 680961 h 1002962"/>
              <a:gd name="connsiteX595" fmla="*/ 2860052 w 12210216"/>
              <a:gd name="connsiteY595" fmla="*/ 611784 h 1002962"/>
              <a:gd name="connsiteX596" fmla="*/ 2862932 w 12210216"/>
              <a:gd name="connsiteY596" fmla="*/ 680961 h 1002962"/>
              <a:gd name="connsiteX597" fmla="*/ 2871573 w 12210216"/>
              <a:gd name="connsiteY597" fmla="*/ 683123 h 1002962"/>
              <a:gd name="connsiteX598" fmla="*/ 2880213 w 12210216"/>
              <a:gd name="connsiteY598" fmla="*/ 724196 h 1002962"/>
              <a:gd name="connsiteX599" fmla="*/ 2903255 w 12210216"/>
              <a:gd name="connsiteY599" fmla="*/ 735005 h 1002962"/>
              <a:gd name="connsiteX600" fmla="*/ 2903255 w 12210216"/>
              <a:gd name="connsiteY600" fmla="*/ 717711 h 1002962"/>
              <a:gd name="connsiteX601" fmla="*/ 2911896 w 12210216"/>
              <a:gd name="connsiteY601" fmla="*/ 717711 h 1002962"/>
              <a:gd name="connsiteX602" fmla="*/ 2911896 w 12210216"/>
              <a:gd name="connsiteY602" fmla="*/ 706902 h 1002962"/>
              <a:gd name="connsiteX603" fmla="*/ 2981021 w 12210216"/>
              <a:gd name="connsiteY603" fmla="*/ 706902 h 1002962"/>
              <a:gd name="connsiteX604" fmla="*/ 2981021 w 12210216"/>
              <a:gd name="connsiteY604" fmla="*/ 711226 h 1002962"/>
              <a:gd name="connsiteX605" fmla="*/ 2989662 w 12210216"/>
              <a:gd name="connsiteY605" fmla="*/ 711226 h 1002962"/>
              <a:gd name="connsiteX606" fmla="*/ 2989662 w 12210216"/>
              <a:gd name="connsiteY606" fmla="*/ 698255 h 1002962"/>
              <a:gd name="connsiteX607" fmla="*/ 3001182 w 12210216"/>
              <a:gd name="connsiteY607" fmla="*/ 698255 h 1002962"/>
              <a:gd name="connsiteX608" fmla="*/ 3001182 w 12210216"/>
              <a:gd name="connsiteY608" fmla="*/ 713388 h 1002962"/>
              <a:gd name="connsiteX609" fmla="*/ 3006943 w 12210216"/>
              <a:gd name="connsiteY609" fmla="*/ 713388 h 1002962"/>
              <a:gd name="connsiteX610" fmla="*/ 3006943 w 12210216"/>
              <a:gd name="connsiteY610" fmla="*/ 696093 h 1002962"/>
              <a:gd name="connsiteX611" fmla="*/ 3021343 w 12210216"/>
              <a:gd name="connsiteY611" fmla="*/ 696093 h 1002962"/>
              <a:gd name="connsiteX612" fmla="*/ 3021343 w 12210216"/>
              <a:gd name="connsiteY612" fmla="*/ 687446 h 1002962"/>
              <a:gd name="connsiteX613" fmla="*/ 3047266 w 12210216"/>
              <a:gd name="connsiteY613" fmla="*/ 687446 h 1002962"/>
              <a:gd name="connsiteX614" fmla="*/ 3047266 w 12210216"/>
              <a:gd name="connsiteY614" fmla="*/ 665828 h 1002962"/>
              <a:gd name="connsiteX615" fmla="*/ 3055906 w 12210216"/>
              <a:gd name="connsiteY615" fmla="*/ 663667 h 1002962"/>
              <a:gd name="connsiteX616" fmla="*/ 3055906 w 12210216"/>
              <a:gd name="connsiteY616" fmla="*/ 659343 h 1002962"/>
              <a:gd name="connsiteX617" fmla="*/ 3078948 w 12210216"/>
              <a:gd name="connsiteY617" fmla="*/ 659343 h 1002962"/>
              <a:gd name="connsiteX618" fmla="*/ 3078948 w 12210216"/>
              <a:gd name="connsiteY618" fmla="*/ 646372 h 1002962"/>
              <a:gd name="connsiteX619" fmla="*/ 3090469 w 12210216"/>
              <a:gd name="connsiteY619" fmla="*/ 646372 h 1002962"/>
              <a:gd name="connsiteX620" fmla="*/ 3090469 w 12210216"/>
              <a:gd name="connsiteY620" fmla="*/ 607460 h 1002962"/>
              <a:gd name="connsiteX621" fmla="*/ 3110630 w 12210216"/>
              <a:gd name="connsiteY621" fmla="*/ 607460 h 1002962"/>
              <a:gd name="connsiteX622" fmla="*/ 3110630 w 12210216"/>
              <a:gd name="connsiteY622" fmla="*/ 603137 h 1002962"/>
              <a:gd name="connsiteX623" fmla="*/ 3122151 w 12210216"/>
              <a:gd name="connsiteY623" fmla="*/ 603137 h 1002962"/>
              <a:gd name="connsiteX624" fmla="*/ 3122151 w 12210216"/>
              <a:gd name="connsiteY624" fmla="*/ 555578 h 1002962"/>
              <a:gd name="connsiteX625" fmla="*/ 3148073 w 12210216"/>
              <a:gd name="connsiteY625" fmla="*/ 555578 h 1002962"/>
              <a:gd name="connsiteX626" fmla="*/ 3148073 w 12210216"/>
              <a:gd name="connsiteY626" fmla="*/ 536122 h 1002962"/>
              <a:gd name="connsiteX627" fmla="*/ 3197037 w 12210216"/>
              <a:gd name="connsiteY627" fmla="*/ 536122 h 1002962"/>
              <a:gd name="connsiteX628" fmla="*/ 3197037 w 12210216"/>
              <a:gd name="connsiteY628" fmla="*/ 557740 h 1002962"/>
              <a:gd name="connsiteX629" fmla="*/ 3234480 w 12210216"/>
              <a:gd name="connsiteY629" fmla="*/ 557740 h 1002962"/>
              <a:gd name="connsiteX630" fmla="*/ 3234480 w 12210216"/>
              <a:gd name="connsiteY630" fmla="*/ 605299 h 1002962"/>
              <a:gd name="connsiteX631" fmla="*/ 3251761 w 12210216"/>
              <a:gd name="connsiteY631" fmla="*/ 605299 h 1002962"/>
              <a:gd name="connsiteX632" fmla="*/ 3251761 w 12210216"/>
              <a:gd name="connsiteY632" fmla="*/ 711226 h 1002962"/>
              <a:gd name="connsiteX633" fmla="*/ 3260401 w 12210216"/>
              <a:gd name="connsiteY633" fmla="*/ 711226 h 1002962"/>
              <a:gd name="connsiteX634" fmla="*/ 3271922 w 12210216"/>
              <a:gd name="connsiteY634" fmla="*/ 683123 h 1002962"/>
              <a:gd name="connsiteX635" fmla="*/ 3280563 w 12210216"/>
              <a:gd name="connsiteY635" fmla="*/ 696093 h 1002962"/>
              <a:gd name="connsiteX636" fmla="*/ 3277683 w 12210216"/>
              <a:gd name="connsiteY636" fmla="*/ 696093 h 1002962"/>
              <a:gd name="connsiteX637" fmla="*/ 3277683 w 12210216"/>
              <a:gd name="connsiteY637" fmla="*/ 711226 h 1002962"/>
              <a:gd name="connsiteX638" fmla="*/ 3289203 w 12210216"/>
              <a:gd name="connsiteY638" fmla="*/ 711226 h 1002962"/>
              <a:gd name="connsiteX639" fmla="*/ 3289203 w 12210216"/>
              <a:gd name="connsiteY639" fmla="*/ 743652 h 1002962"/>
              <a:gd name="connsiteX640" fmla="*/ 3300724 w 12210216"/>
              <a:gd name="connsiteY640" fmla="*/ 743652 h 1002962"/>
              <a:gd name="connsiteX641" fmla="*/ 3300724 w 12210216"/>
              <a:gd name="connsiteY641" fmla="*/ 767432 h 1002962"/>
              <a:gd name="connsiteX642" fmla="*/ 3320885 w 12210216"/>
              <a:gd name="connsiteY642" fmla="*/ 767432 h 1002962"/>
              <a:gd name="connsiteX643" fmla="*/ 3320885 w 12210216"/>
              <a:gd name="connsiteY643" fmla="*/ 758785 h 1002962"/>
              <a:gd name="connsiteX644" fmla="*/ 3343927 w 12210216"/>
              <a:gd name="connsiteY644" fmla="*/ 758785 h 1002962"/>
              <a:gd name="connsiteX645" fmla="*/ 3343927 w 12210216"/>
              <a:gd name="connsiteY645" fmla="*/ 735005 h 1002962"/>
              <a:gd name="connsiteX646" fmla="*/ 3398652 w 12210216"/>
              <a:gd name="connsiteY646" fmla="*/ 735005 h 1002962"/>
              <a:gd name="connsiteX647" fmla="*/ 3398652 w 12210216"/>
              <a:gd name="connsiteY647" fmla="*/ 741491 h 1002962"/>
              <a:gd name="connsiteX648" fmla="*/ 3404412 w 12210216"/>
              <a:gd name="connsiteY648" fmla="*/ 741491 h 1002962"/>
              <a:gd name="connsiteX649" fmla="*/ 3404412 w 12210216"/>
              <a:gd name="connsiteY649" fmla="*/ 743652 h 1002962"/>
              <a:gd name="connsiteX650" fmla="*/ 3407292 w 12210216"/>
              <a:gd name="connsiteY650" fmla="*/ 743652 h 1002962"/>
              <a:gd name="connsiteX651" fmla="*/ 3407292 w 12210216"/>
              <a:gd name="connsiteY651" fmla="*/ 735005 h 1002962"/>
              <a:gd name="connsiteX652" fmla="*/ 3418813 w 12210216"/>
              <a:gd name="connsiteY652" fmla="*/ 735005 h 1002962"/>
              <a:gd name="connsiteX653" fmla="*/ 3418813 w 12210216"/>
              <a:gd name="connsiteY653" fmla="*/ 752300 h 1002962"/>
              <a:gd name="connsiteX654" fmla="*/ 3427454 w 12210216"/>
              <a:gd name="connsiteY654" fmla="*/ 752300 h 1002962"/>
              <a:gd name="connsiteX655" fmla="*/ 3427454 w 12210216"/>
              <a:gd name="connsiteY655" fmla="*/ 743652 h 1002962"/>
              <a:gd name="connsiteX656" fmla="*/ 3438974 w 12210216"/>
              <a:gd name="connsiteY656" fmla="*/ 743652 h 1002962"/>
              <a:gd name="connsiteX657" fmla="*/ 3438974 w 12210216"/>
              <a:gd name="connsiteY657" fmla="*/ 719873 h 1002962"/>
              <a:gd name="connsiteX658" fmla="*/ 3482178 w 12210216"/>
              <a:gd name="connsiteY658" fmla="*/ 719873 h 1002962"/>
              <a:gd name="connsiteX659" fmla="*/ 3482178 w 12210216"/>
              <a:gd name="connsiteY659" fmla="*/ 726358 h 1002962"/>
              <a:gd name="connsiteX660" fmla="*/ 3490818 w 12210216"/>
              <a:gd name="connsiteY660" fmla="*/ 726358 h 1002962"/>
              <a:gd name="connsiteX661" fmla="*/ 3490818 w 12210216"/>
              <a:gd name="connsiteY661" fmla="*/ 713388 h 1002962"/>
              <a:gd name="connsiteX662" fmla="*/ 3513860 w 12210216"/>
              <a:gd name="connsiteY662" fmla="*/ 713388 h 1002962"/>
              <a:gd name="connsiteX663" fmla="*/ 3513860 w 12210216"/>
              <a:gd name="connsiteY663" fmla="*/ 687446 h 1002962"/>
              <a:gd name="connsiteX664" fmla="*/ 3534022 w 12210216"/>
              <a:gd name="connsiteY664" fmla="*/ 687446 h 1002962"/>
              <a:gd name="connsiteX665" fmla="*/ 3534022 w 12210216"/>
              <a:gd name="connsiteY665" fmla="*/ 696093 h 1002962"/>
              <a:gd name="connsiteX666" fmla="*/ 3545542 w 12210216"/>
              <a:gd name="connsiteY666" fmla="*/ 696093 h 1002962"/>
              <a:gd name="connsiteX667" fmla="*/ 3545542 w 12210216"/>
              <a:gd name="connsiteY667" fmla="*/ 672314 h 1002962"/>
              <a:gd name="connsiteX668" fmla="*/ 3565703 w 12210216"/>
              <a:gd name="connsiteY668" fmla="*/ 672314 h 1002962"/>
              <a:gd name="connsiteX669" fmla="*/ 3565703 w 12210216"/>
              <a:gd name="connsiteY669" fmla="*/ 687446 h 1002962"/>
              <a:gd name="connsiteX670" fmla="*/ 3597386 w 12210216"/>
              <a:gd name="connsiteY670" fmla="*/ 687446 h 1002962"/>
              <a:gd name="connsiteX671" fmla="*/ 3597386 w 12210216"/>
              <a:gd name="connsiteY671" fmla="*/ 678799 h 1002962"/>
              <a:gd name="connsiteX672" fmla="*/ 3620427 w 12210216"/>
              <a:gd name="connsiteY672" fmla="*/ 678799 h 1002962"/>
              <a:gd name="connsiteX673" fmla="*/ 3620427 w 12210216"/>
              <a:gd name="connsiteY673" fmla="*/ 687446 h 1002962"/>
              <a:gd name="connsiteX674" fmla="*/ 3629068 w 12210216"/>
              <a:gd name="connsiteY674" fmla="*/ 687446 h 1002962"/>
              <a:gd name="connsiteX675" fmla="*/ 3629068 w 12210216"/>
              <a:gd name="connsiteY675" fmla="*/ 702579 h 1002962"/>
              <a:gd name="connsiteX676" fmla="*/ 3640589 w 12210216"/>
              <a:gd name="connsiteY676" fmla="*/ 702579 h 1002962"/>
              <a:gd name="connsiteX677" fmla="*/ 3640589 w 12210216"/>
              <a:gd name="connsiteY677" fmla="*/ 713388 h 1002962"/>
              <a:gd name="connsiteX678" fmla="*/ 3703954 w 12210216"/>
              <a:gd name="connsiteY678" fmla="*/ 713388 h 1002962"/>
              <a:gd name="connsiteX679" fmla="*/ 3703954 w 12210216"/>
              <a:gd name="connsiteY679" fmla="*/ 743652 h 1002962"/>
              <a:gd name="connsiteX680" fmla="*/ 3726996 w 12210216"/>
              <a:gd name="connsiteY680" fmla="*/ 743652 h 1002962"/>
              <a:gd name="connsiteX681" fmla="*/ 3726996 w 12210216"/>
              <a:gd name="connsiteY681" fmla="*/ 735005 h 1002962"/>
              <a:gd name="connsiteX682" fmla="*/ 3790360 w 12210216"/>
              <a:gd name="connsiteY682" fmla="*/ 735005 h 1002962"/>
              <a:gd name="connsiteX683" fmla="*/ 3790360 w 12210216"/>
              <a:gd name="connsiteY683" fmla="*/ 724196 h 1002962"/>
              <a:gd name="connsiteX684" fmla="*/ 3801881 w 12210216"/>
              <a:gd name="connsiteY684" fmla="*/ 719873 h 1002962"/>
              <a:gd name="connsiteX685" fmla="*/ 3801881 w 12210216"/>
              <a:gd name="connsiteY685" fmla="*/ 687446 h 1002962"/>
              <a:gd name="connsiteX686" fmla="*/ 3822042 w 12210216"/>
              <a:gd name="connsiteY686" fmla="*/ 687446 h 1002962"/>
              <a:gd name="connsiteX687" fmla="*/ 3830683 w 12210216"/>
              <a:gd name="connsiteY687" fmla="*/ 706902 h 1002962"/>
              <a:gd name="connsiteX688" fmla="*/ 3833564 w 12210216"/>
              <a:gd name="connsiteY688" fmla="*/ 700417 h 1002962"/>
              <a:gd name="connsiteX689" fmla="*/ 3850845 w 12210216"/>
              <a:gd name="connsiteY689" fmla="*/ 698255 h 1002962"/>
              <a:gd name="connsiteX690" fmla="*/ 3847965 w 12210216"/>
              <a:gd name="connsiteY690" fmla="*/ 609622 h 1002962"/>
              <a:gd name="connsiteX691" fmla="*/ 3865245 w 12210216"/>
              <a:gd name="connsiteY691" fmla="*/ 611784 h 1002962"/>
              <a:gd name="connsiteX692" fmla="*/ 3865245 w 12210216"/>
              <a:gd name="connsiteY692" fmla="*/ 471268 h 1002962"/>
              <a:gd name="connsiteX693" fmla="*/ 3891168 w 12210216"/>
              <a:gd name="connsiteY693" fmla="*/ 471268 h 1002962"/>
              <a:gd name="connsiteX694" fmla="*/ 3891168 w 12210216"/>
              <a:gd name="connsiteY694" fmla="*/ 356694 h 1002962"/>
              <a:gd name="connsiteX695" fmla="*/ 3896928 w 12210216"/>
              <a:gd name="connsiteY695" fmla="*/ 350209 h 1002962"/>
              <a:gd name="connsiteX696" fmla="*/ 3896928 w 12210216"/>
              <a:gd name="connsiteY696" fmla="*/ 326429 h 1002962"/>
              <a:gd name="connsiteX697" fmla="*/ 3919969 w 12210216"/>
              <a:gd name="connsiteY697" fmla="*/ 326429 h 1002962"/>
              <a:gd name="connsiteX698" fmla="*/ 3974694 w 12210216"/>
              <a:gd name="connsiteY698" fmla="*/ 246443 h 1002962"/>
              <a:gd name="connsiteX699" fmla="*/ 3977574 w 12210216"/>
              <a:gd name="connsiteY699" fmla="*/ 1 h 1002962"/>
              <a:gd name="connsiteX700" fmla="*/ 3983335 w 12210216"/>
              <a:gd name="connsiteY700" fmla="*/ 246443 h 1002962"/>
              <a:gd name="connsiteX701" fmla="*/ 4035178 w 12210216"/>
              <a:gd name="connsiteY701" fmla="*/ 328591 h 1002962"/>
              <a:gd name="connsiteX702" fmla="*/ 4058220 w 12210216"/>
              <a:gd name="connsiteY702" fmla="*/ 328591 h 1002962"/>
              <a:gd name="connsiteX703" fmla="*/ 4058220 w 12210216"/>
              <a:gd name="connsiteY703" fmla="*/ 354532 h 1002962"/>
              <a:gd name="connsiteX704" fmla="*/ 4063981 w 12210216"/>
              <a:gd name="connsiteY704" fmla="*/ 356694 h 1002962"/>
              <a:gd name="connsiteX705" fmla="*/ 4063981 w 12210216"/>
              <a:gd name="connsiteY705" fmla="*/ 471268 h 1002962"/>
              <a:gd name="connsiteX706" fmla="*/ 4084142 w 12210216"/>
              <a:gd name="connsiteY706" fmla="*/ 471268 h 1002962"/>
              <a:gd name="connsiteX707" fmla="*/ 4084142 w 12210216"/>
              <a:gd name="connsiteY707" fmla="*/ 607460 h 1002962"/>
              <a:gd name="connsiteX708" fmla="*/ 4107184 w 12210216"/>
              <a:gd name="connsiteY708" fmla="*/ 607460 h 1002962"/>
              <a:gd name="connsiteX709" fmla="*/ 4107184 w 12210216"/>
              <a:gd name="connsiteY709" fmla="*/ 730682 h 1002962"/>
              <a:gd name="connsiteX710" fmla="*/ 4144626 w 12210216"/>
              <a:gd name="connsiteY710" fmla="*/ 728520 h 1002962"/>
              <a:gd name="connsiteX711" fmla="*/ 4150387 w 12210216"/>
              <a:gd name="connsiteY711" fmla="*/ 717711 h 1002962"/>
              <a:gd name="connsiteX712" fmla="*/ 4170548 w 12210216"/>
              <a:gd name="connsiteY712" fmla="*/ 715549 h 1002962"/>
              <a:gd name="connsiteX713" fmla="*/ 4176309 w 12210216"/>
              <a:gd name="connsiteY713" fmla="*/ 724196 h 1002962"/>
              <a:gd name="connsiteX714" fmla="*/ 4205111 w 12210216"/>
              <a:gd name="connsiteY714" fmla="*/ 724196 h 1002962"/>
              <a:gd name="connsiteX715" fmla="*/ 4205111 w 12210216"/>
              <a:gd name="connsiteY715" fmla="*/ 726591 h 1002962"/>
              <a:gd name="connsiteX716" fmla="*/ 4207550 w 12210216"/>
              <a:gd name="connsiteY716" fmla="*/ 712285 h 1002962"/>
              <a:gd name="connsiteX717" fmla="*/ 4214422 w 12210216"/>
              <a:gd name="connsiteY717" fmla="*/ 671967 h 1002962"/>
              <a:gd name="connsiteX718" fmla="*/ 4208478 w 12210216"/>
              <a:gd name="connsiteY718" fmla="*/ 667318 h 1002962"/>
              <a:gd name="connsiteX719" fmla="*/ 4208478 w 12210216"/>
              <a:gd name="connsiteY719" fmla="*/ 660344 h 1002962"/>
              <a:gd name="connsiteX720" fmla="*/ 4217394 w 12210216"/>
              <a:gd name="connsiteY720" fmla="*/ 655694 h 1002962"/>
              <a:gd name="connsiteX721" fmla="*/ 4220366 w 12210216"/>
              <a:gd name="connsiteY721" fmla="*/ 641747 h 1002962"/>
              <a:gd name="connsiteX722" fmla="*/ 4226312 w 12210216"/>
              <a:gd name="connsiteY722" fmla="*/ 655694 h 1002962"/>
              <a:gd name="connsiteX723" fmla="*/ 4232255 w 12210216"/>
              <a:gd name="connsiteY723" fmla="*/ 660344 h 1002962"/>
              <a:gd name="connsiteX724" fmla="*/ 4232255 w 12210216"/>
              <a:gd name="connsiteY724" fmla="*/ 669642 h 1002962"/>
              <a:gd name="connsiteX725" fmla="*/ 4226312 w 12210216"/>
              <a:gd name="connsiteY725" fmla="*/ 671967 h 1002962"/>
              <a:gd name="connsiteX726" fmla="*/ 4241171 w 12210216"/>
              <a:gd name="connsiteY726" fmla="*/ 739382 h 1002962"/>
              <a:gd name="connsiteX727" fmla="*/ 4253059 w 12210216"/>
              <a:gd name="connsiteY727" fmla="*/ 739382 h 1002962"/>
              <a:gd name="connsiteX728" fmla="*/ 4261975 w 12210216"/>
              <a:gd name="connsiteY728" fmla="*/ 771927 h 1002962"/>
              <a:gd name="connsiteX729" fmla="*/ 4306555 w 12210216"/>
              <a:gd name="connsiteY729" fmla="*/ 778901 h 1002962"/>
              <a:gd name="connsiteX730" fmla="*/ 4306555 w 12210216"/>
              <a:gd name="connsiteY730" fmla="*/ 739382 h 1002962"/>
              <a:gd name="connsiteX731" fmla="*/ 4380856 w 12210216"/>
              <a:gd name="connsiteY731" fmla="*/ 739382 h 1002962"/>
              <a:gd name="connsiteX732" fmla="*/ 4410576 w 12210216"/>
              <a:gd name="connsiteY732" fmla="*/ 755654 h 1002962"/>
              <a:gd name="connsiteX733" fmla="*/ 4425436 w 12210216"/>
              <a:gd name="connsiteY733" fmla="*/ 755654 h 1002962"/>
              <a:gd name="connsiteX734" fmla="*/ 4440296 w 12210216"/>
              <a:gd name="connsiteY734" fmla="*/ 739382 h 1002962"/>
              <a:gd name="connsiteX735" fmla="*/ 4461100 w 12210216"/>
              <a:gd name="connsiteY735" fmla="*/ 739382 h 1002962"/>
              <a:gd name="connsiteX736" fmla="*/ 4461100 w 12210216"/>
              <a:gd name="connsiteY736" fmla="*/ 804472 h 1002962"/>
              <a:gd name="connsiteX737" fmla="*/ 4472988 w 12210216"/>
              <a:gd name="connsiteY737" fmla="*/ 806797 h 1002962"/>
              <a:gd name="connsiteX738" fmla="*/ 4472988 w 12210216"/>
              <a:gd name="connsiteY738" fmla="*/ 797498 h 1002962"/>
              <a:gd name="connsiteX739" fmla="*/ 4505680 w 12210216"/>
              <a:gd name="connsiteY739" fmla="*/ 797498 h 1002962"/>
              <a:gd name="connsiteX740" fmla="*/ 4505680 w 12210216"/>
              <a:gd name="connsiteY740" fmla="*/ 699863 h 1002962"/>
              <a:gd name="connsiteX741" fmla="*/ 4508652 w 12210216"/>
              <a:gd name="connsiteY741" fmla="*/ 697538 h 1002962"/>
              <a:gd name="connsiteX742" fmla="*/ 4577008 w 12210216"/>
              <a:gd name="connsiteY742" fmla="*/ 697538 h 1002962"/>
              <a:gd name="connsiteX743" fmla="*/ 4577008 w 12210216"/>
              <a:gd name="connsiteY743" fmla="*/ 685915 h 1002962"/>
              <a:gd name="connsiteX744" fmla="*/ 4606729 w 12210216"/>
              <a:gd name="connsiteY744" fmla="*/ 685915 h 1002962"/>
              <a:gd name="connsiteX745" fmla="*/ 4606729 w 12210216"/>
              <a:gd name="connsiteY745" fmla="*/ 676616 h 1002962"/>
              <a:gd name="connsiteX746" fmla="*/ 4666169 w 12210216"/>
              <a:gd name="connsiteY746" fmla="*/ 676616 h 1002962"/>
              <a:gd name="connsiteX747" fmla="*/ 4666169 w 12210216"/>
              <a:gd name="connsiteY747" fmla="*/ 697538 h 1002962"/>
              <a:gd name="connsiteX748" fmla="*/ 4689946 w 12210216"/>
              <a:gd name="connsiteY748" fmla="*/ 706837 h 1002962"/>
              <a:gd name="connsiteX749" fmla="*/ 4689946 w 12210216"/>
              <a:gd name="connsiteY749" fmla="*/ 737057 h 1002962"/>
              <a:gd name="connsiteX750" fmla="*/ 4704806 w 12210216"/>
              <a:gd name="connsiteY750" fmla="*/ 741706 h 1002962"/>
              <a:gd name="connsiteX751" fmla="*/ 4704806 w 12210216"/>
              <a:gd name="connsiteY751" fmla="*/ 732408 h 1002962"/>
              <a:gd name="connsiteX752" fmla="*/ 4716694 w 12210216"/>
              <a:gd name="connsiteY752" fmla="*/ 732408 h 1002962"/>
              <a:gd name="connsiteX753" fmla="*/ 4716694 w 12210216"/>
              <a:gd name="connsiteY753" fmla="*/ 725434 h 1002962"/>
              <a:gd name="connsiteX754" fmla="*/ 4704806 w 12210216"/>
              <a:gd name="connsiteY754" fmla="*/ 725434 h 1002962"/>
              <a:gd name="connsiteX755" fmla="*/ 4704806 w 12210216"/>
              <a:gd name="connsiteY755" fmla="*/ 716135 h 1002962"/>
              <a:gd name="connsiteX756" fmla="*/ 4716694 w 12210216"/>
              <a:gd name="connsiteY756" fmla="*/ 716135 h 1002962"/>
              <a:gd name="connsiteX757" fmla="*/ 4716694 w 12210216"/>
              <a:gd name="connsiteY757" fmla="*/ 706837 h 1002962"/>
              <a:gd name="connsiteX758" fmla="*/ 4704806 w 12210216"/>
              <a:gd name="connsiteY758" fmla="*/ 706837 h 1002962"/>
              <a:gd name="connsiteX759" fmla="*/ 4704806 w 12210216"/>
              <a:gd name="connsiteY759" fmla="*/ 697538 h 1002962"/>
              <a:gd name="connsiteX760" fmla="*/ 4716694 w 12210216"/>
              <a:gd name="connsiteY760" fmla="*/ 697538 h 1002962"/>
              <a:gd name="connsiteX761" fmla="*/ 4716694 w 12210216"/>
              <a:gd name="connsiteY761" fmla="*/ 690564 h 1002962"/>
              <a:gd name="connsiteX762" fmla="*/ 4704806 w 12210216"/>
              <a:gd name="connsiteY762" fmla="*/ 690564 h 1002962"/>
              <a:gd name="connsiteX763" fmla="*/ 4704806 w 12210216"/>
              <a:gd name="connsiteY763" fmla="*/ 681266 h 1002962"/>
              <a:gd name="connsiteX764" fmla="*/ 4716694 w 12210216"/>
              <a:gd name="connsiteY764" fmla="*/ 681266 h 1002962"/>
              <a:gd name="connsiteX765" fmla="*/ 4716694 w 12210216"/>
              <a:gd name="connsiteY765" fmla="*/ 671967 h 1002962"/>
              <a:gd name="connsiteX766" fmla="*/ 4704806 w 12210216"/>
              <a:gd name="connsiteY766" fmla="*/ 671967 h 1002962"/>
              <a:gd name="connsiteX767" fmla="*/ 4704806 w 12210216"/>
              <a:gd name="connsiteY767" fmla="*/ 664993 h 1002962"/>
              <a:gd name="connsiteX768" fmla="*/ 4716694 w 12210216"/>
              <a:gd name="connsiteY768" fmla="*/ 664993 h 1002962"/>
              <a:gd name="connsiteX769" fmla="*/ 4716694 w 12210216"/>
              <a:gd name="connsiteY769" fmla="*/ 655694 h 1002962"/>
              <a:gd name="connsiteX770" fmla="*/ 4704806 w 12210216"/>
              <a:gd name="connsiteY770" fmla="*/ 655694 h 1002962"/>
              <a:gd name="connsiteX771" fmla="*/ 4704806 w 12210216"/>
              <a:gd name="connsiteY771" fmla="*/ 646396 h 1002962"/>
              <a:gd name="connsiteX772" fmla="*/ 4716694 w 12210216"/>
              <a:gd name="connsiteY772" fmla="*/ 646396 h 1002962"/>
              <a:gd name="connsiteX773" fmla="*/ 4716694 w 12210216"/>
              <a:gd name="connsiteY773" fmla="*/ 637097 h 1002962"/>
              <a:gd name="connsiteX774" fmla="*/ 4704806 w 12210216"/>
              <a:gd name="connsiteY774" fmla="*/ 637097 h 1002962"/>
              <a:gd name="connsiteX775" fmla="*/ 4704806 w 12210216"/>
              <a:gd name="connsiteY775" fmla="*/ 630123 h 1002962"/>
              <a:gd name="connsiteX776" fmla="*/ 4716694 w 12210216"/>
              <a:gd name="connsiteY776" fmla="*/ 630123 h 1002962"/>
              <a:gd name="connsiteX777" fmla="*/ 4716694 w 12210216"/>
              <a:gd name="connsiteY777" fmla="*/ 620825 h 1002962"/>
              <a:gd name="connsiteX778" fmla="*/ 4704806 w 12210216"/>
              <a:gd name="connsiteY778" fmla="*/ 620825 h 1002962"/>
              <a:gd name="connsiteX779" fmla="*/ 4704806 w 12210216"/>
              <a:gd name="connsiteY779" fmla="*/ 611526 h 1002962"/>
              <a:gd name="connsiteX780" fmla="*/ 4716694 w 12210216"/>
              <a:gd name="connsiteY780" fmla="*/ 611526 h 1002962"/>
              <a:gd name="connsiteX781" fmla="*/ 4716694 w 12210216"/>
              <a:gd name="connsiteY781" fmla="*/ 604552 h 1002962"/>
              <a:gd name="connsiteX782" fmla="*/ 4704806 w 12210216"/>
              <a:gd name="connsiteY782" fmla="*/ 604552 h 1002962"/>
              <a:gd name="connsiteX783" fmla="*/ 4704806 w 12210216"/>
              <a:gd name="connsiteY783" fmla="*/ 595254 h 1002962"/>
              <a:gd name="connsiteX784" fmla="*/ 4716694 w 12210216"/>
              <a:gd name="connsiteY784" fmla="*/ 595254 h 1002962"/>
              <a:gd name="connsiteX785" fmla="*/ 4716694 w 12210216"/>
              <a:gd name="connsiteY785" fmla="*/ 585955 h 1002962"/>
              <a:gd name="connsiteX786" fmla="*/ 4704806 w 12210216"/>
              <a:gd name="connsiteY786" fmla="*/ 585955 h 1002962"/>
              <a:gd name="connsiteX787" fmla="*/ 4704806 w 12210216"/>
              <a:gd name="connsiteY787" fmla="*/ 576656 h 1002962"/>
              <a:gd name="connsiteX788" fmla="*/ 4716694 w 12210216"/>
              <a:gd name="connsiteY788" fmla="*/ 576656 h 1002962"/>
              <a:gd name="connsiteX789" fmla="*/ 4716694 w 12210216"/>
              <a:gd name="connsiteY789" fmla="*/ 569682 h 1002962"/>
              <a:gd name="connsiteX790" fmla="*/ 4704806 w 12210216"/>
              <a:gd name="connsiteY790" fmla="*/ 569682 h 1002962"/>
              <a:gd name="connsiteX791" fmla="*/ 4704806 w 12210216"/>
              <a:gd name="connsiteY791" fmla="*/ 560384 h 1002962"/>
              <a:gd name="connsiteX792" fmla="*/ 4716694 w 12210216"/>
              <a:gd name="connsiteY792" fmla="*/ 560384 h 1002962"/>
              <a:gd name="connsiteX793" fmla="*/ 4716694 w 12210216"/>
              <a:gd name="connsiteY793" fmla="*/ 551085 h 1002962"/>
              <a:gd name="connsiteX794" fmla="*/ 4704806 w 12210216"/>
              <a:gd name="connsiteY794" fmla="*/ 551085 h 1002962"/>
              <a:gd name="connsiteX795" fmla="*/ 4704806 w 12210216"/>
              <a:gd name="connsiteY795" fmla="*/ 541787 h 1002962"/>
              <a:gd name="connsiteX796" fmla="*/ 4716694 w 12210216"/>
              <a:gd name="connsiteY796" fmla="*/ 541787 h 1002962"/>
              <a:gd name="connsiteX797" fmla="*/ 4716694 w 12210216"/>
              <a:gd name="connsiteY797" fmla="*/ 534813 h 1002962"/>
              <a:gd name="connsiteX798" fmla="*/ 4704806 w 12210216"/>
              <a:gd name="connsiteY798" fmla="*/ 534813 h 1002962"/>
              <a:gd name="connsiteX799" fmla="*/ 4704806 w 12210216"/>
              <a:gd name="connsiteY799" fmla="*/ 525514 h 1002962"/>
              <a:gd name="connsiteX800" fmla="*/ 4716694 w 12210216"/>
              <a:gd name="connsiteY800" fmla="*/ 525514 h 1002962"/>
              <a:gd name="connsiteX801" fmla="*/ 4704806 w 12210216"/>
              <a:gd name="connsiteY801" fmla="*/ 511566 h 1002962"/>
              <a:gd name="connsiteX802" fmla="*/ 4704806 w 12210216"/>
              <a:gd name="connsiteY802" fmla="*/ 474372 h 1002962"/>
              <a:gd name="connsiteX803" fmla="*/ 4903930 w 12210216"/>
              <a:gd name="connsiteY803" fmla="*/ 474372 h 1002962"/>
              <a:gd name="connsiteX804" fmla="*/ 4921763 w 12210216"/>
              <a:gd name="connsiteY804" fmla="*/ 495294 h 1002962"/>
              <a:gd name="connsiteX805" fmla="*/ 4921763 w 12210216"/>
              <a:gd name="connsiteY805" fmla="*/ 541787 h 1002962"/>
              <a:gd name="connsiteX806" fmla="*/ 4909874 w 12210216"/>
              <a:gd name="connsiteY806" fmla="*/ 541787 h 1002962"/>
              <a:gd name="connsiteX807" fmla="*/ 4909874 w 12210216"/>
              <a:gd name="connsiteY807" fmla="*/ 551085 h 1002962"/>
              <a:gd name="connsiteX808" fmla="*/ 4921763 w 12210216"/>
              <a:gd name="connsiteY808" fmla="*/ 551085 h 1002962"/>
              <a:gd name="connsiteX809" fmla="*/ 4921763 w 12210216"/>
              <a:gd name="connsiteY809" fmla="*/ 560384 h 1002962"/>
              <a:gd name="connsiteX810" fmla="*/ 4909874 w 12210216"/>
              <a:gd name="connsiteY810" fmla="*/ 560384 h 1002962"/>
              <a:gd name="connsiteX811" fmla="*/ 4909874 w 12210216"/>
              <a:gd name="connsiteY811" fmla="*/ 569682 h 1002962"/>
              <a:gd name="connsiteX812" fmla="*/ 4921763 w 12210216"/>
              <a:gd name="connsiteY812" fmla="*/ 569682 h 1002962"/>
              <a:gd name="connsiteX813" fmla="*/ 4921763 w 12210216"/>
              <a:gd name="connsiteY813" fmla="*/ 576656 h 1002962"/>
              <a:gd name="connsiteX814" fmla="*/ 4909874 w 12210216"/>
              <a:gd name="connsiteY814" fmla="*/ 576656 h 1002962"/>
              <a:gd name="connsiteX815" fmla="*/ 4909874 w 12210216"/>
              <a:gd name="connsiteY815" fmla="*/ 585955 h 1002962"/>
              <a:gd name="connsiteX816" fmla="*/ 4921763 w 12210216"/>
              <a:gd name="connsiteY816" fmla="*/ 585955 h 1002962"/>
              <a:gd name="connsiteX817" fmla="*/ 4921763 w 12210216"/>
              <a:gd name="connsiteY817" fmla="*/ 595254 h 1002962"/>
              <a:gd name="connsiteX818" fmla="*/ 4909874 w 12210216"/>
              <a:gd name="connsiteY818" fmla="*/ 595254 h 1002962"/>
              <a:gd name="connsiteX819" fmla="*/ 4909874 w 12210216"/>
              <a:gd name="connsiteY819" fmla="*/ 604552 h 1002962"/>
              <a:gd name="connsiteX820" fmla="*/ 4921763 w 12210216"/>
              <a:gd name="connsiteY820" fmla="*/ 604552 h 1002962"/>
              <a:gd name="connsiteX821" fmla="*/ 4921763 w 12210216"/>
              <a:gd name="connsiteY821" fmla="*/ 611526 h 1002962"/>
              <a:gd name="connsiteX822" fmla="*/ 4909874 w 12210216"/>
              <a:gd name="connsiteY822" fmla="*/ 611526 h 1002962"/>
              <a:gd name="connsiteX823" fmla="*/ 4909874 w 12210216"/>
              <a:gd name="connsiteY823" fmla="*/ 620825 h 1002962"/>
              <a:gd name="connsiteX824" fmla="*/ 4921763 w 12210216"/>
              <a:gd name="connsiteY824" fmla="*/ 620825 h 1002962"/>
              <a:gd name="connsiteX825" fmla="*/ 4921763 w 12210216"/>
              <a:gd name="connsiteY825" fmla="*/ 630123 h 1002962"/>
              <a:gd name="connsiteX826" fmla="*/ 4909874 w 12210216"/>
              <a:gd name="connsiteY826" fmla="*/ 630123 h 1002962"/>
              <a:gd name="connsiteX827" fmla="*/ 4909874 w 12210216"/>
              <a:gd name="connsiteY827" fmla="*/ 637097 h 1002962"/>
              <a:gd name="connsiteX828" fmla="*/ 4921763 w 12210216"/>
              <a:gd name="connsiteY828" fmla="*/ 637097 h 1002962"/>
              <a:gd name="connsiteX829" fmla="*/ 4921763 w 12210216"/>
              <a:gd name="connsiteY829" fmla="*/ 646396 h 1002962"/>
              <a:gd name="connsiteX830" fmla="*/ 4909874 w 12210216"/>
              <a:gd name="connsiteY830" fmla="*/ 646396 h 1002962"/>
              <a:gd name="connsiteX831" fmla="*/ 4909874 w 12210216"/>
              <a:gd name="connsiteY831" fmla="*/ 655694 h 1002962"/>
              <a:gd name="connsiteX832" fmla="*/ 4921763 w 12210216"/>
              <a:gd name="connsiteY832" fmla="*/ 655694 h 1002962"/>
              <a:gd name="connsiteX833" fmla="*/ 4921763 w 12210216"/>
              <a:gd name="connsiteY833" fmla="*/ 664993 h 1002962"/>
              <a:gd name="connsiteX834" fmla="*/ 4909874 w 12210216"/>
              <a:gd name="connsiteY834" fmla="*/ 664993 h 1002962"/>
              <a:gd name="connsiteX835" fmla="*/ 4909874 w 12210216"/>
              <a:gd name="connsiteY835" fmla="*/ 671967 h 1002962"/>
              <a:gd name="connsiteX836" fmla="*/ 4921763 w 12210216"/>
              <a:gd name="connsiteY836" fmla="*/ 671967 h 1002962"/>
              <a:gd name="connsiteX837" fmla="*/ 4921763 w 12210216"/>
              <a:gd name="connsiteY837" fmla="*/ 681266 h 1002962"/>
              <a:gd name="connsiteX838" fmla="*/ 4909874 w 12210216"/>
              <a:gd name="connsiteY838" fmla="*/ 681266 h 1002962"/>
              <a:gd name="connsiteX839" fmla="*/ 4909874 w 12210216"/>
              <a:gd name="connsiteY839" fmla="*/ 690564 h 1002962"/>
              <a:gd name="connsiteX840" fmla="*/ 4921763 w 12210216"/>
              <a:gd name="connsiteY840" fmla="*/ 690564 h 1002962"/>
              <a:gd name="connsiteX841" fmla="*/ 4921763 w 12210216"/>
              <a:gd name="connsiteY841" fmla="*/ 697538 h 1002962"/>
              <a:gd name="connsiteX842" fmla="*/ 4909874 w 12210216"/>
              <a:gd name="connsiteY842" fmla="*/ 697538 h 1002962"/>
              <a:gd name="connsiteX843" fmla="*/ 4909874 w 12210216"/>
              <a:gd name="connsiteY843" fmla="*/ 706837 h 1002962"/>
              <a:gd name="connsiteX844" fmla="*/ 4921763 w 12210216"/>
              <a:gd name="connsiteY844" fmla="*/ 706837 h 1002962"/>
              <a:gd name="connsiteX845" fmla="*/ 4921763 w 12210216"/>
              <a:gd name="connsiteY845" fmla="*/ 716135 h 1002962"/>
              <a:gd name="connsiteX846" fmla="*/ 4909874 w 12210216"/>
              <a:gd name="connsiteY846" fmla="*/ 716135 h 1002962"/>
              <a:gd name="connsiteX847" fmla="*/ 4909874 w 12210216"/>
              <a:gd name="connsiteY847" fmla="*/ 725434 h 1002962"/>
              <a:gd name="connsiteX848" fmla="*/ 4921763 w 12210216"/>
              <a:gd name="connsiteY848" fmla="*/ 725434 h 1002962"/>
              <a:gd name="connsiteX849" fmla="*/ 4921763 w 12210216"/>
              <a:gd name="connsiteY849" fmla="*/ 732408 h 1002962"/>
              <a:gd name="connsiteX850" fmla="*/ 4909874 w 12210216"/>
              <a:gd name="connsiteY850" fmla="*/ 732408 h 1002962"/>
              <a:gd name="connsiteX851" fmla="*/ 4909874 w 12210216"/>
              <a:gd name="connsiteY851" fmla="*/ 741706 h 1002962"/>
              <a:gd name="connsiteX852" fmla="*/ 4942567 w 12210216"/>
              <a:gd name="connsiteY852" fmla="*/ 762628 h 1002962"/>
              <a:gd name="connsiteX853" fmla="*/ 4942567 w 12210216"/>
              <a:gd name="connsiteY853" fmla="*/ 767278 h 1002962"/>
              <a:gd name="connsiteX854" fmla="*/ 4930679 w 12210216"/>
              <a:gd name="connsiteY854" fmla="*/ 767278 h 1002962"/>
              <a:gd name="connsiteX855" fmla="*/ 4930679 w 12210216"/>
              <a:gd name="connsiteY855" fmla="*/ 792849 h 1002962"/>
              <a:gd name="connsiteX856" fmla="*/ 4942567 w 12210216"/>
              <a:gd name="connsiteY856" fmla="*/ 792849 h 1002962"/>
              <a:gd name="connsiteX857" fmla="*/ 4942567 w 12210216"/>
              <a:gd name="connsiteY857" fmla="*/ 781225 h 1002962"/>
              <a:gd name="connsiteX858" fmla="*/ 4954455 w 12210216"/>
              <a:gd name="connsiteY858" fmla="*/ 776576 h 1002962"/>
              <a:gd name="connsiteX859" fmla="*/ 4975259 w 12210216"/>
              <a:gd name="connsiteY859" fmla="*/ 776576 h 1002962"/>
              <a:gd name="connsiteX860" fmla="*/ 4975259 w 12210216"/>
              <a:gd name="connsiteY860" fmla="*/ 785875 h 1002962"/>
              <a:gd name="connsiteX861" fmla="*/ 4993091 w 12210216"/>
              <a:gd name="connsiteY861" fmla="*/ 785875 h 1002962"/>
              <a:gd name="connsiteX862" fmla="*/ 4993091 w 12210216"/>
              <a:gd name="connsiteY862" fmla="*/ 790524 h 1002962"/>
              <a:gd name="connsiteX863" fmla="*/ 5004979 w 12210216"/>
              <a:gd name="connsiteY863" fmla="*/ 790524 h 1002962"/>
              <a:gd name="connsiteX864" fmla="*/ 5018771 w 12210216"/>
              <a:gd name="connsiteY864" fmla="*/ 804254 h 1002962"/>
              <a:gd name="connsiteX865" fmla="*/ 5028884 w 12210216"/>
              <a:gd name="connsiteY865" fmla="*/ 814322 h 1002962"/>
              <a:gd name="connsiteX866" fmla="*/ 5070363 w 12210216"/>
              <a:gd name="connsiteY866" fmla="*/ 814322 h 1002962"/>
              <a:gd name="connsiteX867" fmla="*/ 5070363 w 12210216"/>
              <a:gd name="connsiteY867" fmla="*/ 802147 h 1002962"/>
              <a:gd name="connsiteX868" fmla="*/ 5120887 w 12210216"/>
              <a:gd name="connsiteY868" fmla="*/ 802147 h 1002962"/>
              <a:gd name="connsiteX869" fmla="*/ 5120887 w 12210216"/>
              <a:gd name="connsiteY869" fmla="*/ 727759 h 1002962"/>
              <a:gd name="connsiteX870" fmla="*/ 5168440 w 12210216"/>
              <a:gd name="connsiteY870" fmla="*/ 727759 h 1002962"/>
              <a:gd name="connsiteX871" fmla="*/ 5168440 w 12210216"/>
              <a:gd name="connsiteY871" fmla="*/ 720785 h 1002962"/>
              <a:gd name="connsiteX872" fmla="*/ 5198160 w 12210216"/>
              <a:gd name="connsiteY872" fmla="*/ 720785 h 1002962"/>
              <a:gd name="connsiteX873" fmla="*/ 5198160 w 12210216"/>
              <a:gd name="connsiteY873" fmla="*/ 681266 h 1002962"/>
              <a:gd name="connsiteX874" fmla="*/ 5192216 w 12210216"/>
              <a:gd name="connsiteY874" fmla="*/ 681266 h 1002962"/>
              <a:gd name="connsiteX875" fmla="*/ 5192216 w 12210216"/>
              <a:gd name="connsiteY875" fmla="*/ 667318 h 1002962"/>
              <a:gd name="connsiteX876" fmla="*/ 5198160 w 12210216"/>
              <a:gd name="connsiteY876" fmla="*/ 669642 h 1002962"/>
              <a:gd name="connsiteX877" fmla="*/ 5204104 w 12210216"/>
              <a:gd name="connsiteY877" fmla="*/ 646396 h 1002962"/>
              <a:gd name="connsiteX878" fmla="*/ 5210048 w 12210216"/>
              <a:gd name="connsiteY878" fmla="*/ 669642 h 1002962"/>
              <a:gd name="connsiteX879" fmla="*/ 5213020 w 12210216"/>
              <a:gd name="connsiteY879" fmla="*/ 667318 h 1002962"/>
              <a:gd name="connsiteX880" fmla="*/ 5215992 w 12210216"/>
              <a:gd name="connsiteY880" fmla="*/ 660344 h 1002962"/>
              <a:gd name="connsiteX881" fmla="*/ 5221936 w 12210216"/>
              <a:gd name="connsiteY881" fmla="*/ 651045 h 1002962"/>
              <a:gd name="connsiteX882" fmla="*/ 5227880 w 12210216"/>
              <a:gd name="connsiteY882" fmla="*/ 641747 h 1002962"/>
              <a:gd name="connsiteX883" fmla="*/ 5242740 w 12210216"/>
              <a:gd name="connsiteY883" fmla="*/ 634773 h 1002962"/>
              <a:gd name="connsiteX884" fmla="*/ 5260572 w 12210216"/>
              <a:gd name="connsiteY884" fmla="*/ 625474 h 1002962"/>
              <a:gd name="connsiteX885" fmla="*/ 5269488 w 12210216"/>
              <a:gd name="connsiteY885" fmla="*/ 616175 h 1002962"/>
              <a:gd name="connsiteX886" fmla="*/ 5275432 w 12210216"/>
              <a:gd name="connsiteY886" fmla="*/ 599903 h 1002962"/>
              <a:gd name="connsiteX887" fmla="*/ 5281376 w 12210216"/>
              <a:gd name="connsiteY887" fmla="*/ 616175 h 1002962"/>
              <a:gd name="connsiteX888" fmla="*/ 5287320 w 12210216"/>
              <a:gd name="connsiteY888" fmla="*/ 623149 h 1002962"/>
              <a:gd name="connsiteX889" fmla="*/ 5302180 w 12210216"/>
              <a:gd name="connsiteY889" fmla="*/ 632448 h 1002962"/>
              <a:gd name="connsiteX890" fmla="*/ 5314069 w 12210216"/>
              <a:gd name="connsiteY890" fmla="*/ 641747 h 1002962"/>
              <a:gd name="connsiteX891" fmla="*/ 5325957 w 12210216"/>
              <a:gd name="connsiteY891" fmla="*/ 651045 h 1002962"/>
              <a:gd name="connsiteX892" fmla="*/ 5328929 w 12210216"/>
              <a:gd name="connsiteY892" fmla="*/ 660344 h 1002962"/>
              <a:gd name="connsiteX893" fmla="*/ 5331901 w 12210216"/>
              <a:gd name="connsiteY893" fmla="*/ 669642 h 1002962"/>
              <a:gd name="connsiteX894" fmla="*/ 5337845 w 12210216"/>
              <a:gd name="connsiteY894" fmla="*/ 669642 h 1002962"/>
              <a:gd name="connsiteX895" fmla="*/ 5340817 w 12210216"/>
              <a:gd name="connsiteY895" fmla="*/ 646396 h 1002962"/>
              <a:gd name="connsiteX896" fmla="*/ 5346761 w 12210216"/>
              <a:gd name="connsiteY896" fmla="*/ 669642 h 1002962"/>
              <a:gd name="connsiteX897" fmla="*/ 5352705 w 12210216"/>
              <a:gd name="connsiteY897" fmla="*/ 669642 h 1002962"/>
              <a:gd name="connsiteX898" fmla="*/ 5352705 w 12210216"/>
              <a:gd name="connsiteY898" fmla="*/ 683590 h 1002962"/>
              <a:gd name="connsiteX899" fmla="*/ 5346761 w 12210216"/>
              <a:gd name="connsiteY899" fmla="*/ 683590 h 1002962"/>
              <a:gd name="connsiteX900" fmla="*/ 5346761 w 12210216"/>
              <a:gd name="connsiteY900" fmla="*/ 716135 h 1002962"/>
              <a:gd name="connsiteX901" fmla="*/ 5358649 w 12210216"/>
              <a:gd name="connsiteY901" fmla="*/ 716135 h 1002962"/>
              <a:gd name="connsiteX902" fmla="*/ 5358649 w 12210216"/>
              <a:gd name="connsiteY902" fmla="*/ 720785 h 1002962"/>
              <a:gd name="connsiteX903" fmla="*/ 5367565 w 12210216"/>
              <a:gd name="connsiteY903" fmla="*/ 720785 h 1002962"/>
              <a:gd name="connsiteX904" fmla="*/ 5367565 w 12210216"/>
              <a:gd name="connsiteY904" fmla="*/ 711486 h 1002962"/>
              <a:gd name="connsiteX905" fmla="*/ 5391342 w 12210216"/>
              <a:gd name="connsiteY905" fmla="*/ 711486 h 1002962"/>
              <a:gd name="connsiteX906" fmla="*/ 5391342 w 12210216"/>
              <a:gd name="connsiteY906" fmla="*/ 695213 h 1002962"/>
              <a:gd name="connsiteX907" fmla="*/ 5441865 w 12210216"/>
              <a:gd name="connsiteY907" fmla="*/ 695213 h 1002962"/>
              <a:gd name="connsiteX908" fmla="*/ 5441865 w 12210216"/>
              <a:gd name="connsiteY908" fmla="*/ 706837 h 1002962"/>
              <a:gd name="connsiteX909" fmla="*/ 5468614 w 12210216"/>
              <a:gd name="connsiteY909" fmla="*/ 706837 h 1002962"/>
              <a:gd name="connsiteX910" fmla="*/ 5468614 w 12210216"/>
              <a:gd name="connsiteY910" fmla="*/ 725434 h 1002962"/>
              <a:gd name="connsiteX911" fmla="*/ 5462670 w 12210216"/>
              <a:gd name="connsiteY911" fmla="*/ 725434 h 1002962"/>
              <a:gd name="connsiteX912" fmla="*/ 5462670 w 12210216"/>
              <a:gd name="connsiteY912" fmla="*/ 732408 h 1002962"/>
              <a:gd name="connsiteX913" fmla="*/ 5468614 w 12210216"/>
              <a:gd name="connsiteY913" fmla="*/ 732408 h 1002962"/>
              <a:gd name="connsiteX914" fmla="*/ 5468614 w 12210216"/>
              <a:gd name="connsiteY914" fmla="*/ 746356 h 1002962"/>
              <a:gd name="connsiteX915" fmla="*/ 5462670 w 12210216"/>
              <a:gd name="connsiteY915" fmla="*/ 751005 h 1002962"/>
              <a:gd name="connsiteX916" fmla="*/ 5462670 w 12210216"/>
              <a:gd name="connsiteY916" fmla="*/ 806797 h 1002962"/>
              <a:gd name="connsiteX917" fmla="*/ 5483473 w 12210216"/>
              <a:gd name="connsiteY917" fmla="*/ 806797 h 1002962"/>
              <a:gd name="connsiteX918" fmla="*/ 5483473 w 12210216"/>
              <a:gd name="connsiteY918" fmla="*/ 811446 h 1002962"/>
              <a:gd name="connsiteX919" fmla="*/ 5501306 w 12210216"/>
              <a:gd name="connsiteY919" fmla="*/ 811446 h 1002962"/>
              <a:gd name="connsiteX920" fmla="*/ 5501306 w 12210216"/>
              <a:gd name="connsiteY920" fmla="*/ 813480 h 1002962"/>
              <a:gd name="connsiteX921" fmla="*/ 5501306 w 12210216"/>
              <a:gd name="connsiteY921" fmla="*/ 814322 h 1002962"/>
              <a:gd name="connsiteX922" fmla="*/ 5519138 w 12210216"/>
              <a:gd name="connsiteY922" fmla="*/ 814322 h 1002962"/>
              <a:gd name="connsiteX923" fmla="*/ 5519138 w 12210216"/>
              <a:gd name="connsiteY923" fmla="*/ 811446 h 1002962"/>
              <a:gd name="connsiteX924" fmla="*/ 5539942 w 12210216"/>
              <a:gd name="connsiteY924" fmla="*/ 802147 h 1002962"/>
              <a:gd name="connsiteX925" fmla="*/ 5539942 w 12210216"/>
              <a:gd name="connsiteY925" fmla="*/ 781225 h 1002962"/>
              <a:gd name="connsiteX926" fmla="*/ 5533998 w 12210216"/>
              <a:gd name="connsiteY926" fmla="*/ 781225 h 1002962"/>
              <a:gd name="connsiteX927" fmla="*/ 5533998 w 12210216"/>
              <a:gd name="connsiteY927" fmla="*/ 757979 h 1002962"/>
              <a:gd name="connsiteX928" fmla="*/ 5545886 w 12210216"/>
              <a:gd name="connsiteY928" fmla="*/ 757979 h 1002962"/>
              <a:gd name="connsiteX929" fmla="*/ 5545886 w 12210216"/>
              <a:gd name="connsiteY929" fmla="*/ 755654 h 1002962"/>
              <a:gd name="connsiteX930" fmla="*/ 5572634 w 12210216"/>
              <a:gd name="connsiteY930" fmla="*/ 755654 h 1002962"/>
              <a:gd name="connsiteX931" fmla="*/ 5572634 w 12210216"/>
              <a:gd name="connsiteY931" fmla="*/ 746356 h 1002962"/>
              <a:gd name="connsiteX932" fmla="*/ 5590466 w 12210216"/>
              <a:gd name="connsiteY932" fmla="*/ 746356 h 1002962"/>
              <a:gd name="connsiteX933" fmla="*/ 5590466 w 12210216"/>
              <a:gd name="connsiteY933" fmla="*/ 630123 h 1002962"/>
              <a:gd name="connsiteX934" fmla="*/ 5602354 w 12210216"/>
              <a:gd name="connsiteY934" fmla="*/ 630123 h 1002962"/>
              <a:gd name="connsiteX935" fmla="*/ 5602354 w 12210216"/>
              <a:gd name="connsiteY935" fmla="*/ 611526 h 1002962"/>
              <a:gd name="connsiteX936" fmla="*/ 5605326 w 12210216"/>
              <a:gd name="connsiteY936" fmla="*/ 611526 h 1002962"/>
              <a:gd name="connsiteX937" fmla="*/ 5605326 w 12210216"/>
              <a:gd name="connsiteY937" fmla="*/ 565033 h 1002962"/>
              <a:gd name="connsiteX938" fmla="*/ 5617215 w 12210216"/>
              <a:gd name="connsiteY938" fmla="*/ 565033 h 1002962"/>
              <a:gd name="connsiteX939" fmla="*/ 5617215 w 12210216"/>
              <a:gd name="connsiteY939" fmla="*/ 574332 h 1002962"/>
              <a:gd name="connsiteX940" fmla="*/ 5623159 w 12210216"/>
              <a:gd name="connsiteY940" fmla="*/ 574332 h 1002962"/>
              <a:gd name="connsiteX941" fmla="*/ 5623159 w 12210216"/>
              <a:gd name="connsiteY941" fmla="*/ 555735 h 1002962"/>
              <a:gd name="connsiteX942" fmla="*/ 5638018 w 12210216"/>
              <a:gd name="connsiteY942" fmla="*/ 551085 h 1002962"/>
              <a:gd name="connsiteX943" fmla="*/ 5649906 w 12210216"/>
              <a:gd name="connsiteY943" fmla="*/ 555735 h 1002962"/>
              <a:gd name="connsiteX944" fmla="*/ 5667738 w 12210216"/>
              <a:gd name="connsiteY944" fmla="*/ 555735 h 1002962"/>
              <a:gd name="connsiteX945" fmla="*/ 5667738 w 12210216"/>
              <a:gd name="connsiteY945" fmla="*/ 525514 h 1002962"/>
              <a:gd name="connsiteX946" fmla="*/ 5679627 w 12210216"/>
              <a:gd name="connsiteY946" fmla="*/ 525514 h 1002962"/>
              <a:gd name="connsiteX947" fmla="*/ 5679627 w 12210216"/>
              <a:gd name="connsiteY947" fmla="*/ 530163 h 1002962"/>
              <a:gd name="connsiteX948" fmla="*/ 5694487 w 12210216"/>
              <a:gd name="connsiteY948" fmla="*/ 530163 h 1002962"/>
              <a:gd name="connsiteX949" fmla="*/ 5694487 w 12210216"/>
              <a:gd name="connsiteY949" fmla="*/ 525514 h 1002962"/>
              <a:gd name="connsiteX950" fmla="*/ 5706375 w 12210216"/>
              <a:gd name="connsiteY950" fmla="*/ 525514 h 1002962"/>
              <a:gd name="connsiteX951" fmla="*/ 5706375 w 12210216"/>
              <a:gd name="connsiteY951" fmla="*/ 560384 h 1002962"/>
              <a:gd name="connsiteX952" fmla="*/ 5721235 w 12210216"/>
              <a:gd name="connsiteY952" fmla="*/ 569682 h 1002962"/>
              <a:gd name="connsiteX953" fmla="*/ 5721235 w 12210216"/>
              <a:gd name="connsiteY953" fmla="*/ 574332 h 1002962"/>
              <a:gd name="connsiteX954" fmla="*/ 5718263 w 12210216"/>
              <a:gd name="connsiteY954" fmla="*/ 574332 h 1002962"/>
              <a:gd name="connsiteX955" fmla="*/ 5718263 w 12210216"/>
              <a:gd name="connsiteY955" fmla="*/ 576656 h 1002962"/>
              <a:gd name="connsiteX956" fmla="*/ 5750955 w 12210216"/>
              <a:gd name="connsiteY956" fmla="*/ 576656 h 1002962"/>
              <a:gd name="connsiteX957" fmla="*/ 5750955 w 12210216"/>
              <a:gd name="connsiteY957" fmla="*/ 565033 h 1002962"/>
              <a:gd name="connsiteX958" fmla="*/ 5789591 w 12210216"/>
              <a:gd name="connsiteY958" fmla="*/ 555735 h 1002962"/>
              <a:gd name="connsiteX959" fmla="*/ 5789591 w 12210216"/>
              <a:gd name="connsiteY959" fmla="*/ 546436 h 1002962"/>
              <a:gd name="connsiteX960" fmla="*/ 5798507 w 12210216"/>
              <a:gd name="connsiteY960" fmla="*/ 546436 h 1002962"/>
              <a:gd name="connsiteX961" fmla="*/ 5798507 w 12210216"/>
              <a:gd name="connsiteY961" fmla="*/ 539462 h 1002962"/>
              <a:gd name="connsiteX962" fmla="*/ 5822283 w 12210216"/>
              <a:gd name="connsiteY962" fmla="*/ 539462 h 1002962"/>
              <a:gd name="connsiteX963" fmla="*/ 5822283 w 12210216"/>
              <a:gd name="connsiteY963" fmla="*/ 546436 h 1002962"/>
              <a:gd name="connsiteX964" fmla="*/ 5840116 w 12210216"/>
              <a:gd name="connsiteY964" fmla="*/ 546436 h 1002962"/>
              <a:gd name="connsiteX965" fmla="*/ 5840116 w 12210216"/>
              <a:gd name="connsiteY965" fmla="*/ 560384 h 1002962"/>
              <a:gd name="connsiteX966" fmla="*/ 5872808 w 12210216"/>
              <a:gd name="connsiteY966" fmla="*/ 560384 h 1002962"/>
              <a:gd name="connsiteX967" fmla="*/ 5872808 w 12210216"/>
              <a:gd name="connsiteY967" fmla="*/ 551085 h 1002962"/>
              <a:gd name="connsiteX968" fmla="*/ 5887668 w 12210216"/>
              <a:gd name="connsiteY968" fmla="*/ 551085 h 1002962"/>
              <a:gd name="connsiteX969" fmla="*/ 5887668 w 12210216"/>
              <a:gd name="connsiteY969" fmla="*/ 541787 h 1002962"/>
              <a:gd name="connsiteX970" fmla="*/ 5905500 w 12210216"/>
              <a:gd name="connsiteY970" fmla="*/ 541787 h 1002962"/>
              <a:gd name="connsiteX971" fmla="*/ 5905500 w 12210216"/>
              <a:gd name="connsiteY971" fmla="*/ 551085 h 1002962"/>
              <a:gd name="connsiteX972" fmla="*/ 5911444 w 12210216"/>
              <a:gd name="connsiteY972" fmla="*/ 551085 h 1002962"/>
              <a:gd name="connsiteX973" fmla="*/ 5911444 w 12210216"/>
              <a:gd name="connsiteY973" fmla="*/ 495294 h 1002962"/>
              <a:gd name="connsiteX974" fmla="*/ 6045185 w 12210216"/>
              <a:gd name="connsiteY974" fmla="*/ 495294 h 1002962"/>
              <a:gd name="connsiteX975" fmla="*/ 6045185 w 12210216"/>
              <a:gd name="connsiteY975" fmla="*/ 569682 h 1002962"/>
              <a:gd name="connsiteX976" fmla="*/ 6068961 w 12210216"/>
              <a:gd name="connsiteY976" fmla="*/ 569682 h 1002962"/>
              <a:gd name="connsiteX977" fmla="*/ 6068961 w 12210216"/>
              <a:gd name="connsiteY977" fmla="*/ 485995 h 1002962"/>
              <a:gd name="connsiteX978" fmla="*/ 6098681 w 12210216"/>
              <a:gd name="connsiteY978" fmla="*/ 474372 h 1002962"/>
              <a:gd name="connsiteX979" fmla="*/ 6137317 w 12210216"/>
              <a:gd name="connsiteY979" fmla="*/ 474372 h 1002962"/>
              <a:gd name="connsiteX980" fmla="*/ 6158121 w 12210216"/>
              <a:gd name="connsiteY980" fmla="*/ 460424 h 1002962"/>
              <a:gd name="connsiteX981" fmla="*/ 6208645 w 12210216"/>
              <a:gd name="connsiteY981" fmla="*/ 460424 h 1002962"/>
              <a:gd name="connsiteX982" fmla="*/ 6208645 w 12210216"/>
              <a:gd name="connsiteY982" fmla="*/ 474372 h 1002962"/>
              <a:gd name="connsiteX983" fmla="*/ 6259170 w 12210216"/>
              <a:gd name="connsiteY983" fmla="*/ 474372 h 1002962"/>
              <a:gd name="connsiteX984" fmla="*/ 6259170 w 12210216"/>
              <a:gd name="connsiteY984" fmla="*/ 565033 h 1002962"/>
              <a:gd name="connsiteX985" fmla="*/ 6274030 w 12210216"/>
              <a:gd name="connsiteY985" fmla="*/ 565033 h 1002962"/>
              <a:gd name="connsiteX986" fmla="*/ 6274030 w 12210216"/>
              <a:gd name="connsiteY986" fmla="*/ 697538 h 1002962"/>
              <a:gd name="connsiteX987" fmla="*/ 6297806 w 12210216"/>
              <a:gd name="connsiteY987" fmla="*/ 697538 h 1002962"/>
              <a:gd name="connsiteX988" fmla="*/ 6297806 w 12210216"/>
              <a:gd name="connsiteY988" fmla="*/ 611526 h 1002962"/>
              <a:gd name="connsiteX989" fmla="*/ 6306722 w 12210216"/>
              <a:gd name="connsiteY989" fmla="*/ 606877 h 1002962"/>
              <a:gd name="connsiteX990" fmla="*/ 6312666 w 12210216"/>
              <a:gd name="connsiteY990" fmla="*/ 606877 h 1002962"/>
              <a:gd name="connsiteX991" fmla="*/ 6312666 w 12210216"/>
              <a:gd name="connsiteY991" fmla="*/ 616175 h 1002962"/>
              <a:gd name="connsiteX992" fmla="*/ 6336442 w 12210216"/>
              <a:gd name="connsiteY992" fmla="*/ 606877 h 1002962"/>
              <a:gd name="connsiteX993" fmla="*/ 6357246 w 12210216"/>
              <a:gd name="connsiteY993" fmla="*/ 606877 h 1002962"/>
              <a:gd name="connsiteX994" fmla="*/ 6357246 w 12210216"/>
              <a:gd name="connsiteY994" fmla="*/ 764953 h 1002962"/>
              <a:gd name="connsiteX995" fmla="*/ 6398854 w 12210216"/>
              <a:gd name="connsiteY995" fmla="*/ 769602 h 1002962"/>
              <a:gd name="connsiteX996" fmla="*/ 6398854 w 12210216"/>
              <a:gd name="connsiteY996" fmla="*/ 762628 h 1002962"/>
              <a:gd name="connsiteX997" fmla="*/ 6443435 w 12210216"/>
              <a:gd name="connsiteY997" fmla="*/ 762628 h 1002962"/>
              <a:gd name="connsiteX998" fmla="*/ 6443435 w 12210216"/>
              <a:gd name="connsiteY998" fmla="*/ 732408 h 1002962"/>
              <a:gd name="connsiteX999" fmla="*/ 6455323 w 12210216"/>
              <a:gd name="connsiteY999" fmla="*/ 732408 h 1002962"/>
              <a:gd name="connsiteX1000" fmla="*/ 6455323 w 12210216"/>
              <a:gd name="connsiteY1000" fmla="*/ 692889 h 1002962"/>
              <a:gd name="connsiteX1001" fmla="*/ 6464239 w 12210216"/>
              <a:gd name="connsiteY1001" fmla="*/ 692889 h 1002962"/>
              <a:gd name="connsiteX1002" fmla="*/ 6464239 w 12210216"/>
              <a:gd name="connsiteY1002" fmla="*/ 653370 h 1002962"/>
              <a:gd name="connsiteX1003" fmla="*/ 6485043 w 12210216"/>
              <a:gd name="connsiteY1003" fmla="*/ 653370 h 1002962"/>
              <a:gd name="connsiteX1004" fmla="*/ 6485043 w 12210216"/>
              <a:gd name="connsiteY1004" fmla="*/ 655694 h 1002962"/>
              <a:gd name="connsiteX1005" fmla="*/ 6550427 w 12210216"/>
              <a:gd name="connsiteY1005" fmla="*/ 632448 h 1002962"/>
              <a:gd name="connsiteX1006" fmla="*/ 6553399 w 12210216"/>
              <a:gd name="connsiteY1006" fmla="*/ 611526 h 1002962"/>
              <a:gd name="connsiteX1007" fmla="*/ 6559343 w 12210216"/>
              <a:gd name="connsiteY1007" fmla="*/ 632448 h 1002962"/>
              <a:gd name="connsiteX1008" fmla="*/ 6627700 w 12210216"/>
              <a:gd name="connsiteY1008" fmla="*/ 660344 h 1002962"/>
              <a:gd name="connsiteX1009" fmla="*/ 6627700 w 12210216"/>
              <a:gd name="connsiteY1009" fmla="*/ 655694 h 1002962"/>
              <a:gd name="connsiteX1010" fmla="*/ 6645532 w 12210216"/>
              <a:gd name="connsiteY1010" fmla="*/ 655694 h 1002962"/>
              <a:gd name="connsiteX1011" fmla="*/ 6645532 w 12210216"/>
              <a:gd name="connsiteY1011" fmla="*/ 692889 h 1002962"/>
              <a:gd name="connsiteX1012" fmla="*/ 6654448 w 12210216"/>
              <a:gd name="connsiteY1012" fmla="*/ 692889 h 1002962"/>
              <a:gd name="connsiteX1013" fmla="*/ 6654448 w 12210216"/>
              <a:gd name="connsiteY1013" fmla="*/ 737057 h 1002962"/>
              <a:gd name="connsiteX1014" fmla="*/ 6663364 w 12210216"/>
              <a:gd name="connsiteY1014" fmla="*/ 737057 h 1002962"/>
              <a:gd name="connsiteX1015" fmla="*/ 6663364 w 12210216"/>
              <a:gd name="connsiteY1015" fmla="*/ 757979 h 1002962"/>
              <a:gd name="connsiteX1016" fmla="*/ 6681196 w 12210216"/>
              <a:gd name="connsiteY1016" fmla="*/ 757979 h 1002962"/>
              <a:gd name="connsiteX1017" fmla="*/ 6681196 w 12210216"/>
              <a:gd name="connsiteY1017" fmla="*/ 790524 h 1002962"/>
              <a:gd name="connsiteX1018" fmla="*/ 6794133 w 12210216"/>
              <a:gd name="connsiteY1018" fmla="*/ 783550 h 1002962"/>
              <a:gd name="connsiteX1019" fmla="*/ 6794133 w 12210216"/>
              <a:gd name="connsiteY1019" fmla="*/ 751005 h 1002962"/>
              <a:gd name="connsiteX1020" fmla="*/ 6853573 w 12210216"/>
              <a:gd name="connsiteY1020" fmla="*/ 751005 h 1002962"/>
              <a:gd name="connsiteX1021" fmla="*/ 6853573 w 12210216"/>
              <a:gd name="connsiteY1021" fmla="*/ 732408 h 1002962"/>
              <a:gd name="connsiteX1022" fmla="*/ 6978398 w 12210216"/>
              <a:gd name="connsiteY1022" fmla="*/ 732408 h 1002962"/>
              <a:gd name="connsiteX1023" fmla="*/ 6978398 w 12210216"/>
              <a:gd name="connsiteY1023" fmla="*/ 744031 h 1002962"/>
              <a:gd name="connsiteX1024" fmla="*/ 7058642 w 12210216"/>
              <a:gd name="connsiteY1024" fmla="*/ 744031 h 1002962"/>
              <a:gd name="connsiteX1025" fmla="*/ 7058642 w 12210216"/>
              <a:gd name="connsiteY1025" fmla="*/ 751005 h 1002962"/>
              <a:gd name="connsiteX1026" fmla="*/ 7082418 w 12210216"/>
              <a:gd name="connsiteY1026" fmla="*/ 751005 h 1002962"/>
              <a:gd name="connsiteX1027" fmla="*/ 7082418 w 12210216"/>
              <a:gd name="connsiteY1027" fmla="*/ 757979 h 1002962"/>
              <a:gd name="connsiteX1028" fmla="*/ 7103222 w 12210216"/>
              <a:gd name="connsiteY1028" fmla="*/ 757979 h 1002962"/>
              <a:gd name="connsiteX1029" fmla="*/ 7103222 w 12210216"/>
              <a:gd name="connsiteY1029" fmla="*/ 653370 h 1002962"/>
              <a:gd name="connsiteX1030" fmla="*/ 7165635 w 12210216"/>
              <a:gd name="connsiteY1030" fmla="*/ 639422 h 1002962"/>
              <a:gd name="connsiteX1031" fmla="*/ 7281543 w 12210216"/>
              <a:gd name="connsiteY1031" fmla="*/ 639422 h 1002962"/>
              <a:gd name="connsiteX1032" fmla="*/ 7281543 w 12210216"/>
              <a:gd name="connsiteY1032" fmla="*/ 472047 h 1002962"/>
              <a:gd name="connsiteX1033" fmla="*/ 7314235 w 12210216"/>
              <a:gd name="connsiteY1033" fmla="*/ 460424 h 1002962"/>
              <a:gd name="connsiteX1034" fmla="*/ 7456892 w 12210216"/>
              <a:gd name="connsiteY1034" fmla="*/ 441827 h 1002962"/>
              <a:gd name="connsiteX1035" fmla="*/ 7507417 w 12210216"/>
              <a:gd name="connsiteY1035" fmla="*/ 453450 h 1002962"/>
              <a:gd name="connsiteX1036" fmla="*/ 7516333 w 12210216"/>
              <a:gd name="connsiteY1036" fmla="*/ 460424 h 1002962"/>
              <a:gd name="connsiteX1037" fmla="*/ 7516333 w 12210216"/>
              <a:gd name="connsiteY1037" fmla="*/ 771927 h 1002962"/>
              <a:gd name="connsiteX1038" fmla="*/ 7537137 w 12210216"/>
              <a:gd name="connsiteY1038" fmla="*/ 771927 h 1002962"/>
              <a:gd name="connsiteX1039" fmla="*/ 7537137 w 12210216"/>
              <a:gd name="connsiteY1039" fmla="*/ 646396 h 1002962"/>
              <a:gd name="connsiteX1040" fmla="*/ 7554969 w 12210216"/>
              <a:gd name="connsiteY1040" fmla="*/ 646396 h 1002962"/>
              <a:gd name="connsiteX1041" fmla="*/ 7554969 w 12210216"/>
              <a:gd name="connsiteY1041" fmla="*/ 634773 h 1002962"/>
              <a:gd name="connsiteX1042" fmla="*/ 7572801 w 12210216"/>
              <a:gd name="connsiteY1042" fmla="*/ 627799 h 1002962"/>
              <a:gd name="connsiteX1043" fmla="*/ 7587661 w 12210216"/>
              <a:gd name="connsiteY1043" fmla="*/ 627799 h 1002962"/>
              <a:gd name="connsiteX1044" fmla="*/ 7587661 w 12210216"/>
              <a:gd name="connsiteY1044" fmla="*/ 616175 h 1002962"/>
              <a:gd name="connsiteX1045" fmla="*/ 7599549 w 12210216"/>
              <a:gd name="connsiteY1045" fmla="*/ 609201 h 1002962"/>
              <a:gd name="connsiteX1046" fmla="*/ 7629269 w 12210216"/>
              <a:gd name="connsiteY1046" fmla="*/ 609201 h 1002962"/>
              <a:gd name="connsiteX1047" fmla="*/ 7629269 w 12210216"/>
              <a:gd name="connsiteY1047" fmla="*/ 646396 h 1002962"/>
              <a:gd name="connsiteX1048" fmla="*/ 7691682 w 12210216"/>
              <a:gd name="connsiteY1048" fmla="*/ 646396 h 1002962"/>
              <a:gd name="connsiteX1049" fmla="*/ 7691682 w 12210216"/>
              <a:gd name="connsiteY1049" fmla="*/ 776576 h 1002962"/>
              <a:gd name="connsiteX1050" fmla="*/ 7715458 w 12210216"/>
              <a:gd name="connsiteY1050" fmla="*/ 776576 h 1002962"/>
              <a:gd name="connsiteX1051" fmla="*/ 7739234 w 12210216"/>
              <a:gd name="connsiteY1051" fmla="*/ 769602 h 1002962"/>
              <a:gd name="connsiteX1052" fmla="*/ 7739234 w 12210216"/>
              <a:gd name="connsiteY1052" fmla="*/ 760304 h 1002962"/>
              <a:gd name="connsiteX1053" fmla="*/ 7730318 w 12210216"/>
              <a:gd name="connsiteY1053" fmla="*/ 757979 h 1002962"/>
              <a:gd name="connsiteX1054" fmla="*/ 7730318 w 12210216"/>
              <a:gd name="connsiteY1054" fmla="*/ 751005 h 1002962"/>
              <a:gd name="connsiteX1055" fmla="*/ 7739234 w 12210216"/>
              <a:gd name="connsiteY1055" fmla="*/ 746356 h 1002962"/>
              <a:gd name="connsiteX1056" fmla="*/ 7739234 w 12210216"/>
              <a:gd name="connsiteY1056" fmla="*/ 695213 h 1002962"/>
              <a:gd name="connsiteX1057" fmla="*/ 7730318 w 12210216"/>
              <a:gd name="connsiteY1057" fmla="*/ 692889 h 1002962"/>
              <a:gd name="connsiteX1058" fmla="*/ 7730318 w 12210216"/>
              <a:gd name="connsiteY1058" fmla="*/ 685915 h 1002962"/>
              <a:gd name="connsiteX1059" fmla="*/ 7739234 w 12210216"/>
              <a:gd name="connsiteY1059" fmla="*/ 681266 h 1002962"/>
              <a:gd name="connsiteX1060" fmla="*/ 7739234 w 12210216"/>
              <a:gd name="connsiteY1060" fmla="*/ 676616 h 1002962"/>
              <a:gd name="connsiteX1061" fmla="*/ 7745178 w 12210216"/>
              <a:gd name="connsiteY1061" fmla="*/ 676616 h 1002962"/>
              <a:gd name="connsiteX1062" fmla="*/ 7745178 w 12210216"/>
              <a:gd name="connsiteY1062" fmla="*/ 667318 h 1002962"/>
              <a:gd name="connsiteX1063" fmla="*/ 7739234 w 12210216"/>
              <a:gd name="connsiteY1063" fmla="*/ 667318 h 1002962"/>
              <a:gd name="connsiteX1064" fmla="*/ 7739234 w 12210216"/>
              <a:gd name="connsiteY1064" fmla="*/ 660344 h 1002962"/>
              <a:gd name="connsiteX1065" fmla="*/ 7748150 w 12210216"/>
              <a:gd name="connsiteY1065" fmla="*/ 655694 h 1002962"/>
              <a:gd name="connsiteX1066" fmla="*/ 7795702 w 12210216"/>
              <a:gd name="connsiteY1066" fmla="*/ 590604 h 1002962"/>
              <a:gd name="connsiteX1067" fmla="*/ 7789758 w 12210216"/>
              <a:gd name="connsiteY1067" fmla="*/ 588280 h 1002962"/>
              <a:gd name="connsiteX1068" fmla="*/ 7789758 w 12210216"/>
              <a:gd name="connsiteY1068" fmla="*/ 581306 h 1002962"/>
              <a:gd name="connsiteX1069" fmla="*/ 7798674 w 12210216"/>
              <a:gd name="connsiteY1069" fmla="*/ 578981 h 1002962"/>
              <a:gd name="connsiteX1070" fmla="*/ 7798674 w 12210216"/>
              <a:gd name="connsiteY1070" fmla="*/ 569682 h 1002962"/>
              <a:gd name="connsiteX1071" fmla="*/ 7804618 w 12210216"/>
              <a:gd name="connsiteY1071" fmla="*/ 569682 h 1002962"/>
              <a:gd name="connsiteX1072" fmla="*/ 7804618 w 12210216"/>
              <a:gd name="connsiteY1072" fmla="*/ 548761 h 1002962"/>
              <a:gd name="connsiteX1073" fmla="*/ 7798674 w 12210216"/>
              <a:gd name="connsiteY1073" fmla="*/ 548761 h 1002962"/>
              <a:gd name="connsiteX1074" fmla="*/ 7798674 w 12210216"/>
              <a:gd name="connsiteY1074" fmla="*/ 544111 h 1002962"/>
              <a:gd name="connsiteX1075" fmla="*/ 7804618 w 12210216"/>
              <a:gd name="connsiteY1075" fmla="*/ 541787 h 1002962"/>
              <a:gd name="connsiteX1076" fmla="*/ 7819478 w 12210216"/>
              <a:gd name="connsiteY1076" fmla="*/ 525514 h 1002962"/>
              <a:gd name="connsiteX1077" fmla="*/ 7819478 w 12210216"/>
              <a:gd name="connsiteY1077" fmla="*/ 523189 h 1002962"/>
              <a:gd name="connsiteX1078" fmla="*/ 7822450 w 12210216"/>
              <a:gd name="connsiteY1078" fmla="*/ 523189 h 1002962"/>
              <a:gd name="connsiteX1079" fmla="*/ 7822450 w 12210216"/>
              <a:gd name="connsiteY1079" fmla="*/ 516216 h 1002962"/>
              <a:gd name="connsiteX1080" fmla="*/ 7822450 w 12210216"/>
              <a:gd name="connsiteY1080" fmla="*/ 490644 h 1002962"/>
              <a:gd name="connsiteX1081" fmla="*/ 7825422 w 12210216"/>
              <a:gd name="connsiteY1081" fmla="*/ 483670 h 1002962"/>
              <a:gd name="connsiteX1082" fmla="*/ 7828394 w 12210216"/>
              <a:gd name="connsiteY1082" fmla="*/ 490644 h 1002962"/>
              <a:gd name="connsiteX1083" fmla="*/ 7831366 w 12210216"/>
              <a:gd name="connsiteY1083" fmla="*/ 516216 h 1002962"/>
              <a:gd name="connsiteX1084" fmla="*/ 7831366 w 12210216"/>
              <a:gd name="connsiteY1084" fmla="*/ 523189 h 1002962"/>
              <a:gd name="connsiteX1085" fmla="*/ 7834338 w 12210216"/>
              <a:gd name="connsiteY1085" fmla="*/ 523189 h 1002962"/>
              <a:gd name="connsiteX1086" fmla="*/ 7834338 w 12210216"/>
              <a:gd name="connsiteY1086" fmla="*/ 525514 h 1002962"/>
              <a:gd name="connsiteX1087" fmla="*/ 7846226 w 12210216"/>
              <a:gd name="connsiteY1087" fmla="*/ 541787 h 1002962"/>
              <a:gd name="connsiteX1088" fmla="*/ 7852170 w 12210216"/>
              <a:gd name="connsiteY1088" fmla="*/ 544111 h 1002962"/>
              <a:gd name="connsiteX1089" fmla="*/ 7852170 w 12210216"/>
              <a:gd name="connsiteY1089" fmla="*/ 548761 h 1002962"/>
              <a:gd name="connsiteX1090" fmla="*/ 7849198 w 12210216"/>
              <a:gd name="connsiteY1090" fmla="*/ 548761 h 1002962"/>
              <a:gd name="connsiteX1091" fmla="*/ 7849198 w 12210216"/>
              <a:gd name="connsiteY1091" fmla="*/ 569682 h 1002962"/>
              <a:gd name="connsiteX1092" fmla="*/ 7855142 w 12210216"/>
              <a:gd name="connsiteY1092" fmla="*/ 569682 h 1002962"/>
              <a:gd name="connsiteX1093" fmla="*/ 7855142 w 12210216"/>
              <a:gd name="connsiteY1093" fmla="*/ 578981 h 1002962"/>
              <a:gd name="connsiteX1094" fmla="*/ 7861087 w 12210216"/>
              <a:gd name="connsiteY1094" fmla="*/ 581306 h 1002962"/>
              <a:gd name="connsiteX1095" fmla="*/ 7861087 w 12210216"/>
              <a:gd name="connsiteY1095" fmla="*/ 588280 h 1002962"/>
              <a:gd name="connsiteX1096" fmla="*/ 7855142 w 12210216"/>
              <a:gd name="connsiteY1096" fmla="*/ 590604 h 1002962"/>
              <a:gd name="connsiteX1097" fmla="*/ 7902695 w 12210216"/>
              <a:gd name="connsiteY1097" fmla="*/ 655694 h 1002962"/>
              <a:gd name="connsiteX1098" fmla="*/ 7911611 w 12210216"/>
              <a:gd name="connsiteY1098" fmla="*/ 660344 h 1002962"/>
              <a:gd name="connsiteX1099" fmla="*/ 7911611 w 12210216"/>
              <a:gd name="connsiteY1099" fmla="*/ 667318 h 1002962"/>
              <a:gd name="connsiteX1100" fmla="*/ 7905667 w 12210216"/>
              <a:gd name="connsiteY1100" fmla="*/ 667318 h 1002962"/>
              <a:gd name="connsiteX1101" fmla="*/ 7905667 w 12210216"/>
              <a:gd name="connsiteY1101" fmla="*/ 676616 h 1002962"/>
              <a:gd name="connsiteX1102" fmla="*/ 7911611 w 12210216"/>
              <a:gd name="connsiteY1102" fmla="*/ 676616 h 1002962"/>
              <a:gd name="connsiteX1103" fmla="*/ 7911611 w 12210216"/>
              <a:gd name="connsiteY1103" fmla="*/ 681266 h 1002962"/>
              <a:gd name="connsiteX1104" fmla="*/ 7920527 w 12210216"/>
              <a:gd name="connsiteY1104" fmla="*/ 685915 h 1002962"/>
              <a:gd name="connsiteX1105" fmla="*/ 7920527 w 12210216"/>
              <a:gd name="connsiteY1105" fmla="*/ 692889 h 1002962"/>
              <a:gd name="connsiteX1106" fmla="*/ 7911611 w 12210216"/>
              <a:gd name="connsiteY1106" fmla="*/ 695213 h 1002962"/>
              <a:gd name="connsiteX1107" fmla="*/ 7911611 w 12210216"/>
              <a:gd name="connsiteY1107" fmla="*/ 746356 h 1002962"/>
              <a:gd name="connsiteX1108" fmla="*/ 7920527 w 12210216"/>
              <a:gd name="connsiteY1108" fmla="*/ 751005 h 1002962"/>
              <a:gd name="connsiteX1109" fmla="*/ 7920527 w 12210216"/>
              <a:gd name="connsiteY1109" fmla="*/ 757979 h 1002962"/>
              <a:gd name="connsiteX1110" fmla="*/ 7911611 w 12210216"/>
              <a:gd name="connsiteY1110" fmla="*/ 760304 h 1002962"/>
              <a:gd name="connsiteX1111" fmla="*/ 7911611 w 12210216"/>
              <a:gd name="connsiteY1111" fmla="*/ 767278 h 1002962"/>
              <a:gd name="connsiteX1112" fmla="*/ 7923499 w 12210216"/>
              <a:gd name="connsiteY1112" fmla="*/ 767278 h 1002962"/>
              <a:gd name="connsiteX1113" fmla="*/ 7923499 w 12210216"/>
              <a:gd name="connsiteY1113" fmla="*/ 776576 h 1002962"/>
              <a:gd name="connsiteX1114" fmla="*/ 7944303 w 12210216"/>
              <a:gd name="connsiteY1114" fmla="*/ 776576 h 1002962"/>
              <a:gd name="connsiteX1115" fmla="*/ 7944303 w 12210216"/>
              <a:gd name="connsiteY1115" fmla="*/ 620825 h 1002962"/>
              <a:gd name="connsiteX1116" fmla="*/ 8021575 w 12210216"/>
              <a:gd name="connsiteY1116" fmla="*/ 609201 h 1002962"/>
              <a:gd name="connsiteX1117" fmla="*/ 8063184 w 12210216"/>
              <a:gd name="connsiteY1117" fmla="*/ 609201 h 1002962"/>
              <a:gd name="connsiteX1118" fmla="*/ 8063184 w 12210216"/>
              <a:gd name="connsiteY1118" fmla="*/ 516216 h 1002962"/>
              <a:gd name="connsiteX1119" fmla="*/ 8179092 w 12210216"/>
              <a:gd name="connsiteY1119" fmla="*/ 516216 h 1002962"/>
              <a:gd name="connsiteX1120" fmla="*/ 8179092 w 12210216"/>
              <a:gd name="connsiteY1120" fmla="*/ 755654 h 1002962"/>
              <a:gd name="connsiteX1121" fmla="*/ 8220701 w 12210216"/>
              <a:gd name="connsiteY1121" fmla="*/ 755654 h 1002962"/>
              <a:gd name="connsiteX1122" fmla="*/ 8220701 w 12210216"/>
              <a:gd name="connsiteY1122" fmla="*/ 634773 h 1002962"/>
              <a:gd name="connsiteX1123" fmla="*/ 8318777 w 12210216"/>
              <a:gd name="connsiteY1123" fmla="*/ 634773 h 1002962"/>
              <a:gd name="connsiteX1124" fmla="*/ 8336609 w 12210216"/>
              <a:gd name="connsiteY1124" fmla="*/ 655694 h 1002962"/>
              <a:gd name="connsiteX1125" fmla="*/ 8336609 w 12210216"/>
              <a:gd name="connsiteY1125" fmla="*/ 730582 h 1002962"/>
              <a:gd name="connsiteX1126" fmla="*/ 8338212 w 12210216"/>
              <a:gd name="connsiteY1126" fmla="*/ 730681 h 1002962"/>
              <a:gd name="connsiteX1127" fmla="*/ 8338212 w 12210216"/>
              <a:gd name="connsiteY1127" fmla="*/ 607459 h 1002962"/>
              <a:gd name="connsiteX1128" fmla="*/ 8359830 w 12210216"/>
              <a:gd name="connsiteY1128" fmla="*/ 607459 h 1002962"/>
              <a:gd name="connsiteX1129" fmla="*/ 8359830 w 12210216"/>
              <a:gd name="connsiteY1129" fmla="*/ 471267 h 1002962"/>
              <a:gd name="connsiteX1130" fmla="*/ 8378746 w 12210216"/>
              <a:gd name="connsiteY1130" fmla="*/ 471267 h 1002962"/>
              <a:gd name="connsiteX1131" fmla="*/ 8378746 w 12210216"/>
              <a:gd name="connsiteY1131" fmla="*/ 356693 h 1002962"/>
              <a:gd name="connsiteX1132" fmla="*/ 8384150 w 12210216"/>
              <a:gd name="connsiteY1132" fmla="*/ 354531 h 1002962"/>
              <a:gd name="connsiteX1133" fmla="*/ 8384150 w 12210216"/>
              <a:gd name="connsiteY1133" fmla="*/ 328590 h 1002962"/>
              <a:gd name="connsiteX1134" fmla="*/ 8405768 w 12210216"/>
              <a:gd name="connsiteY1134" fmla="*/ 328590 h 1002962"/>
              <a:gd name="connsiteX1135" fmla="*/ 8454409 w 12210216"/>
              <a:gd name="connsiteY1135" fmla="*/ 246442 h 1002962"/>
              <a:gd name="connsiteX1136" fmla="*/ 8459813 w 12210216"/>
              <a:gd name="connsiteY1136" fmla="*/ 0 h 100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Lst>
            <a:rect l="l" t="t" r="r" b="b"/>
            <a:pathLst>
              <a:path w="12210216" h="1002962">
                <a:moveTo>
                  <a:pt x="8459813" y="0"/>
                </a:moveTo>
                <a:cubicBezTo>
                  <a:pt x="8459813" y="0"/>
                  <a:pt x="8459813" y="0"/>
                  <a:pt x="8462516" y="246442"/>
                </a:cubicBezTo>
                <a:cubicBezTo>
                  <a:pt x="8462516" y="246442"/>
                  <a:pt x="8462516" y="246442"/>
                  <a:pt x="8513858" y="326428"/>
                </a:cubicBezTo>
                <a:cubicBezTo>
                  <a:pt x="8513858" y="326428"/>
                  <a:pt x="8513858" y="326428"/>
                  <a:pt x="8535476" y="326428"/>
                </a:cubicBezTo>
                <a:cubicBezTo>
                  <a:pt x="8535476" y="326428"/>
                  <a:pt x="8535476" y="326428"/>
                  <a:pt x="8535476" y="350208"/>
                </a:cubicBezTo>
                <a:cubicBezTo>
                  <a:pt x="8535476" y="350208"/>
                  <a:pt x="8535476" y="350208"/>
                  <a:pt x="8540881" y="356693"/>
                </a:cubicBezTo>
                <a:cubicBezTo>
                  <a:pt x="8540881" y="356693"/>
                  <a:pt x="8540881" y="356693"/>
                  <a:pt x="8540881" y="471267"/>
                </a:cubicBezTo>
                <a:cubicBezTo>
                  <a:pt x="8540881" y="471267"/>
                  <a:pt x="8540881" y="471267"/>
                  <a:pt x="8565201" y="471267"/>
                </a:cubicBezTo>
                <a:cubicBezTo>
                  <a:pt x="8565201" y="471267"/>
                  <a:pt x="8565201" y="471267"/>
                  <a:pt x="8565201" y="611783"/>
                </a:cubicBezTo>
                <a:cubicBezTo>
                  <a:pt x="8565201" y="611783"/>
                  <a:pt x="8565201" y="611783"/>
                  <a:pt x="8581415" y="609621"/>
                </a:cubicBezTo>
                <a:cubicBezTo>
                  <a:pt x="8581415" y="609621"/>
                  <a:pt x="8581415" y="609621"/>
                  <a:pt x="8578712" y="698254"/>
                </a:cubicBezTo>
                <a:cubicBezTo>
                  <a:pt x="8578712" y="698254"/>
                  <a:pt x="8578712" y="698254"/>
                  <a:pt x="8594926" y="700416"/>
                </a:cubicBezTo>
                <a:cubicBezTo>
                  <a:pt x="8594926" y="700416"/>
                  <a:pt x="8594926" y="700416"/>
                  <a:pt x="8597628" y="706901"/>
                </a:cubicBezTo>
                <a:cubicBezTo>
                  <a:pt x="8597628" y="706901"/>
                  <a:pt x="8597628" y="706901"/>
                  <a:pt x="8605735" y="687445"/>
                </a:cubicBezTo>
                <a:cubicBezTo>
                  <a:pt x="8605735" y="687445"/>
                  <a:pt x="8605735" y="687445"/>
                  <a:pt x="8624651" y="687445"/>
                </a:cubicBezTo>
                <a:cubicBezTo>
                  <a:pt x="8624651" y="687445"/>
                  <a:pt x="8624651" y="687445"/>
                  <a:pt x="8624651" y="719872"/>
                </a:cubicBezTo>
                <a:cubicBezTo>
                  <a:pt x="8624651" y="719872"/>
                  <a:pt x="8624651" y="719872"/>
                  <a:pt x="8635460" y="724195"/>
                </a:cubicBezTo>
                <a:cubicBezTo>
                  <a:pt x="8635460" y="724195"/>
                  <a:pt x="8635460" y="724195"/>
                  <a:pt x="8635460" y="735004"/>
                </a:cubicBezTo>
                <a:cubicBezTo>
                  <a:pt x="8635460" y="735004"/>
                  <a:pt x="8635460" y="735004"/>
                  <a:pt x="8694910" y="735004"/>
                </a:cubicBezTo>
                <a:cubicBezTo>
                  <a:pt x="8694910" y="735004"/>
                  <a:pt x="8694910" y="735004"/>
                  <a:pt x="8694910" y="743651"/>
                </a:cubicBezTo>
                <a:cubicBezTo>
                  <a:pt x="8694910" y="743651"/>
                  <a:pt x="8694910" y="743651"/>
                  <a:pt x="8716528" y="743651"/>
                </a:cubicBezTo>
                <a:cubicBezTo>
                  <a:pt x="8716528" y="743651"/>
                  <a:pt x="8716528" y="743651"/>
                  <a:pt x="8716528" y="713387"/>
                </a:cubicBezTo>
                <a:cubicBezTo>
                  <a:pt x="8716528" y="713387"/>
                  <a:pt x="8716528" y="713387"/>
                  <a:pt x="8775977" y="713387"/>
                </a:cubicBezTo>
                <a:cubicBezTo>
                  <a:pt x="8775977" y="713387"/>
                  <a:pt x="8775977" y="713387"/>
                  <a:pt x="8775977" y="702578"/>
                </a:cubicBezTo>
                <a:cubicBezTo>
                  <a:pt x="8775977" y="702578"/>
                  <a:pt x="8775977" y="702578"/>
                  <a:pt x="8786786" y="702578"/>
                </a:cubicBezTo>
                <a:cubicBezTo>
                  <a:pt x="8786786" y="702578"/>
                  <a:pt x="8786786" y="702578"/>
                  <a:pt x="8786786" y="687445"/>
                </a:cubicBezTo>
                <a:cubicBezTo>
                  <a:pt x="8786786" y="687445"/>
                  <a:pt x="8786786" y="687445"/>
                  <a:pt x="8794893" y="687445"/>
                </a:cubicBezTo>
                <a:cubicBezTo>
                  <a:pt x="8794893" y="687445"/>
                  <a:pt x="8794893" y="687445"/>
                  <a:pt x="8794893" y="678798"/>
                </a:cubicBezTo>
                <a:cubicBezTo>
                  <a:pt x="8794893" y="678798"/>
                  <a:pt x="8794893" y="678798"/>
                  <a:pt x="8816511" y="678798"/>
                </a:cubicBezTo>
                <a:cubicBezTo>
                  <a:pt x="8816511" y="678798"/>
                  <a:pt x="8816511" y="678798"/>
                  <a:pt x="8816511" y="687445"/>
                </a:cubicBezTo>
                <a:cubicBezTo>
                  <a:pt x="8816511" y="687445"/>
                  <a:pt x="8816511" y="687445"/>
                  <a:pt x="8846236" y="687445"/>
                </a:cubicBezTo>
                <a:cubicBezTo>
                  <a:pt x="8846236" y="687445"/>
                  <a:pt x="8846236" y="687445"/>
                  <a:pt x="8846236" y="672313"/>
                </a:cubicBezTo>
                <a:cubicBezTo>
                  <a:pt x="8846236" y="672313"/>
                  <a:pt x="8846236" y="672313"/>
                  <a:pt x="8865152" y="672313"/>
                </a:cubicBezTo>
                <a:cubicBezTo>
                  <a:pt x="8865152" y="672313"/>
                  <a:pt x="8865152" y="672313"/>
                  <a:pt x="8865152" y="696092"/>
                </a:cubicBezTo>
                <a:cubicBezTo>
                  <a:pt x="8865152" y="696092"/>
                  <a:pt x="8865152" y="696092"/>
                  <a:pt x="8875960" y="696092"/>
                </a:cubicBezTo>
                <a:cubicBezTo>
                  <a:pt x="8875960" y="696092"/>
                  <a:pt x="8875960" y="696092"/>
                  <a:pt x="8875960" y="687445"/>
                </a:cubicBezTo>
                <a:cubicBezTo>
                  <a:pt x="8875960" y="687445"/>
                  <a:pt x="8875960" y="687445"/>
                  <a:pt x="8894876" y="687445"/>
                </a:cubicBezTo>
                <a:cubicBezTo>
                  <a:pt x="8894876" y="687445"/>
                  <a:pt x="8894876" y="687445"/>
                  <a:pt x="8894876" y="713387"/>
                </a:cubicBezTo>
                <a:cubicBezTo>
                  <a:pt x="8894876" y="713387"/>
                  <a:pt x="8894876" y="713387"/>
                  <a:pt x="8916494" y="713387"/>
                </a:cubicBezTo>
                <a:cubicBezTo>
                  <a:pt x="8916494" y="713387"/>
                  <a:pt x="8916494" y="713387"/>
                  <a:pt x="8916494" y="726357"/>
                </a:cubicBezTo>
                <a:cubicBezTo>
                  <a:pt x="8916494" y="726357"/>
                  <a:pt x="8916494" y="726357"/>
                  <a:pt x="8924601" y="726357"/>
                </a:cubicBezTo>
                <a:cubicBezTo>
                  <a:pt x="8924601" y="726357"/>
                  <a:pt x="8924601" y="726357"/>
                  <a:pt x="8924601" y="719872"/>
                </a:cubicBezTo>
                <a:cubicBezTo>
                  <a:pt x="8924601" y="719872"/>
                  <a:pt x="8924601" y="719872"/>
                  <a:pt x="8965135" y="719872"/>
                </a:cubicBezTo>
                <a:cubicBezTo>
                  <a:pt x="8965135" y="719872"/>
                  <a:pt x="8965135" y="719872"/>
                  <a:pt x="8965135" y="743651"/>
                </a:cubicBezTo>
                <a:cubicBezTo>
                  <a:pt x="8965135" y="743651"/>
                  <a:pt x="8965135" y="743651"/>
                  <a:pt x="8975944" y="743651"/>
                </a:cubicBezTo>
                <a:cubicBezTo>
                  <a:pt x="8975944" y="743651"/>
                  <a:pt x="8975944" y="743651"/>
                  <a:pt x="8975944" y="752299"/>
                </a:cubicBezTo>
                <a:cubicBezTo>
                  <a:pt x="8975944" y="752299"/>
                  <a:pt x="8975944" y="752299"/>
                  <a:pt x="8984051" y="752299"/>
                </a:cubicBezTo>
                <a:cubicBezTo>
                  <a:pt x="8984051" y="752299"/>
                  <a:pt x="8984051" y="752299"/>
                  <a:pt x="8984051" y="735004"/>
                </a:cubicBezTo>
                <a:cubicBezTo>
                  <a:pt x="8984051" y="735004"/>
                  <a:pt x="8984051" y="735004"/>
                  <a:pt x="8994860" y="735004"/>
                </a:cubicBezTo>
                <a:cubicBezTo>
                  <a:pt x="8994860" y="735004"/>
                  <a:pt x="8994860" y="735004"/>
                  <a:pt x="8994860" y="743651"/>
                </a:cubicBezTo>
                <a:cubicBezTo>
                  <a:pt x="8994860" y="743651"/>
                  <a:pt x="8994860" y="743651"/>
                  <a:pt x="8997562" y="743651"/>
                </a:cubicBezTo>
                <a:cubicBezTo>
                  <a:pt x="8997562" y="743651"/>
                  <a:pt x="8997562" y="743651"/>
                  <a:pt x="8997562" y="741490"/>
                </a:cubicBezTo>
                <a:cubicBezTo>
                  <a:pt x="8997562" y="741490"/>
                  <a:pt x="8997562" y="741490"/>
                  <a:pt x="9002966" y="741490"/>
                </a:cubicBezTo>
                <a:cubicBezTo>
                  <a:pt x="9002966" y="741490"/>
                  <a:pt x="9002966" y="741490"/>
                  <a:pt x="9002966" y="735004"/>
                </a:cubicBezTo>
                <a:cubicBezTo>
                  <a:pt x="9002966" y="735004"/>
                  <a:pt x="9002966" y="735004"/>
                  <a:pt x="9054310" y="735004"/>
                </a:cubicBezTo>
                <a:cubicBezTo>
                  <a:pt x="9054310" y="735004"/>
                  <a:pt x="9054310" y="735004"/>
                  <a:pt x="9054310" y="758784"/>
                </a:cubicBezTo>
                <a:cubicBezTo>
                  <a:pt x="9054310" y="758784"/>
                  <a:pt x="9054310" y="758784"/>
                  <a:pt x="9075928" y="758784"/>
                </a:cubicBezTo>
                <a:cubicBezTo>
                  <a:pt x="9075928" y="758784"/>
                  <a:pt x="9075928" y="758784"/>
                  <a:pt x="9075928" y="767431"/>
                </a:cubicBezTo>
                <a:cubicBezTo>
                  <a:pt x="9075928" y="767431"/>
                  <a:pt x="9075928" y="767431"/>
                  <a:pt x="9094843" y="767431"/>
                </a:cubicBezTo>
                <a:cubicBezTo>
                  <a:pt x="9094843" y="767431"/>
                  <a:pt x="9094843" y="767431"/>
                  <a:pt x="9094843" y="743651"/>
                </a:cubicBezTo>
                <a:cubicBezTo>
                  <a:pt x="9094843" y="743651"/>
                  <a:pt x="9094843" y="743651"/>
                  <a:pt x="9105652" y="743651"/>
                </a:cubicBezTo>
                <a:cubicBezTo>
                  <a:pt x="9105652" y="743651"/>
                  <a:pt x="9105652" y="743651"/>
                  <a:pt x="9105652" y="711225"/>
                </a:cubicBezTo>
                <a:cubicBezTo>
                  <a:pt x="9105652" y="711225"/>
                  <a:pt x="9105652" y="711225"/>
                  <a:pt x="9116461" y="711225"/>
                </a:cubicBezTo>
                <a:cubicBezTo>
                  <a:pt x="9116461" y="711225"/>
                  <a:pt x="9116461" y="711225"/>
                  <a:pt x="9116461" y="696092"/>
                </a:cubicBezTo>
                <a:cubicBezTo>
                  <a:pt x="9116461" y="696092"/>
                  <a:pt x="9116461" y="696092"/>
                  <a:pt x="9113759" y="696092"/>
                </a:cubicBezTo>
                <a:cubicBezTo>
                  <a:pt x="9113759" y="696092"/>
                  <a:pt x="9113759" y="696092"/>
                  <a:pt x="9121866" y="683122"/>
                </a:cubicBezTo>
                <a:cubicBezTo>
                  <a:pt x="9121866" y="683122"/>
                  <a:pt x="9121866" y="683122"/>
                  <a:pt x="9132675" y="711225"/>
                </a:cubicBezTo>
                <a:cubicBezTo>
                  <a:pt x="9132675" y="711225"/>
                  <a:pt x="9132675" y="711225"/>
                  <a:pt x="9140782" y="711225"/>
                </a:cubicBezTo>
                <a:cubicBezTo>
                  <a:pt x="9140782" y="711225"/>
                  <a:pt x="9140782" y="711225"/>
                  <a:pt x="9140782" y="605298"/>
                </a:cubicBezTo>
                <a:cubicBezTo>
                  <a:pt x="9140782" y="605298"/>
                  <a:pt x="9140782" y="605298"/>
                  <a:pt x="9156995" y="605298"/>
                </a:cubicBezTo>
                <a:cubicBezTo>
                  <a:pt x="9156995" y="605298"/>
                  <a:pt x="9156995" y="605298"/>
                  <a:pt x="9156995" y="557739"/>
                </a:cubicBezTo>
                <a:cubicBezTo>
                  <a:pt x="9156995" y="557739"/>
                  <a:pt x="9156995" y="557739"/>
                  <a:pt x="9192124" y="557739"/>
                </a:cubicBezTo>
                <a:cubicBezTo>
                  <a:pt x="9192124" y="557739"/>
                  <a:pt x="9192124" y="557739"/>
                  <a:pt x="9192124" y="536121"/>
                </a:cubicBezTo>
                <a:cubicBezTo>
                  <a:pt x="9192124" y="536121"/>
                  <a:pt x="9192124" y="536121"/>
                  <a:pt x="9238063" y="536121"/>
                </a:cubicBezTo>
                <a:cubicBezTo>
                  <a:pt x="9238063" y="536121"/>
                  <a:pt x="9238063" y="536121"/>
                  <a:pt x="9238063" y="555577"/>
                </a:cubicBezTo>
                <a:cubicBezTo>
                  <a:pt x="9238063" y="555577"/>
                  <a:pt x="9238063" y="555577"/>
                  <a:pt x="9262383" y="555577"/>
                </a:cubicBezTo>
                <a:cubicBezTo>
                  <a:pt x="9262383" y="555577"/>
                  <a:pt x="9262383" y="555577"/>
                  <a:pt x="9262383" y="603136"/>
                </a:cubicBezTo>
                <a:cubicBezTo>
                  <a:pt x="9262383" y="603136"/>
                  <a:pt x="9262383" y="603136"/>
                  <a:pt x="9273192" y="603136"/>
                </a:cubicBezTo>
                <a:cubicBezTo>
                  <a:pt x="9273192" y="603136"/>
                  <a:pt x="9273192" y="603136"/>
                  <a:pt x="9273192" y="607459"/>
                </a:cubicBezTo>
                <a:cubicBezTo>
                  <a:pt x="9273192" y="607459"/>
                  <a:pt x="9273192" y="607459"/>
                  <a:pt x="9292108" y="607459"/>
                </a:cubicBezTo>
                <a:cubicBezTo>
                  <a:pt x="9292108" y="607459"/>
                  <a:pt x="9292108" y="607459"/>
                  <a:pt x="9292108" y="646371"/>
                </a:cubicBezTo>
                <a:cubicBezTo>
                  <a:pt x="9292108" y="646371"/>
                  <a:pt x="9292108" y="646371"/>
                  <a:pt x="9302917" y="646371"/>
                </a:cubicBezTo>
                <a:cubicBezTo>
                  <a:pt x="9302917" y="646371"/>
                  <a:pt x="9302917" y="646371"/>
                  <a:pt x="9302917" y="659342"/>
                </a:cubicBezTo>
                <a:cubicBezTo>
                  <a:pt x="9302917" y="659342"/>
                  <a:pt x="9302917" y="659342"/>
                  <a:pt x="9324535" y="659342"/>
                </a:cubicBezTo>
                <a:cubicBezTo>
                  <a:pt x="9324535" y="659342"/>
                  <a:pt x="9324535" y="659342"/>
                  <a:pt x="9324535" y="663666"/>
                </a:cubicBezTo>
                <a:cubicBezTo>
                  <a:pt x="9324535" y="663666"/>
                  <a:pt x="9324535" y="663666"/>
                  <a:pt x="9332642" y="665827"/>
                </a:cubicBezTo>
                <a:cubicBezTo>
                  <a:pt x="9332642" y="665827"/>
                  <a:pt x="9332642" y="665827"/>
                  <a:pt x="9332642" y="687445"/>
                </a:cubicBezTo>
                <a:cubicBezTo>
                  <a:pt x="9332642" y="687445"/>
                  <a:pt x="9332642" y="687445"/>
                  <a:pt x="9356962" y="687445"/>
                </a:cubicBezTo>
                <a:cubicBezTo>
                  <a:pt x="9356962" y="687445"/>
                  <a:pt x="9356962" y="687445"/>
                  <a:pt x="9356962" y="696092"/>
                </a:cubicBezTo>
                <a:cubicBezTo>
                  <a:pt x="9356962" y="696092"/>
                  <a:pt x="9356962" y="696092"/>
                  <a:pt x="9370473" y="696092"/>
                </a:cubicBezTo>
                <a:cubicBezTo>
                  <a:pt x="9370473" y="696092"/>
                  <a:pt x="9370473" y="696092"/>
                  <a:pt x="9370473" y="713387"/>
                </a:cubicBezTo>
                <a:cubicBezTo>
                  <a:pt x="9370473" y="713387"/>
                  <a:pt x="9370473" y="713387"/>
                  <a:pt x="9375878" y="713387"/>
                </a:cubicBezTo>
                <a:cubicBezTo>
                  <a:pt x="9375878" y="713387"/>
                  <a:pt x="9375878" y="713387"/>
                  <a:pt x="9375878" y="698254"/>
                </a:cubicBezTo>
                <a:cubicBezTo>
                  <a:pt x="9375878" y="698254"/>
                  <a:pt x="9375878" y="698254"/>
                  <a:pt x="9386687" y="698254"/>
                </a:cubicBezTo>
                <a:cubicBezTo>
                  <a:pt x="9386687" y="698254"/>
                  <a:pt x="9386687" y="698254"/>
                  <a:pt x="9386687" y="711225"/>
                </a:cubicBezTo>
                <a:cubicBezTo>
                  <a:pt x="9386687" y="711225"/>
                  <a:pt x="9386687" y="711225"/>
                  <a:pt x="9394794" y="711225"/>
                </a:cubicBezTo>
                <a:cubicBezTo>
                  <a:pt x="9394794" y="711225"/>
                  <a:pt x="9394794" y="711225"/>
                  <a:pt x="9394794" y="706901"/>
                </a:cubicBezTo>
                <a:cubicBezTo>
                  <a:pt x="9394794" y="706901"/>
                  <a:pt x="9394794" y="706901"/>
                  <a:pt x="9459648" y="706901"/>
                </a:cubicBezTo>
                <a:cubicBezTo>
                  <a:pt x="9459648" y="706901"/>
                  <a:pt x="9459648" y="706901"/>
                  <a:pt x="9459648" y="717710"/>
                </a:cubicBezTo>
                <a:cubicBezTo>
                  <a:pt x="9459648" y="717710"/>
                  <a:pt x="9459648" y="717710"/>
                  <a:pt x="9467754" y="717710"/>
                </a:cubicBezTo>
                <a:cubicBezTo>
                  <a:pt x="9467754" y="717710"/>
                  <a:pt x="9467754" y="717710"/>
                  <a:pt x="9467754" y="735004"/>
                </a:cubicBezTo>
                <a:cubicBezTo>
                  <a:pt x="9467754" y="735004"/>
                  <a:pt x="9467754" y="735004"/>
                  <a:pt x="9489372" y="724195"/>
                </a:cubicBezTo>
                <a:cubicBezTo>
                  <a:pt x="9489372" y="724195"/>
                  <a:pt x="9489372" y="724195"/>
                  <a:pt x="9497479" y="683122"/>
                </a:cubicBezTo>
                <a:cubicBezTo>
                  <a:pt x="9497479" y="683122"/>
                  <a:pt x="9497479" y="683122"/>
                  <a:pt x="9505586" y="680960"/>
                </a:cubicBezTo>
                <a:cubicBezTo>
                  <a:pt x="9505586" y="680960"/>
                  <a:pt x="9505586" y="680960"/>
                  <a:pt x="9508288" y="611783"/>
                </a:cubicBezTo>
                <a:cubicBezTo>
                  <a:pt x="9508288" y="611783"/>
                  <a:pt x="9508288" y="611783"/>
                  <a:pt x="9510990" y="680960"/>
                </a:cubicBezTo>
                <a:cubicBezTo>
                  <a:pt x="9510990" y="680960"/>
                  <a:pt x="9510990" y="680960"/>
                  <a:pt x="9519097" y="683122"/>
                </a:cubicBezTo>
                <a:cubicBezTo>
                  <a:pt x="9519097" y="683122"/>
                  <a:pt x="9519097" y="683122"/>
                  <a:pt x="9519097" y="596651"/>
                </a:cubicBezTo>
                <a:cubicBezTo>
                  <a:pt x="9519097" y="596651"/>
                  <a:pt x="9519097" y="596651"/>
                  <a:pt x="9524502" y="596651"/>
                </a:cubicBezTo>
                <a:cubicBezTo>
                  <a:pt x="9524502" y="596651"/>
                  <a:pt x="9524502" y="596651"/>
                  <a:pt x="9524502" y="564224"/>
                </a:cubicBezTo>
                <a:cubicBezTo>
                  <a:pt x="9524502" y="564224"/>
                  <a:pt x="9524502" y="564224"/>
                  <a:pt x="9575845" y="564224"/>
                </a:cubicBezTo>
                <a:cubicBezTo>
                  <a:pt x="9575845" y="564224"/>
                  <a:pt x="9575845" y="564224"/>
                  <a:pt x="9575845" y="596651"/>
                </a:cubicBezTo>
                <a:cubicBezTo>
                  <a:pt x="9575845" y="596651"/>
                  <a:pt x="9575845" y="596651"/>
                  <a:pt x="9583952" y="596651"/>
                </a:cubicBezTo>
                <a:cubicBezTo>
                  <a:pt x="9583952" y="596651"/>
                  <a:pt x="9583952" y="596651"/>
                  <a:pt x="9583952" y="514503"/>
                </a:cubicBezTo>
                <a:cubicBezTo>
                  <a:pt x="9583952" y="514503"/>
                  <a:pt x="9583952" y="514503"/>
                  <a:pt x="9602867" y="514503"/>
                </a:cubicBezTo>
                <a:cubicBezTo>
                  <a:pt x="9602867" y="514503"/>
                  <a:pt x="9602867" y="514503"/>
                  <a:pt x="9602867" y="499370"/>
                </a:cubicBezTo>
                <a:cubicBezTo>
                  <a:pt x="9602867" y="499370"/>
                  <a:pt x="9602867" y="499370"/>
                  <a:pt x="9632592" y="499370"/>
                </a:cubicBezTo>
                <a:cubicBezTo>
                  <a:pt x="9632592" y="499370"/>
                  <a:pt x="9632592" y="499370"/>
                  <a:pt x="9632592" y="490723"/>
                </a:cubicBezTo>
                <a:cubicBezTo>
                  <a:pt x="9632592" y="490723"/>
                  <a:pt x="9632592" y="490723"/>
                  <a:pt x="9651508" y="490723"/>
                </a:cubicBezTo>
                <a:cubicBezTo>
                  <a:pt x="9651508" y="490723"/>
                  <a:pt x="9651508" y="490723"/>
                  <a:pt x="9651508" y="499370"/>
                </a:cubicBezTo>
                <a:cubicBezTo>
                  <a:pt x="9651508" y="499370"/>
                  <a:pt x="9651508" y="499370"/>
                  <a:pt x="9659614" y="499370"/>
                </a:cubicBezTo>
                <a:cubicBezTo>
                  <a:pt x="9659614" y="499370"/>
                  <a:pt x="9659614" y="499370"/>
                  <a:pt x="9659614" y="495047"/>
                </a:cubicBezTo>
                <a:cubicBezTo>
                  <a:pt x="9659614" y="495047"/>
                  <a:pt x="9659614" y="495047"/>
                  <a:pt x="9673126" y="495047"/>
                </a:cubicBezTo>
                <a:cubicBezTo>
                  <a:pt x="9673126" y="495047"/>
                  <a:pt x="9673126" y="495047"/>
                  <a:pt x="9673126" y="499370"/>
                </a:cubicBezTo>
                <a:cubicBezTo>
                  <a:pt x="9673126" y="499370"/>
                  <a:pt x="9673126" y="499370"/>
                  <a:pt x="9678530" y="499370"/>
                </a:cubicBezTo>
                <a:cubicBezTo>
                  <a:pt x="9678530" y="499370"/>
                  <a:pt x="9678530" y="499370"/>
                  <a:pt x="9678530" y="490723"/>
                </a:cubicBezTo>
                <a:cubicBezTo>
                  <a:pt x="9678530" y="490723"/>
                  <a:pt x="9678530" y="490723"/>
                  <a:pt x="9702851" y="490723"/>
                </a:cubicBezTo>
                <a:cubicBezTo>
                  <a:pt x="9702851" y="490723"/>
                  <a:pt x="9702851" y="490723"/>
                  <a:pt x="9702851" y="499370"/>
                </a:cubicBezTo>
                <a:cubicBezTo>
                  <a:pt x="9702851" y="499370"/>
                  <a:pt x="9702851" y="499370"/>
                  <a:pt x="9743384" y="499370"/>
                </a:cubicBezTo>
                <a:cubicBezTo>
                  <a:pt x="9743384" y="499370"/>
                  <a:pt x="9743384" y="499370"/>
                  <a:pt x="9743384" y="512341"/>
                </a:cubicBezTo>
                <a:cubicBezTo>
                  <a:pt x="9743384" y="512341"/>
                  <a:pt x="9743384" y="512341"/>
                  <a:pt x="9778514" y="512341"/>
                </a:cubicBezTo>
                <a:cubicBezTo>
                  <a:pt x="9778514" y="512341"/>
                  <a:pt x="9778514" y="512341"/>
                  <a:pt x="9778514" y="542606"/>
                </a:cubicBezTo>
                <a:cubicBezTo>
                  <a:pt x="9778514" y="542606"/>
                  <a:pt x="9778514" y="542606"/>
                  <a:pt x="9786620" y="542606"/>
                </a:cubicBezTo>
                <a:cubicBezTo>
                  <a:pt x="9786620" y="542606"/>
                  <a:pt x="9786620" y="542606"/>
                  <a:pt x="9786620" y="551253"/>
                </a:cubicBezTo>
                <a:cubicBezTo>
                  <a:pt x="9786620" y="551253"/>
                  <a:pt x="9786620" y="551253"/>
                  <a:pt x="9792025" y="551253"/>
                </a:cubicBezTo>
                <a:cubicBezTo>
                  <a:pt x="9792025" y="551253"/>
                  <a:pt x="9792025" y="551253"/>
                  <a:pt x="9792025" y="581518"/>
                </a:cubicBezTo>
                <a:cubicBezTo>
                  <a:pt x="9792025" y="581518"/>
                  <a:pt x="9792025" y="581518"/>
                  <a:pt x="9800132" y="581518"/>
                </a:cubicBezTo>
                <a:cubicBezTo>
                  <a:pt x="9800132" y="581518"/>
                  <a:pt x="9800132" y="581518"/>
                  <a:pt x="9800132" y="588003"/>
                </a:cubicBezTo>
                <a:cubicBezTo>
                  <a:pt x="9800132" y="588003"/>
                  <a:pt x="9800132" y="588003"/>
                  <a:pt x="9810941" y="588003"/>
                </a:cubicBezTo>
                <a:cubicBezTo>
                  <a:pt x="9810941" y="588003"/>
                  <a:pt x="9810941" y="588003"/>
                  <a:pt x="9810941" y="618268"/>
                </a:cubicBezTo>
                <a:cubicBezTo>
                  <a:pt x="9810941" y="618268"/>
                  <a:pt x="9810941" y="618268"/>
                  <a:pt x="9832559" y="618268"/>
                </a:cubicBezTo>
                <a:cubicBezTo>
                  <a:pt x="9832559" y="618268"/>
                  <a:pt x="9832559" y="618268"/>
                  <a:pt x="9832559" y="642048"/>
                </a:cubicBezTo>
                <a:cubicBezTo>
                  <a:pt x="9832559" y="642048"/>
                  <a:pt x="9832559" y="642048"/>
                  <a:pt x="9835261" y="642048"/>
                </a:cubicBezTo>
                <a:cubicBezTo>
                  <a:pt x="9835261" y="642048"/>
                  <a:pt x="9835261" y="642048"/>
                  <a:pt x="9835261" y="655019"/>
                </a:cubicBezTo>
                <a:cubicBezTo>
                  <a:pt x="9835261" y="655019"/>
                  <a:pt x="9835261" y="655019"/>
                  <a:pt x="9843368" y="655019"/>
                </a:cubicBezTo>
                <a:cubicBezTo>
                  <a:pt x="9843368" y="655019"/>
                  <a:pt x="9843368" y="655019"/>
                  <a:pt x="9843368" y="678798"/>
                </a:cubicBezTo>
                <a:cubicBezTo>
                  <a:pt x="9843368" y="678798"/>
                  <a:pt x="9843368" y="678798"/>
                  <a:pt x="9856879" y="678798"/>
                </a:cubicBezTo>
                <a:cubicBezTo>
                  <a:pt x="9856879" y="678798"/>
                  <a:pt x="9856879" y="678798"/>
                  <a:pt x="9856879" y="680960"/>
                </a:cubicBezTo>
                <a:cubicBezTo>
                  <a:pt x="9856879" y="680960"/>
                  <a:pt x="9856879" y="680960"/>
                  <a:pt x="9859582" y="680960"/>
                </a:cubicBezTo>
                <a:cubicBezTo>
                  <a:pt x="9859582" y="680960"/>
                  <a:pt x="9859582" y="680960"/>
                  <a:pt x="9859582" y="696092"/>
                </a:cubicBezTo>
                <a:cubicBezTo>
                  <a:pt x="9859582" y="696092"/>
                  <a:pt x="9859582" y="696092"/>
                  <a:pt x="9875795" y="680960"/>
                </a:cubicBezTo>
                <a:cubicBezTo>
                  <a:pt x="9875795" y="680960"/>
                  <a:pt x="9875795" y="680960"/>
                  <a:pt x="9913627" y="680960"/>
                </a:cubicBezTo>
                <a:cubicBezTo>
                  <a:pt x="9913627" y="680960"/>
                  <a:pt x="9913627" y="680960"/>
                  <a:pt x="9913627" y="767431"/>
                </a:cubicBezTo>
                <a:cubicBezTo>
                  <a:pt x="9913627" y="767431"/>
                  <a:pt x="9913627" y="767431"/>
                  <a:pt x="9921734" y="767431"/>
                </a:cubicBezTo>
                <a:cubicBezTo>
                  <a:pt x="9921734" y="767431"/>
                  <a:pt x="9921734" y="767431"/>
                  <a:pt x="9929840" y="756622"/>
                </a:cubicBezTo>
                <a:cubicBezTo>
                  <a:pt x="9929840" y="756622"/>
                  <a:pt x="9929840" y="756622"/>
                  <a:pt x="9929840" y="771755"/>
                </a:cubicBezTo>
                <a:cubicBezTo>
                  <a:pt x="9929840" y="771755"/>
                  <a:pt x="9929840" y="771755"/>
                  <a:pt x="9935245" y="771755"/>
                </a:cubicBezTo>
                <a:cubicBezTo>
                  <a:pt x="9935245" y="771755"/>
                  <a:pt x="9935245" y="771755"/>
                  <a:pt x="9935245" y="726357"/>
                </a:cubicBezTo>
                <a:cubicBezTo>
                  <a:pt x="9935245" y="726357"/>
                  <a:pt x="9935245" y="726357"/>
                  <a:pt x="9943352" y="726357"/>
                </a:cubicBezTo>
                <a:cubicBezTo>
                  <a:pt x="9943352" y="726357"/>
                  <a:pt x="9943352" y="726357"/>
                  <a:pt x="9943352" y="661504"/>
                </a:cubicBezTo>
                <a:cubicBezTo>
                  <a:pt x="9943352" y="661504"/>
                  <a:pt x="9943352" y="661504"/>
                  <a:pt x="9954160" y="661504"/>
                </a:cubicBezTo>
                <a:cubicBezTo>
                  <a:pt x="9954160" y="661504"/>
                  <a:pt x="9954160" y="661504"/>
                  <a:pt x="9970374" y="618268"/>
                </a:cubicBezTo>
                <a:cubicBezTo>
                  <a:pt x="9970374" y="618268"/>
                  <a:pt x="9970374" y="618268"/>
                  <a:pt x="9983885" y="618268"/>
                </a:cubicBezTo>
                <a:cubicBezTo>
                  <a:pt x="9983885" y="618268"/>
                  <a:pt x="9983885" y="618268"/>
                  <a:pt x="9997396" y="661504"/>
                </a:cubicBezTo>
                <a:cubicBezTo>
                  <a:pt x="9997396" y="661504"/>
                  <a:pt x="9997396" y="661504"/>
                  <a:pt x="10008206" y="661504"/>
                </a:cubicBezTo>
                <a:cubicBezTo>
                  <a:pt x="10008206" y="661504"/>
                  <a:pt x="10008206" y="661504"/>
                  <a:pt x="10008206" y="700416"/>
                </a:cubicBezTo>
                <a:cubicBezTo>
                  <a:pt x="10008206" y="700416"/>
                  <a:pt x="10008206" y="700416"/>
                  <a:pt x="10027121" y="700416"/>
                </a:cubicBezTo>
                <a:cubicBezTo>
                  <a:pt x="10027121" y="700416"/>
                  <a:pt x="10027121" y="700416"/>
                  <a:pt x="10027121" y="717710"/>
                </a:cubicBezTo>
                <a:cubicBezTo>
                  <a:pt x="10027121" y="717710"/>
                  <a:pt x="10027121" y="717710"/>
                  <a:pt x="10032526" y="717710"/>
                </a:cubicBezTo>
                <a:cubicBezTo>
                  <a:pt x="10032526" y="717710"/>
                  <a:pt x="10032526" y="717710"/>
                  <a:pt x="10032526" y="700416"/>
                </a:cubicBezTo>
                <a:cubicBezTo>
                  <a:pt x="10032526" y="700416"/>
                  <a:pt x="10032526" y="700416"/>
                  <a:pt x="10048740" y="700416"/>
                </a:cubicBezTo>
                <a:cubicBezTo>
                  <a:pt x="10048740" y="700416"/>
                  <a:pt x="10048740" y="700416"/>
                  <a:pt x="10048740" y="713387"/>
                </a:cubicBezTo>
                <a:cubicBezTo>
                  <a:pt x="10048740" y="713387"/>
                  <a:pt x="10048740" y="713387"/>
                  <a:pt x="10089273" y="713387"/>
                </a:cubicBezTo>
                <a:cubicBezTo>
                  <a:pt x="10089273" y="713387"/>
                  <a:pt x="10089273" y="713387"/>
                  <a:pt x="10089273" y="676636"/>
                </a:cubicBezTo>
                <a:cubicBezTo>
                  <a:pt x="10089273" y="676636"/>
                  <a:pt x="10089273" y="676636"/>
                  <a:pt x="10102784" y="676636"/>
                </a:cubicBezTo>
                <a:cubicBezTo>
                  <a:pt x="10102784" y="676636"/>
                  <a:pt x="10102784" y="676636"/>
                  <a:pt x="10102784" y="698254"/>
                </a:cubicBezTo>
                <a:cubicBezTo>
                  <a:pt x="10102784" y="698254"/>
                  <a:pt x="10102784" y="698254"/>
                  <a:pt x="10105487" y="698254"/>
                </a:cubicBezTo>
                <a:cubicBezTo>
                  <a:pt x="10105487" y="698254"/>
                  <a:pt x="10105487" y="698254"/>
                  <a:pt x="10105487" y="665827"/>
                </a:cubicBezTo>
                <a:cubicBezTo>
                  <a:pt x="10105487" y="665827"/>
                  <a:pt x="10105487" y="665827"/>
                  <a:pt x="10135212" y="665827"/>
                </a:cubicBezTo>
                <a:cubicBezTo>
                  <a:pt x="10135212" y="665827"/>
                  <a:pt x="10135212" y="665827"/>
                  <a:pt x="10135212" y="652857"/>
                </a:cubicBezTo>
                <a:cubicBezTo>
                  <a:pt x="10135212" y="652857"/>
                  <a:pt x="10135212" y="652857"/>
                  <a:pt x="10143318" y="652857"/>
                </a:cubicBezTo>
                <a:cubicBezTo>
                  <a:pt x="10143318" y="652857"/>
                  <a:pt x="10143318" y="652857"/>
                  <a:pt x="10143318" y="637724"/>
                </a:cubicBezTo>
                <a:cubicBezTo>
                  <a:pt x="10143318" y="637724"/>
                  <a:pt x="10143318" y="637724"/>
                  <a:pt x="10148723" y="637724"/>
                </a:cubicBezTo>
                <a:cubicBezTo>
                  <a:pt x="10148723" y="637724"/>
                  <a:pt x="10148723" y="637724"/>
                  <a:pt x="10148723" y="644210"/>
                </a:cubicBezTo>
                <a:cubicBezTo>
                  <a:pt x="10148723" y="644210"/>
                  <a:pt x="10148723" y="644210"/>
                  <a:pt x="10173043" y="644210"/>
                </a:cubicBezTo>
                <a:cubicBezTo>
                  <a:pt x="10173043" y="644210"/>
                  <a:pt x="10173043" y="644210"/>
                  <a:pt x="10173043" y="637724"/>
                </a:cubicBezTo>
                <a:cubicBezTo>
                  <a:pt x="10173043" y="637724"/>
                  <a:pt x="10173043" y="637724"/>
                  <a:pt x="10181150" y="637724"/>
                </a:cubicBezTo>
                <a:cubicBezTo>
                  <a:pt x="10181150" y="637724"/>
                  <a:pt x="10181150" y="637724"/>
                  <a:pt x="10181150" y="648533"/>
                </a:cubicBezTo>
                <a:cubicBezTo>
                  <a:pt x="10181150" y="648533"/>
                  <a:pt x="10181150" y="648533"/>
                  <a:pt x="10232493" y="648533"/>
                </a:cubicBezTo>
                <a:cubicBezTo>
                  <a:pt x="10232493" y="648533"/>
                  <a:pt x="10232493" y="648533"/>
                  <a:pt x="10232493" y="786887"/>
                </a:cubicBezTo>
                <a:cubicBezTo>
                  <a:pt x="10232493" y="786887"/>
                  <a:pt x="10232493" y="786887"/>
                  <a:pt x="10248706" y="786887"/>
                </a:cubicBezTo>
                <a:cubicBezTo>
                  <a:pt x="10248706" y="782563"/>
                  <a:pt x="10248706" y="778240"/>
                  <a:pt x="10248706" y="773916"/>
                </a:cubicBezTo>
                <a:cubicBezTo>
                  <a:pt x="10251409" y="773916"/>
                  <a:pt x="10251409" y="773916"/>
                  <a:pt x="10254111" y="773916"/>
                </a:cubicBezTo>
                <a:cubicBezTo>
                  <a:pt x="10254111" y="778240"/>
                  <a:pt x="10254111" y="782563"/>
                  <a:pt x="10254111" y="786887"/>
                </a:cubicBezTo>
                <a:cubicBezTo>
                  <a:pt x="10267622" y="786887"/>
                  <a:pt x="10281133" y="786887"/>
                  <a:pt x="10294645" y="786887"/>
                </a:cubicBezTo>
                <a:cubicBezTo>
                  <a:pt x="10294645" y="776078"/>
                  <a:pt x="10294645" y="767431"/>
                  <a:pt x="10294645" y="756622"/>
                </a:cubicBezTo>
                <a:cubicBezTo>
                  <a:pt x="10300049" y="756622"/>
                  <a:pt x="10305454" y="756622"/>
                  <a:pt x="10310858" y="756622"/>
                </a:cubicBezTo>
                <a:cubicBezTo>
                  <a:pt x="10310858" y="756622"/>
                  <a:pt x="10313560" y="754460"/>
                  <a:pt x="10313560" y="754460"/>
                </a:cubicBezTo>
                <a:cubicBezTo>
                  <a:pt x="10318965" y="754460"/>
                  <a:pt x="10324370" y="754460"/>
                  <a:pt x="10327072" y="754460"/>
                </a:cubicBezTo>
                <a:cubicBezTo>
                  <a:pt x="10329774" y="754460"/>
                  <a:pt x="10329774" y="756622"/>
                  <a:pt x="10332476" y="756622"/>
                </a:cubicBezTo>
                <a:cubicBezTo>
                  <a:pt x="10335178" y="756622"/>
                  <a:pt x="10340583" y="756622"/>
                  <a:pt x="10345988" y="756622"/>
                </a:cubicBezTo>
                <a:cubicBezTo>
                  <a:pt x="10345988" y="767431"/>
                  <a:pt x="10345988" y="778240"/>
                  <a:pt x="10345988" y="786887"/>
                </a:cubicBezTo>
                <a:cubicBezTo>
                  <a:pt x="10348690" y="786887"/>
                  <a:pt x="10351392" y="786887"/>
                  <a:pt x="10356796" y="786887"/>
                </a:cubicBezTo>
                <a:cubicBezTo>
                  <a:pt x="10356796" y="793372"/>
                  <a:pt x="10356796" y="799858"/>
                  <a:pt x="10356796" y="804181"/>
                </a:cubicBezTo>
                <a:cubicBezTo>
                  <a:pt x="10364903" y="806343"/>
                  <a:pt x="10375712" y="806343"/>
                  <a:pt x="10386521" y="806343"/>
                </a:cubicBezTo>
                <a:cubicBezTo>
                  <a:pt x="10386521" y="799858"/>
                  <a:pt x="10386521" y="795534"/>
                  <a:pt x="10386521" y="789049"/>
                </a:cubicBezTo>
                <a:cubicBezTo>
                  <a:pt x="10418948" y="789049"/>
                  <a:pt x="10454078" y="789049"/>
                  <a:pt x="10489207" y="789049"/>
                </a:cubicBezTo>
                <a:cubicBezTo>
                  <a:pt x="10489207" y="795534"/>
                  <a:pt x="10489207" y="799858"/>
                  <a:pt x="10489207" y="806343"/>
                </a:cubicBezTo>
                <a:cubicBezTo>
                  <a:pt x="10491909" y="806343"/>
                  <a:pt x="10497314" y="806343"/>
                  <a:pt x="10502718" y="806343"/>
                </a:cubicBezTo>
                <a:cubicBezTo>
                  <a:pt x="10502718" y="808505"/>
                  <a:pt x="10502718" y="808505"/>
                  <a:pt x="10502718" y="810667"/>
                </a:cubicBezTo>
                <a:cubicBezTo>
                  <a:pt x="10500016" y="810667"/>
                  <a:pt x="10497314" y="810667"/>
                  <a:pt x="10494612" y="810667"/>
                </a:cubicBezTo>
                <a:lnTo>
                  <a:pt x="10494612" y="814322"/>
                </a:lnTo>
                <a:lnTo>
                  <a:pt x="10564926" y="814322"/>
                </a:lnTo>
                <a:lnTo>
                  <a:pt x="10567572" y="782563"/>
                </a:lnTo>
                <a:cubicBezTo>
                  <a:pt x="10570275" y="782563"/>
                  <a:pt x="10572977" y="782563"/>
                  <a:pt x="10575679" y="782563"/>
                </a:cubicBezTo>
                <a:lnTo>
                  <a:pt x="10578015" y="814322"/>
                </a:lnTo>
                <a:lnTo>
                  <a:pt x="10589557" y="814322"/>
                </a:lnTo>
                <a:lnTo>
                  <a:pt x="10591893" y="782563"/>
                </a:lnTo>
                <a:cubicBezTo>
                  <a:pt x="10594595" y="782563"/>
                  <a:pt x="10597297" y="782563"/>
                  <a:pt x="10600000" y="782563"/>
                </a:cubicBezTo>
                <a:lnTo>
                  <a:pt x="10602335" y="814322"/>
                </a:lnTo>
                <a:lnTo>
                  <a:pt x="10672960" y="814322"/>
                </a:lnTo>
                <a:lnTo>
                  <a:pt x="10672960" y="808505"/>
                </a:lnTo>
                <a:cubicBezTo>
                  <a:pt x="10678365" y="808505"/>
                  <a:pt x="10683770" y="808505"/>
                  <a:pt x="10689174" y="808505"/>
                </a:cubicBezTo>
                <a:lnTo>
                  <a:pt x="10689174" y="814322"/>
                </a:lnTo>
                <a:lnTo>
                  <a:pt x="10713494" y="814322"/>
                </a:lnTo>
                <a:lnTo>
                  <a:pt x="10713494" y="810667"/>
                </a:lnTo>
                <a:cubicBezTo>
                  <a:pt x="10716196" y="810667"/>
                  <a:pt x="10718899" y="810667"/>
                  <a:pt x="10721601" y="810667"/>
                </a:cubicBezTo>
                <a:lnTo>
                  <a:pt x="10721601" y="814322"/>
                </a:lnTo>
                <a:lnTo>
                  <a:pt x="10729708" y="814322"/>
                </a:lnTo>
                <a:lnTo>
                  <a:pt x="10729708" y="806343"/>
                </a:lnTo>
                <a:cubicBezTo>
                  <a:pt x="10732410" y="806343"/>
                  <a:pt x="10737814" y="806343"/>
                  <a:pt x="10740517" y="806343"/>
                </a:cubicBezTo>
                <a:cubicBezTo>
                  <a:pt x="10740517" y="804181"/>
                  <a:pt x="10740517" y="802019"/>
                  <a:pt x="10740517" y="799858"/>
                </a:cubicBezTo>
                <a:cubicBezTo>
                  <a:pt x="10743219" y="799858"/>
                  <a:pt x="10748624" y="799858"/>
                  <a:pt x="10751326" y="799858"/>
                </a:cubicBezTo>
                <a:cubicBezTo>
                  <a:pt x="10751326" y="802019"/>
                  <a:pt x="10751326" y="804181"/>
                  <a:pt x="10751326" y="806343"/>
                </a:cubicBezTo>
                <a:cubicBezTo>
                  <a:pt x="10799966" y="806343"/>
                  <a:pt x="10848607" y="806343"/>
                  <a:pt x="10897248" y="806343"/>
                </a:cubicBezTo>
                <a:cubicBezTo>
                  <a:pt x="10897248" y="808505"/>
                  <a:pt x="10897248" y="808505"/>
                  <a:pt x="10897248" y="810667"/>
                </a:cubicBezTo>
                <a:cubicBezTo>
                  <a:pt x="10902652" y="810667"/>
                  <a:pt x="10908057" y="810667"/>
                  <a:pt x="10913461" y="810667"/>
                </a:cubicBezTo>
                <a:cubicBezTo>
                  <a:pt x="10913461" y="808505"/>
                  <a:pt x="10913461" y="808505"/>
                  <a:pt x="10913461" y="806343"/>
                </a:cubicBezTo>
                <a:cubicBezTo>
                  <a:pt x="10918866" y="806343"/>
                  <a:pt x="10926972" y="806343"/>
                  <a:pt x="10935079" y="806343"/>
                </a:cubicBezTo>
                <a:cubicBezTo>
                  <a:pt x="10935079" y="808505"/>
                  <a:pt x="10935079" y="810667"/>
                  <a:pt x="10935079" y="812828"/>
                </a:cubicBezTo>
                <a:cubicBezTo>
                  <a:pt x="10940484" y="812828"/>
                  <a:pt x="10948590" y="812828"/>
                  <a:pt x="10953995" y="812828"/>
                </a:cubicBezTo>
                <a:lnTo>
                  <a:pt x="10953995" y="814322"/>
                </a:lnTo>
                <a:lnTo>
                  <a:pt x="10997231" y="814322"/>
                </a:lnTo>
                <a:lnTo>
                  <a:pt x="10997231" y="797696"/>
                </a:lnTo>
                <a:cubicBezTo>
                  <a:pt x="10999933" y="797696"/>
                  <a:pt x="11002636" y="797696"/>
                  <a:pt x="11005338" y="797696"/>
                </a:cubicBezTo>
                <a:lnTo>
                  <a:pt x="11005338" y="814322"/>
                </a:lnTo>
                <a:lnTo>
                  <a:pt x="11013445" y="814322"/>
                </a:lnTo>
                <a:lnTo>
                  <a:pt x="11013445" y="810667"/>
                </a:lnTo>
                <a:cubicBezTo>
                  <a:pt x="11029658" y="810667"/>
                  <a:pt x="11048574" y="810667"/>
                  <a:pt x="11064788" y="810667"/>
                </a:cubicBezTo>
                <a:lnTo>
                  <a:pt x="11064788" y="814322"/>
                </a:lnTo>
                <a:lnTo>
                  <a:pt x="11079413" y="814322"/>
                </a:lnTo>
                <a:lnTo>
                  <a:pt x="11099917" y="404252"/>
                </a:lnTo>
                <a:cubicBezTo>
                  <a:pt x="11086406" y="404252"/>
                  <a:pt x="11053978" y="391282"/>
                  <a:pt x="11083703" y="382634"/>
                </a:cubicBezTo>
                <a:cubicBezTo>
                  <a:pt x="11081001" y="380473"/>
                  <a:pt x="11078299" y="378311"/>
                  <a:pt x="11075596" y="378311"/>
                </a:cubicBezTo>
                <a:cubicBezTo>
                  <a:pt x="11075596" y="365340"/>
                  <a:pt x="11072894" y="363178"/>
                  <a:pt x="11086406" y="354531"/>
                </a:cubicBezTo>
                <a:cubicBezTo>
                  <a:pt x="11086406" y="350208"/>
                  <a:pt x="11086406" y="343722"/>
                  <a:pt x="11086406" y="337237"/>
                </a:cubicBezTo>
                <a:cubicBezTo>
                  <a:pt x="11091810" y="337237"/>
                  <a:pt x="11097214" y="337237"/>
                  <a:pt x="11105321" y="337237"/>
                </a:cubicBezTo>
                <a:cubicBezTo>
                  <a:pt x="11105321" y="328590"/>
                  <a:pt x="11105321" y="322105"/>
                  <a:pt x="11105321" y="315619"/>
                </a:cubicBezTo>
                <a:cubicBezTo>
                  <a:pt x="11105321" y="313458"/>
                  <a:pt x="11108024" y="313458"/>
                  <a:pt x="11108024" y="311296"/>
                </a:cubicBezTo>
                <a:cubicBezTo>
                  <a:pt x="11108024" y="285354"/>
                  <a:pt x="11108024" y="259413"/>
                  <a:pt x="11108024" y="233472"/>
                </a:cubicBezTo>
                <a:cubicBezTo>
                  <a:pt x="11108024" y="231310"/>
                  <a:pt x="11105321" y="229148"/>
                  <a:pt x="11105321" y="226986"/>
                </a:cubicBezTo>
                <a:cubicBezTo>
                  <a:pt x="11108024" y="224825"/>
                  <a:pt x="11110726" y="222663"/>
                  <a:pt x="11113428" y="220501"/>
                </a:cubicBezTo>
                <a:cubicBezTo>
                  <a:pt x="11113428" y="201045"/>
                  <a:pt x="11113428" y="181589"/>
                  <a:pt x="11113428" y="162133"/>
                </a:cubicBezTo>
                <a:cubicBezTo>
                  <a:pt x="11113428" y="159971"/>
                  <a:pt x="11113428" y="159971"/>
                  <a:pt x="11116130" y="157810"/>
                </a:cubicBezTo>
                <a:cubicBezTo>
                  <a:pt x="11116130" y="140515"/>
                  <a:pt x="11116130" y="121059"/>
                  <a:pt x="11116130" y="101603"/>
                </a:cubicBezTo>
                <a:cubicBezTo>
                  <a:pt x="11116130" y="101603"/>
                  <a:pt x="11116130" y="99442"/>
                  <a:pt x="11118833" y="99442"/>
                </a:cubicBezTo>
                <a:cubicBezTo>
                  <a:pt x="11118833" y="92956"/>
                  <a:pt x="11118833" y="88633"/>
                  <a:pt x="11118833" y="82147"/>
                </a:cubicBezTo>
                <a:cubicBezTo>
                  <a:pt x="11118833" y="82147"/>
                  <a:pt x="11118833" y="79986"/>
                  <a:pt x="11121535" y="79986"/>
                </a:cubicBezTo>
                <a:cubicBezTo>
                  <a:pt x="11124237" y="79986"/>
                  <a:pt x="11124237" y="82147"/>
                  <a:pt x="11124237" y="82147"/>
                </a:cubicBezTo>
                <a:cubicBezTo>
                  <a:pt x="11124237" y="88633"/>
                  <a:pt x="11124237" y="92956"/>
                  <a:pt x="11124237" y="99442"/>
                </a:cubicBezTo>
                <a:cubicBezTo>
                  <a:pt x="11124237" y="99442"/>
                  <a:pt x="11126939" y="101603"/>
                  <a:pt x="11126939" y="101603"/>
                </a:cubicBezTo>
                <a:cubicBezTo>
                  <a:pt x="11126939" y="121059"/>
                  <a:pt x="11126939" y="140515"/>
                  <a:pt x="11126939" y="157810"/>
                </a:cubicBezTo>
                <a:cubicBezTo>
                  <a:pt x="11126939" y="159971"/>
                  <a:pt x="11129642" y="162133"/>
                  <a:pt x="11129642" y="162133"/>
                </a:cubicBezTo>
                <a:cubicBezTo>
                  <a:pt x="11129642" y="181589"/>
                  <a:pt x="11129642" y="201045"/>
                  <a:pt x="11129642" y="220501"/>
                </a:cubicBezTo>
                <a:cubicBezTo>
                  <a:pt x="11132344" y="222663"/>
                  <a:pt x="11135046" y="224825"/>
                  <a:pt x="11137748" y="226986"/>
                </a:cubicBezTo>
                <a:cubicBezTo>
                  <a:pt x="11137748" y="229148"/>
                  <a:pt x="11135046" y="231310"/>
                  <a:pt x="11135046" y="233472"/>
                </a:cubicBezTo>
                <a:cubicBezTo>
                  <a:pt x="11135046" y="259413"/>
                  <a:pt x="11135046" y="285354"/>
                  <a:pt x="11135046" y="311296"/>
                </a:cubicBezTo>
                <a:cubicBezTo>
                  <a:pt x="11135046" y="313458"/>
                  <a:pt x="11137748" y="313458"/>
                  <a:pt x="11137748" y="315619"/>
                </a:cubicBezTo>
                <a:cubicBezTo>
                  <a:pt x="11137748" y="322105"/>
                  <a:pt x="11137748" y="328590"/>
                  <a:pt x="11137748" y="337237"/>
                </a:cubicBezTo>
                <a:cubicBezTo>
                  <a:pt x="11143153" y="337237"/>
                  <a:pt x="11151260" y="337237"/>
                  <a:pt x="11156664" y="337237"/>
                </a:cubicBezTo>
                <a:cubicBezTo>
                  <a:pt x="11156664" y="343722"/>
                  <a:pt x="11156664" y="350208"/>
                  <a:pt x="11156664" y="354531"/>
                </a:cubicBezTo>
                <a:cubicBezTo>
                  <a:pt x="11167473" y="363178"/>
                  <a:pt x="11167473" y="363178"/>
                  <a:pt x="11167473" y="378311"/>
                </a:cubicBezTo>
                <a:cubicBezTo>
                  <a:pt x="11164771" y="378311"/>
                  <a:pt x="11162069" y="380473"/>
                  <a:pt x="11159366" y="382634"/>
                </a:cubicBezTo>
                <a:cubicBezTo>
                  <a:pt x="11186389" y="393443"/>
                  <a:pt x="11153962" y="402090"/>
                  <a:pt x="11143153" y="404252"/>
                </a:cubicBezTo>
                <a:cubicBezTo>
                  <a:pt x="11145855" y="488562"/>
                  <a:pt x="11151260" y="572871"/>
                  <a:pt x="11153962" y="657180"/>
                </a:cubicBezTo>
                <a:cubicBezTo>
                  <a:pt x="11183687" y="657180"/>
                  <a:pt x="11213412" y="657180"/>
                  <a:pt x="11240434" y="657180"/>
                </a:cubicBezTo>
                <a:cubicBezTo>
                  <a:pt x="11240434" y="683122"/>
                  <a:pt x="11240434" y="709063"/>
                  <a:pt x="11240434" y="732843"/>
                </a:cubicBezTo>
                <a:cubicBezTo>
                  <a:pt x="11245839" y="732843"/>
                  <a:pt x="11248541" y="732843"/>
                  <a:pt x="11251243" y="732843"/>
                </a:cubicBezTo>
                <a:cubicBezTo>
                  <a:pt x="11251243" y="730681"/>
                  <a:pt x="11253945" y="728519"/>
                  <a:pt x="11253945" y="726357"/>
                </a:cubicBezTo>
                <a:cubicBezTo>
                  <a:pt x="11256648" y="726357"/>
                  <a:pt x="11259350" y="726357"/>
                  <a:pt x="11262052" y="726357"/>
                </a:cubicBezTo>
                <a:cubicBezTo>
                  <a:pt x="11262052" y="728519"/>
                  <a:pt x="11262052" y="730681"/>
                  <a:pt x="11264754" y="735004"/>
                </a:cubicBezTo>
                <a:cubicBezTo>
                  <a:pt x="11270159" y="735004"/>
                  <a:pt x="11275563" y="735004"/>
                  <a:pt x="11280968" y="735004"/>
                </a:cubicBezTo>
                <a:cubicBezTo>
                  <a:pt x="11280968" y="732843"/>
                  <a:pt x="11280968" y="730681"/>
                  <a:pt x="11280968" y="728519"/>
                </a:cubicBezTo>
                <a:cubicBezTo>
                  <a:pt x="11291777" y="728519"/>
                  <a:pt x="11299884" y="728519"/>
                  <a:pt x="11310693" y="728519"/>
                </a:cubicBezTo>
                <a:cubicBezTo>
                  <a:pt x="11310693" y="730681"/>
                  <a:pt x="11310693" y="732843"/>
                  <a:pt x="11310693" y="735004"/>
                </a:cubicBezTo>
                <a:cubicBezTo>
                  <a:pt x="11318800" y="735004"/>
                  <a:pt x="11329608" y="735004"/>
                  <a:pt x="11337715" y="735004"/>
                </a:cubicBezTo>
                <a:cubicBezTo>
                  <a:pt x="11337715" y="750137"/>
                  <a:pt x="11337715" y="765269"/>
                  <a:pt x="11337715" y="780402"/>
                </a:cubicBezTo>
                <a:cubicBezTo>
                  <a:pt x="11343120" y="780402"/>
                  <a:pt x="11351227" y="780402"/>
                  <a:pt x="11356631" y="780402"/>
                </a:cubicBezTo>
                <a:cubicBezTo>
                  <a:pt x="11356631" y="776078"/>
                  <a:pt x="11356631" y="771755"/>
                  <a:pt x="11356631" y="767431"/>
                </a:cubicBezTo>
                <a:cubicBezTo>
                  <a:pt x="11364738" y="767431"/>
                  <a:pt x="11372845" y="767431"/>
                  <a:pt x="11378249" y="767431"/>
                </a:cubicBezTo>
                <a:cubicBezTo>
                  <a:pt x="11378249" y="706901"/>
                  <a:pt x="11378249" y="648533"/>
                  <a:pt x="11378249" y="588003"/>
                </a:cubicBezTo>
                <a:cubicBezTo>
                  <a:pt x="11380951" y="585842"/>
                  <a:pt x="11383654" y="583680"/>
                  <a:pt x="11386356" y="581518"/>
                </a:cubicBezTo>
                <a:cubicBezTo>
                  <a:pt x="11418783" y="581518"/>
                  <a:pt x="11451210" y="581518"/>
                  <a:pt x="11483637" y="581518"/>
                </a:cubicBezTo>
                <a:cubicBezTo>
                  <a:pt x="11483637" y="583680"/>
                  <a:pt x="11483637" y="588003"/>
                  <a:pt x="11483637" y="590165"/>
                </a:cubicBezTo>
                <a:cubicBezTo>
                  <a:pt x="11486339" y="590165"/>
                  <a:pt x="11491744" y="590165"/>
                  <a:pt x="11497148" y="590165"/>
                </a:cubicBezTo>
                <a:cubicBezTo>
                  <a:pt x="11497148" y="629077"/>
                  <a:pt x="11497148" y="667989"/>
                  <a:pt x="11497148" y="704739"/>
                </a:cubicBezTo>
                <a:cubicBezTo>
                  <a:pt x="11507957" y="704739"/>
                  <a:pt x="11516064" y="704739"/>
                  <a:pt x="11526873" y="704739"/>
                </a:cubicBezTo>
                <a:cubicBezTo>
                  <a:pt x="11526873" y="683122"/>
                  <a:pt x="11526873" y="661504"/>
                  <a:pt x="11526873" y="637724"/>
                </a:cubicBezTo>
                <a:cubicBezTo>
                  <a:pt x="11537682" y="637724"/>
                  <a:pt x="11551193" y="637724"/>
                  <a:pt x="11562002" y="637724"/>
                </a:cubicBezTo>
                <a:cubicBezTo>
                  <a:pt x="11564705" y="637724"/>
                  <a:pt x="11564705" y="635563"/>
                  <a:pt x="11567407" y="633401"/>
                </a:cubicBezTo>
                <a:cubicBezTo>
                  <a:pt x="11570109" y="633401"/>
                  <a:pt x="11575514" y="633401"/>
                  <a:pt x="11578216" y="633401"/>
                </a:cubicBezTo>
                <a:cubicBezTo>
                  <a:pt x="11580918" y="635563"/>
                  <a:pt x="11580918" y="637724"/>
                  <a:pt x="11583620" y="637724"/>
                </a:cubicBezTo>
                <a:cubicBezTo>
                  <a:pt x="11591727" y="637724"/>
                  <a:pt x="11602536" y="637724"/>
                  <a:pt x="11613345" y="637724"/>
                </a:cubicBezTo>
                <a:cubicBezTo>
                  <a:pt x="11613345" y="598812"/>
                  <a:pt x="11613345" y="559900"/>
                  <a:pt x="11613345" y="520988"/>
                </a:cubicBezTo>
                <a:cubicBezTo>
                  <a:pt x="11613345" y="520988"/>
                  <a:pt x="11613345" y="520988"/>
                  <a:pt x="11689008" y="510179"/>
                </a:cubicBezTo>
                <a:cubicBezTo>
                  <a:pt x="11689008" y="510179"/>
                  <a:pt x="11689008" y="510179"/>
                  <a:pt x="11689008" y="518826"/>
                </a:cubicBezTo>
                <a:cubicBezTo>
                  <a:pt x="11689008" y="518826"/>
                  <a:pt x="11689008" y="518826"/>
                  <a:pt x="11724138" y="518826"/>
                </a:cubicBezTo>
                <a:cubicBezTo>
                  <a:pt x="11724138" y="518826"/>
                  <a:pt x="11724138" y="518826"/>
                  <a:pt x="11724138" y="773916"/>
                </a:cubicBezTo>
                <a:cubicBezTo>
                  <a:pt x="11732245" y="773916"/>
                  <a:pt x="11743054" y="773916"/>
                  <a:pt x="11753863" y="773916"/>
                </a:cubicBezTo>
                <a:cubicBezTo>
                  <a:pt x="11753863" y="771755"/>
                  <a:pt x="11753863" y="771755"/>
                  <a:pt x="11753863" y="769593"/>
                </a:cubicBezTo>
                <a:cubicBezTo>
                  <a:pt x="11759267" y="769593"/>
                  <a:pt x="11764672" y="769593"/>
                  <a:pt x="11770076" y="769593"/>
                </a:cubicBezTo>
                <a:cubicBezTo>
                  <a:pt x="11770076" y="771755"/>
                  <a:pt x="11770076" y="771755"/>
                  <a:pt x="11770076" y="773916"/>
                </a:cubicBezTo>
                <a:cubicBezTo>
                  <a:pt x="11780885" y="773916"/>
                  <a:pt x="11791694" y="773916"/>
                  <a:pt x="11802503" y="773916"/>
                </a:cubicBezTo>
                <a:cubicBezTo>
                  <a:pt x="11802503" y="769593"/>
                  <a:pt x="11802503" y="765269"/>
                  <a:pt x="11802503" y="760946"/>
                </a:cubicBezTo>
                <a:cubicBezTo>
                  <a:pt x="11816014" y="760946"/>
                  <a:pt x="11829526" y="760946"/>
                  <a:pt x="11840335" y="760946"/>
                </a:cubicBezTo>
                <a:cubicBezTo>
                  <a:pt x="11840335" y="758784"/>
                  <a:pt x="11840335" y="756622"/>
                  <a:pt x="11840335" y="756622"/>
                </a:cubicBezTo>
                <a:cubicBezTo>
                  <a:pt x="11845739" y="756622"/>
                  <a:pt x="11851144" y="756622"/>
                  <a:pt x="11856548" y="756622"/>
                </a:cubicBezTo>
                <a:cubicBezTo>
                  <a:pt x="11856548" y="756622"/>
                  <a:pt x="11856548" y="758784"/>
                  <a:pt x="11856548" y="760946"/>
                </a:cubicBezTo>
                <a:cubicBezTo>
                  <a:pt x="11864655" y="760946"/>
                  <a:pt x="11875464" y="760946"/>
                  <a:pt x="11883571" y="760946"/>
                </a:cubicBezTo>
                <a:cubicBezTo>
                  <a:pt x="11883571" y="754460"/>
                  <a:pt x="11883571" y="750137"/>
                  <a:pt x="11883571" y="743651"/>
                </a:cubicBezTo>
                <a:cubicBezTo>
                  <a:pt x="11886273" y="743651"/>
                  <a:pt x="11891678" y="743651"/>
                  <a:pt x="11894380" y="743651"/>
                </a:cubicBezTo>
                <a:cubicBezTo>
                  <a:pt x="11894380" y="739328"/>
                  <a:pt x="11894380" y="735004"/>
                  <a:pt x="11894380" y="730681"/>
                </a:cubicBezTo>
                <a:cubicBezTo>
                  <a:pt x="11918700" y="730681"/>
                  <a:pt x="11945723" y="730681"/>
                  <a:pt x="11970043" y="730681"/>
                </a:cubicBezTo>
                <a:cubicBezTo>
                  <a:pt x="11970043" y="719872"/>
                  <a:pt x="11970043" y="711225"/>
                  <a:pt x="11970043" y="700416"/>
                </a:cubicBezTo>
                <a:cubicBezTo>
                  <a:pt x="11978150" y="700416"/>
                  <a:pt x="11986257" y="700416"/>
                  <a:pt x="11994363" y="700416"/>
                </a:cubicBezTo>
                <a:cubicBezTo>
                  <a:pt x="11994363" y="698254"/>
                  <a:pt x="11994363" y="696092"/>
                  <a:pt x="11994363" y="693931"/>
                </a:cubicBezTo>
                <a:cubicBezTo>
                  <a:pt x="11999768" y="693931"/>
                  <a:pt x="12005172" y="693931"/>
                  <a:pt x="12010577" y="693931"/>
                </a:cubicBezTo>
                <a:cubicBezTo>
                  <a:pt x="12010577" y="696092"/>
                  <a:pt x="12010577" y="698254"/>
                  <a:pt x="12010577" y="700416"/>
                </a:cubicBezTo>
                <a:cubicBezTo>
                  <a:pt x="12018684" y="700416"/>
                  <a:pt x="12024088" y="700416"/>
                  <a:pt x="12032195" y="700416"/>
                </a:cubicBezTo>
                <a:cubicBezTo>
                  <a:pt x="12032195" y="715548"/>
                  <a:pt x="12032195" y="732843"/>
                  <a:pt x="12032195" y="750137"/>
                </a:cubicBezTo>
                <a:cubicBezTo>
                  <a:pt x="12045706" y="750137"/>
                  <a:pt x="12061920" y="750137"/>
                  <a:pt x="12075431" y="750137"/>
                </a:cubicBezTo>
                <a:cubicBezTo>
                  <a:pt x="12075431" y="741490"/>
                  <a:pt x="12075431" y="732843"/>
                  <a:pt x="12075431" y="724195"/>
                </a:cubicBezTo>
                <a:cubicBezTo>
                  <a:pt x="12091645" y="724195"/>
                  <a:pt x="12110560" y="724195"/>
                  <a:pt x="12126774" y="724195"/>
                </a:cubicBezTo>
                <a:cubicBezTo>
                  <a:pt x="12126774" y="713387"/>
                  <a:pt x="12126774" y="704739"/>
                  <a:pt x="12126774" y="693931"/>
                </a:cubicBezTo>
                <a:cubicBezTo>
                  <a:pt x="12148392" y="693931"/>
                  <a:pt x="12170010" y="693931"/>
                  <a:pt x="12191628" y="693931"/>
                </a:cubicBezTo>
                <a:cubicBezTo>
                  <a:pt x="12191628" y="693931"/>
                  <a:pt x="12191628" y="693931"/>
                  <a:pt x="12191628" y="775099"/>
                </a:cubicBezTo>
                <a:lnTo>
                  <a:pt x="12191628" y="814322"/>
                </a:lnTo>
                <a:lnTo>
                  <a:pt x="12210216" y="814322"/>
                </a:lnTo>
                <a:lnTo>
                  <a:pt x="12210216" y="1002962"/>
                </a:lnTo>
                <a:lnTo>
                  <a:pt x="1" y="1002962"/>
                </a:lnTo>
                <a:lnTo>
                  <a:pt x="0" y="1002962"/>
                </a:lnTo>
                <a:lnTo>
                  <a:pt x="0" y="814322"/>
                </a:lnTo>
                <a:lnTo>
                  <a:pt x="1" y="814322"/>
                </a:lnTo>
                <a:lnTo>
                  <a:pt x="1" y="814322"/>
                </a:lnTo>
                <a:lnTo>
                  <a:pt x="1" y="775100"/>
                </a:lnTo>
                <a:cubicBezTo>
                  <a:pt x="1" y="693932"/>
                  <a:pt x="1" y="693932"/>
                  <a:pt x="1" y="693932"/>
                </a:cubicBezTo>
                <a:cubicBezTo>
                  <a:pt x="23043" y="693932"/>
                  <a:pt x="46085" y="693932"/>
                  <a:pt x="69127" y="693932"/>
                </a:cubicBezTo>
                <a:cubicBezTo>
                  <a:pt x="69127" y="704740"/>
                  <a:pt x="69127" y="713388"/>
                  <a:pt x="69127" y="724196"/>
                </a:cubicBezTo>
                <a:cubicBezTo>
                  <a:pt x="86408" y="724196"/>
                  <a:pt x="106569" y="724196"/>
                  <a:pt x="123851" y="724196"/>
                </a:cubicBezTo>
                <a:cubicBezTo>
                  <a:pt x="123851" y="732844"/>
                  <a:pt x="123851" y="741491"/>
                  <a:pt x="123851" y="750138"/>
                </a:cubicBezTo>
                <a:cubicBezTo>
                  <a:pt x="138252" y="750138"/>
                  <a:pt x="155533" y="750138"/>
                  <a:pt x="169934" y="750138"/>
                </a:cubicBezTo>
                <a:cubicBezTo>
                  <a:pt x="169934" y="732844"/>
                  <a:pt x="169934" y="715549"/>
                  <a:pt x="169934" y="700417"/>
                </a:cubicBezTo>
                <a:cubicBezTo>
                  <a:pt x="178575" y="700417"/>
                  <a:pt x="184335" y="700417"/>
                  <a:pt x="192976" y="700417"/>
                </a:cubicBezTo>
                <a:cubicBezTo>
                  <a:pt x="192976" y="698255"/>
                  <a:pt x="192976" y="696093"/>
                  <a:pt x="192976" y="693932"/>
                </a:cubicBezTo>
                <a:cubicBezTo>
                  <a:pt x="198736" y="693932"/>
                  <a:pt x="204497" y="693932"/>
                  <a:pt x="210257" y="693932"/>
                </a:cubicBezTo>
                <a:cubicBezTo>
                  <a:pt x="210257" y="696093"/>
                  <a:pt x="210257" y="698255"/>
                  <a:pt x="210257" y="700417"/>
                </a:cubicBezTo>
                <a:cubicBezTo>
                  <a:pt x="218898" y="700417"/>
                  <a:pt x="227538" y="700417"/>
                  <a:pt x="236179" y="700417"/>
                </a:cubicBezTo>
                <a:cubicBezTo>
                  <a:pt x="236179" y="711226"/>
                  <a:pt x="236179" y="719873"/>
                  <a:pt x="236179" y="730682"/>
                </a:cubicBezTo>
                <a:cubicBezTo>
                  <a:pt x="262101" y="730682"/>
                  <a:pt x="290903" y="730682"/>
                  <a:pt x="316825" y="730682"/>
                </a:cubicBezTo>
                <a:cubicBezTo>
                  <a:pt x="316825" y="735005"/>
                  <a:pt x="316825" y="739329"/>
                  <a:pt x="316825" y="743652"/>
                </a:cubicBezTo>
                <a:cubicBezTo>
                  <a:pt x="319705" y="743652"/>
                  <a:pt x="325465" y="743652"/>
                  <a:pt x="328346" y="743652"/>
                </a:cubicBezTo>
                <a:cubicBezTo>
                  <a:pt x="328346" y="750138"/>
                  <a:pt x="328346" y="754461"/>
                  <a:pt x="328346" y="760947"/>
                </a:cubicBezTo>
                <a:cubicBezTo>
                  <a:pt x="336986" y="760947"/>
                  <a:pt x="348507" y="760947"/>
                  <a:pt x="357148" y="760947"/>
                </a:cubicBezTo>
                <a:cubicBezTo>
                  <a:pt x="357148" y="758785"/>
                  <a:pt x="357148" y="756623"/>
                  <a:pt x="357148" y="756623"/>
                </a:cubicBezTo>
                <a:cubicBezTo>
                  <a:pt x="362908" y="756623"/>
                  <a:pt x="368669" y="756623"/>
                  <a:pt x="374429" y="756623"/>
                </a:cubicBezTo>
                <a:cubicBezTo>
                  <a:pt x="374429" y="756623"/>
                  <a:pt x="374429" y="758785"/>
                  <a:pt x="374429" y="760947"/>
                </a:cubicBezTo>
                <a:cubicBezTo>
                  <a:pt x="385950" y="760947"/>
                  <a:pt x="400351" y="760947"/>
                  <a:pt x="414752" y="760947"/>
                </a:cubicBezTo>
                <a:cubicBezTo>
                  <a:pt x="414752" y="765270"/>
                  <a:pt x="414752" y="769594"/>
                  <a:pt x="414752" y="773917"/>
                </a:cubicBezTo>
                <a:cubicBezTo>
                  <a:pt x="426273" y="773917"/>
                  <a:pt x="437794" y="773917"/>
                  <a:pt x="449315" y="773917"/>
                </a:cubicBezTo>
                <a:cubicBezTo>
                  <a:pt x="449315" y="771756"/>
                  <a:pt x="449315" y="771756"/>
                  <a:pt x="449315" y="769594"/>
                </a:cubicBezTo>
                <a:cubicBezTo>
                  <a:pt x="455075" y="769594"/>
                  <a:pt x="460836" y="769594"/>
                  <a:pt x="466596" y="769594"/>
                </a:cubicBezTo>
                <a:cubicBezTo>
                  <a:pt x="466596" y="771756"/>
                  <a:pt x="466596" y="771756"/>
                  <a:pt x="466596" y="773917"/>
                </a:cubicBezTo>
                <a:cubicBezTo>
                  <a:pt x="478117" y="773917"/>
                  <a:pt x="489637" y="773917"/>
                  <a:pt x="498278" y="773917"/>
                </a:cubicBezTo>
                <a:cubicBezTo>
                  <a:pt x="498278" y="518827"/>
                  <a:pt x="498278" y="518827"/>
                  <a:pt x="498278" y="518827"/>
                </a:cubicBezTo>
                <a:cubicBezTo>
                  <a:pt x="535721" y="518827"/>
                  <a:pt x="535721" y="518827"/>
                  <a:pt x="535721" y="518827"/>
                </a:cubicBezTo>
                <a:cubicBezTo>
                  <a:pt x="535721" y="510180"/>
                  <a:pt x="535721" y="510180"/>
                  <a:pt x="535721" y="510180"/>
                </a:cubicBezTo>
                <a:cubicBezTo>
                  <a:pt x="616367" y="520989"/>
                  <a:pt x="616367" y="520989"/>
                  <a:pt x="616367" y="520989"/>
                </a:cubicBezTo>
                <a:cubicBezTo>
                  <a:pt x="616367" y="559901"/>
                  <a:pt x="616367" y="598813"/>
                  <a:pt x="616367" y="637725"/>
                </a:cubicBezTo>
                <a:cubicBezTo>
                  <a:pt x="627888" y="637725"/>
                  <a:pt x="639409" y="637725"/>
                  <a:pt x="648049" y="637725"/>
                </a:cubicBezTo>
                <a:cubicBezTo>
                  <a:pt x="650929" y="637725"/>
                  <a:pt x="650929" y="635564"/>
                  <a:pt x="653810" y="633402"/>
                </a:cubicBezTo>
                <a:cubicBezTo>
                  <a:pt x="656690" y="633402"/>
                  <a:pt x="662450" y="633402"/>
                  <a:pt x="665330" y="633402"/>
                </a:cubicBezTo>
                <a:cubicBezTo>
                  <a:pt x="668211" y="635564"/>
                  <a:pt x="668211" y="637725"/>
                  <a:pt x="671091" y="637725"/>
                </a:cubicBezTo>
                <a:cubicBezTo>
                  <a:pt x="682612" y="637725"/>
                  <a:pt x="697013" y="637725"/>
                  <a:pt x="708534" y="637725"/>
                </a:cubicBezTo>
                <a:cubicBezTo>
                  <a:pt x="708534" y="661505"/>
                  <a:pt x="708534" y="683123"/>
                  <a:pt x="708534" y="704740"/>
                </a:cubicBezTo>
                <a:cubicBezTo>
                  <a:pt x="720055" y="704740"/>
                  <a:pt x="728695" y="704740"/>
                  <a:pt x="740216" y="704740"/>
                </a:cubicBezTo>
                <a:cubicBezTo>
                  <a:pt x="740216" y="667990"/>
                  <a:pt x="740216" y="629078"/>
                  <a:pt x="740216" y="590166"/>
                </a:cubicBezTo>
                <a:cubicBezTo>
                  <a:pt x="745976" y="590166"/>
                  <a:pt x="751737" y="590166"/>
                  <a:pt x="754617" y="590166"/>
                </a:cubicBezTo>
                <a:cubicBezTo>
                  <a:pt x="754617" y="588004"/>
                  <a:pt x="754617" y="583681"/>
                  <a:pt x="754617" y="581519"/>
                </a:cubicBezTo>
                <a:cubicBezTo>
                  <a:pt x="789180" y="581519"/>
                  <a:pt x="823742" y="581519"/>
                  <a:pt x="858305" y="581519"/>
                </a:cubicBezTo>
                <a:cubicBezTo>
                  <a:pt x="861185" y="583681"/>
                  <a:pt x="864065" y="585843"/>
                  <a:pt x="866945" y="588004"/>
                </a:cubicBezTo>
                <a:cubicBezTo>
                  <a:pt x="866945" y="648534"/>
                  <a:pt x="866945" y="706902"/>
                  <a:pt x="866945" y="767432"/>
                </a:cubicBezTo>
                <a:cubicBezTo>
                  <a:pt x="872706" y="767432"/>
                  <a:pt x="881346" y="767432"/>
                  <a:pt x="889987" y="767432"/>
                </a:cubicBezTo>
                <a:cubicBezTo>
                  <a:pt x="889987" y="771756"/>
                  <a:pt x="889987" y="776079"/>
                  <a:pt x="889987" y="780403"/>
                </a:cubicBezTo>
                <a:cubicBezTo>
                  <a:pt x="895747" y="780403"/>
                  <a:pt x="904388" y="780403"/>
                  <a:pt x="910148" y="780403"/>
                </a:cubicBezTo>
                <a:cubicBezTo>
                  <a:pt x="910148" y="765270"/>
                  <a:pt x="910148" y="750138"/>
                  <a:pt x="910148" y="735005"/>
                </a:cubicBezTo>
                <a:cubicBezTo>
                  <a:pt x="918789" y="735005"/>
                  <a:pt x="930310" y="735005"/>
                  <a:pt x="938951" y="735005"/>
                </a:cubicBezTo>
                <a:cubicBezTo>
                  <a:pt x="938951" y="732844"/>
                  <a:pt x="938951" y="730682"/>
                  <a:pt x="938951" y="728520"/>
                </a:cubicBezTo>
                <a:cubicBezTo>
                  <a:pt x="950471" y="728520"/>
                  <a:pt x="959112" y="728520"/>
                  <a:pt x="970633" y="728520"/>
                </a:cubicBezTo>
                <a:cubicBezTo>
                  <a:pt x="970633" y="730682"/>
                  <a:pt x="970633" y="732844"/>
                  <a:pt x="970633" y="735005"/>
                </a:cubicBezTo>
                <a:cubicBezTo>
                  <a:pt x="976393" y="735005"/>
                  <a:pt x="982154" y="735005"/>
                  <a:pt x="987914" y="735005"/>
                </a:cubicBezTo>
                <a:cubicBezTo>
                  <a:pt x="990794" y="730682"/>
                  <a:pt x="990794" y="728520"/>
                  <a:pt x="990794" y="726358"/>
                </a:cubicBezTo>
                <a:cubicBezTo>
                  <a:pt x="993674" y="726358"/>
                  <a:pt x="996555" y="726358"/>
                  <a:pt x="999435" y="726358"/>
                </a:cubicBezTo>
                <a:cubicBezTo>
                  <a:pt x="999435" y="728520"/>
                  <a:pt x="1002315" y="730682"/>
                  <a:pt x="1002315" y="732844"/>
                </a:cubicBezTo>
                <a:cubicBezTo>
                  <a:pt x="1005195" y="732844"/>
                  <a:pt x="1008076" y="732844"/>
                  <a:pt x="1013836" y="732844"/>
                </a:cubicBezTo>
                <a:cubicBezTo>
                  <a:pt x="1013836" y="709064"/>
                  <a:pt x="1013836" y="683123"/>
                  <a:pt x="1013836" y="657181"/>
                </a:cubicBezTo>
                <a:cubicBezTo>
                  <a:pt x="1042638" y="657181"/>
                  <a:pt x="1074321" y="657181"/>
                  <a:pt x="1106003" y="657181"/>
                </a:cubicBezTo>
                <a:cubicBezTo>
                  <a:pt x="1108883" y="572872"/>
                  <a:pt x="1114643" y="488563"/>
                  <a:pt x="1117524" y="404253"/>
                </a:cubicBezTo>
                <a:cubicBezTo>
                  <a:pt x="1106003" y="402091"/>
                  <a:pt x="1071440" y="393444"/>
                  <a:pt x="1100243" y="382635"/>
                </a:cubicBezTo>
                <a:cubicBezTo>
                  <a:pt x="1097362" y="380474"/>
                  <a:pt x="1094482" y="378312"/>
                  <a:pt x="1091602" y="378312"/>
                </a:cubicBezTo>
                <a:cubicBezTo>
                  <a:pt x="1091602" y="363179"/>
                  <a:pt x="1091602" y="363179"/>
                  <a:pt x="1103123" y="354532"/>
                </a:cubicBezTo>
                <a:cubicBezTo>
                  <a:pt x="1103123" y="350209"/>
                  <a:pt x="1103123" y="343723"/>
                  <a:pt x="1103123" y="337238"/>
                </a:cubicBezTo>
                <a:cubicBezTo>
                  <a:pt x="1108883" y="337238"/>
                  <a:pt x="1117524" y="337238"/>
                  <a:pt x="1123284" y="337238"/>
                </a:cubicBezTo>
                <a:cubicBezTo>
                  <a:pt x="1123284" y="328591"/>
                  <a:pt x="1123284" y="322106"/>
                  <a:pt x="1123284" y="315620"/>
                </a:cubicBezTo>
                <a:cubicBezTo>
                  <a:pt x="1123284" y="313459"/>
                  <a:pt x="1126164" y="313459"/>
                  <a:pt x="1126164" y="311297"/>
                </a:cubicBezTo>
                <a:cubicBezTo>
                  <a:pt x="1126164" y="285355"/>
                  <a:pt x="1126164" y="259414"/>
                  <a:pt x="1126164" y="233473"/>
                </a:cubicBezTo>
                <a:cubicBezTo>
                  <a:pt x="1126164" y="231311"/>
                  <a:pt x="1123284" y="229149"/>
                  <a:pt x="1123284" y="226987"/>
                </a:cubicBezTo>
                <a:cubicBezTo>
                  <a:pt x="1126164" y="224826"/>
                  <a:pt x="1129045" y="222664"/>
                  <a:pt x="1131925" y="220502"/>
                </a:cubicBezTo>
                <a:cubicBezTo>
                  <a:pt x="1131925" y="201046"/>
                  <a:pt x="1131925" y="181590"/>
                  <a:pt x="1131925" y="162134"/>
                </a:cubicBezTo>
                <a:cubicBezTo>
                  <a:pt x="1131925" y="162134"/>
                  <a:pt x="1134805" y="159972"/>
                  <a:pt x="1134805" y="157811"/>
                </a:cubicBezTo>
                <a:cubicBezTo>
                  <a:pt x="1134805" y="140516"/>
                  <a:pt x="1134805" y="121060"/>
                  <a:pt x="1134805" y="101604"/>
                </a:cubicBezTo>
                <a:cubicBezTo>
                  <a:pt x="1134805" y="101604"/>
                  <a:pt x="1137685" y="99443"/>
                  <a:pt x="1137685" y="99443"/>
                </a:cubicBezTo>
                <a:cubicBezTo>
                  <a:pt x="1137685" y="92957"/>
                  <a:pt x="1137685" y="88634"/>
                  <a:pt x="1137685" y="82148"/>
                </a:cubicBezTo>
                <a:cubicBezTo>
                  <a:pt x="1137685" y="82148"/>
                  <a:pt x="1137685" y="79987"/>
                  <a:pt x="1140565" y="79987"/>
                </a:cubicBezTo>
                <a:cubicBezTo>
                  <a:pt x="1143446" y="79987"/>
                  <a:pt x="1143446" y="82148"/>
                  <a:pt x="1143446" y="82148"/>
                </a:cubicBezTo>
                <a:cubicBezTo>
                  <a:pt x="1143446" y="88634"/>
                  <a:pt x="1143446" y="92957"/>
                  <a:pt x="1143446" y="99443"/>
                </a:cubicBezTo>
                <a:cubicBezTo>
                  <a:pt x="1146326" y="99443"/>
                  <a:pt x="1146326" y="101604"/>
                  <a:pt x="1146326" y="101604"/>
                </a:cubicBezTo>
                <a:cubicBezTo>
                  <a:pt x="1146326" y="121060"/>
                  <a:pt x="1146326" y="140516"/>
                  <a:pt x="1146326" y="157811"/>
                </a:cubicBezTo>
                <a:cubicBezTo>
                  <a:pt x="1149206" y="159972"/>
                  <a:pt x="1149206" y="159972"/>
                  <a:pt x="1149206" y="162134"/>
                </a:cubicBezTo>
                <a:cubicBezTo>
                  <a:pt x="1149206" y="181590"/>
                  <a:pt x="1149206" y="201046"/>
                  <a:pt x="1149206" y="220502"/>
                </a:cubicBezTo>
                <a:cubicBezTo>
                  <a:pt x="1152086" y="222664"/>
                  <a:pt x="1154967" y="224826"/>
                  <a:pt x="1157847" y="226987"/>
                </a:cubicBezTo>
                <a:cubicBezTo>
                  <a:pt x="1157847" y="229149"/>
                  <a:pt x="1154967" y="231311"/>
                  <a:pt x="1154967" y="233473"/>
                </a:cubicBezTo>
                <a:cubicBezTo>
                  <a:pt x="1154967" y="259414"/>
                  <a:pt x="1154967" y="285355"/>
                  <a:pt x="1154967" y="311297"/>
                </a:cubicBezTo>
                <a:cubicBezTo>
                  <a:pt x="1154967" y="313459"/>
                  <a:pt x="1157847" y="313459"/>
                  <a:pt x="1157847" y="315620"/>
                </a:cubicBezTo>
                <a:cubicBezTo>
                  <a:pt x="1157847" y="322106"/>
                  <a:pt x="1157847" y="328591"/>
                  <a:pt x="1157847" y="337238"/>
                </a:cubicBezTo>
                <a:cubicBezTo>
                  <a:pt x="1166487" y="337238"/>
                  <a:pt x="1172248" y="337238"/>
                  <a:pt x="1178008" y="337238"/>
                </a:cubicBezTo>
                <a:cubicBezTo>
                  <a:pt x="1178008" y="343723"/>
                  <a:pt x="1178008" y="350209"/>
                  <a:pt x="1178008" y="354532"/>
                </a:cubicBezTo>
                <a:cubicBezTo>
                  <a:pt x="1192409" y="363179"/>
                  <a:pt x="1189529" y="365341"/>
                  <a:pt x="1189529" y="378312"/>
                </a:cubicBezTo>
                <a:cubicBezTo>
                  <a:pt x="1186649" y="378312"/>
                  <a:pt x="1183769" y="380474"/>
                  <a:pt x="1180888" y="382635"/>
                </a:cubicBezTo>
                <a:cubicBezTo>
                  <a:pt x="1212571" y="391283"/>
                  <a:pt x="1178008" y="404253"/>
                  <a:pt x="1163607" y="404253"/>
                </a:cubicBezTo>
                <a:lnTo>
                  <a:pt x="1185461" y="814322"/>
                </a:lnTo>
                <a:lnTo>
                  <a:pt x="1201050" y="814322"/>
                </a:lnTo>
                <a:lnTo>
                  <a:pt x="1201050" y="810668"/>
                </a:lnTo>
                <a:cubicBezTo>
                  <a:pt x="1218331" y="810668"/>
                  <a:pt x="1238492" y="810668"/>
                  <a:pt x="1255774" y="810668"/>
                </a:cubicBezTo>
                <a:lnTo>
                  <a:pt x="1255774" y="814322"/>
                </a:lnTo>
                <a:lnTo>
                  <a:pt x="1264414" y="814322"/>
                </a:lnTo>
                <a:lnTo>
                  <a:pt x="1264414" y="797697"/>
                </a:lnTo>
                <a:cubicBezTo>
                  <a:pt x="1267295" y="797697"/>
                  <a:pt x="1270175" y="797697"/>
                  <a:pt x="1273055" y="797697"/>
                </a:cubicBezTo>
                <a:lnTo>
                  <a:pt x="1273055" y="814322"/>
                </a:lnTo>
                <a:lnTo>
                  <a:pt x="1319138" y="814322"/>
                </a:lnTo>
                <a:lnTo>
                  <a:pt x="1319138" y="812829"/>
                </a:lnTo>
                <a:cubicBezTo>
                  <a:pt x="1324899" y="812829"/>
                  <a:pt x="1333540" y="812829"/>
                  <a:pt x="1339300" y="812829"/>
                </a:cubicBezTo>
                <a:cubicBezTo>
                  <a:pt x="1339300" y="810668"/>
                  <a:pt x="1339300" y="808506"/>
                  <a:pt x="1339300" y="806344"/>
                </a:cubicBezTo>
                <a:cubicBezTo>
                  <a:pt x="1347941" y="806344"/>
                  <a:pt x="1356581" y="806344"/>
                  <a:pt x="1362342" y="806344"/>
                </a:cubicBezTo>
                <a:cubicBezTo>
                  <a:pt x="1362342" y="808506"/>
                  <a:pt x="1362342" y="808506"/>
                  <a:pt x="1362342" y="810668"/>
                </a:cubicBezTo>
                <a:cubicBezTo>
                  <a:pt x="1368102" y="810668"/>
                  <a:pt x="1373863" y="810668"/>
                  <a:pt x="1379623" y="810668"/>
                </a:cubicBezTo>
                <a:cubicBezTo>
                  <a:pt x="1379623" y="808506"/>
                  <a:pt x="1379623" y="808506"/>
                  <a:pt x="1379623" y="806344"/>
                </a:cubicBezTo>
                <a:cubicBezTo>
                  <a:pt x="1431467" y="806344"/>
                  <a:pt x="1483311" y="806344"/>
                  <a:pt x="1535154" y="806344"/>
                </a:cubicBezTo>
                <a:cubicBezTo>
                  <a:pt x="1535154" y="804182"/>
                  <a:pt x="1535154" y="802020"/>
                  <a:pt x="1535154" y="799859"/>
                </a:cubicBezTo>
                <a:cubicBezTo>
                  <a:pt x="1538034" y="799859"/>
                  <a:pt x="1543795" y="799859"/>
                  <a:pt x="1546675" y="799859"/>
                </a:cubicBezTo>
                <a:cubicBezTo>
                  <a:pt x="1546675" y="802020"/>
                  <a:pt x="1546675" y="804182"/>
                  <a:pt x="1546675" y="806344"/>
                </a:cubicBezTo>
                <a:cubicBezTo>
                  <a:pt x="1549556" y="806344"/>
                  <a:pt x="1555316" y="806344"/>
                  <a:pt x="1558196" y="806344"/>
                </a:cubicBezTo>
                <a:lnTo>
                  <a:pt x="1558196" y="814322"/>
                </a:lnTo>
                <a:lnTo>
                  <a:pt x="1566837" y="814322"/>
                </a:lnTo>
                <a:lnTo>
                  <a:pt x="1566837" y="810668"/>
                </a:lnTo>
                <a:cubicBezTo>
                  <a:pt x="1569717" y="810668"/>
                  <a:pt x="1572597" y="810668"/>
                  <a:pt x="1575477" y="810668"/>
                </a:cubicBezTo>
                <a:lnTo>
                  <a:pt x="1575477" y="814322"/>
                </a:lnTo>
                <a:lnTo>
                  <a:pt x="1601399" y="814322"/>
                </a:lnTo>
                <a:lnTo>
                  <a:pt x="1601399" y="808506"/>
                </a:lnTo>
                <a:cubicBezTo>
                  <a:pt x="1607160" y="808506"/>
                  <a:pt x="1612920" y="808506"/>
                  <a:pt x="1618681" y="808506"/>
                </a:cubicBezTo>
                <a:lnTo>
                  <a:pt x="1618681" y="814322"/>
                </a:lnTo>
                <a:lnTo>
                  <a:pt x="1693957" y="814322"/>
                </a:lnTo>
                <a:lnTo>
                  <a:pt x="1696446" y="782564"/>
                </a:lnTo>
                <a:cubicBezTo>
                  <a:pt x="1699327" y="782564"/>
                  <a:pt x="1702207" y="782564"/>
                  <a:pt x="1705087" y="782564"/>
                </a:cubicBezTo>
                <a:lnTo>
                  <a:pt x="1707576" y="814322"/>
                </a:lnTo>
                <a:lnTo>
                  <a:pt x="1719879" y="814322"/>
                </a:lnTo>
                <a:lnTo>
                  <a:pt x="1722368" y="782564"/>
                </a:lnTo>
                <a:cubicBezTo>
                  <a:pt x="1725248" y="782564"/>
                  <a:pt x="1728129" y="782564"/>
                  <a:pt x="1731009" y="782564"/>
                </a:cubicBezTo>
                <a:lnTo>
                  <a:pt x="1733829" y="814322"/>
                </a:lnTo>
                <a:lnTo>
                  <a:pt x="1808774" y="814322"/>
                </a:lnTo>
                <a:lnTo>
                  <a:pt x="1808774" y="810668"/>
                </a:lnTo>
                <a:cubicBezTo>
                  <a:pt x="1805894" y="810668"/>
                  <a:pt x="1803014" y="810668"/>
                  <a:pt x="1800134" y="810668"/>
                </a:cubicBezTo>
                <a:cubicBezTo>
                  <a:pt x="1800134" y="808506"/>
                  <a:pt x="1800134" y="808506"/>
                  <a:pt x="1800134" y="806344"/>
                </a:cubicBezTo>
                <a:cubicBezTo>
                  <a:pt x="1805894" y="806344"/>
                  <a:pt x="1811655" y="806344"/>
                  <a:pt x="1814535" y="806344"/>
                </a:cubicBezTo>
                <a:cubicBezTo>
                  <a:pt x="1814535" y="799859"/>
                  <a:pt x="1814535" y="795535"/>
                  <a:pt x="1814535" y="789050"/>
                </a:cubicBezTo>
                <a:cubicBezTo>
                  <a:pt x="1851978" y="789050"/>
                  <a:pt x="1889420" y="789050"/>
                  <a:pt x="1923983" y="789050"/>
                </a:cubicBezTo>
                <a:cubicBezTo>
                  <a:pt x="1923983" y="795535"/>
                  <a:pt x="1923983" y="799859"/>
                  <a:pt x="1923983" y="806344"/>
                </a:cubicBezTo>
                <a:cubicBezTo>
                  <a:pt x="1935504" y="806344"/>
                  <a:pt x="1947025" y="806344"/>
                  <a:pt x="1955665" y="804182"/>
                </a:cubicBezTo>
                <a:cubicBezTo>
                  <a:pt x="1955665" y="799859"/>
                  <a:pt x="1955665" y="793373"/>
                  <a:pt x="1955665" y="786888"/>
                </a:cubicBezTo>
                <a:cubicBezTo>
                  <a:pt x="1961426" y="786888"/>
                  <a:pt x="1964306" y="786888"/>
                  <a:pt x="1967186" y="786888"/>
                </a:cubicBezTo>
                <a:cubicBezTo>
                  <a:pt x="1967186" y="778241"/>
                  <a:pt x="1967186" y="767432"/>
                  <a:pt x="1967186" y="756623"/>
                </a:cubicBezTo>
                <a:cubicBezTo>
                  <a:pt x="1972947" y="756623"/>
                  <a:pt x="1978707" y="756623"/>
                  <a:pt x="1981587" y="756623"/>
                </a:cubicBezTo>
                <a:cubicBezTo>
                  <a:pt x="1984467" y="756623"/>
                  <a:pt x="1984467" y="754461"/>
                  <a:pt x="1987347" y="754461"/>
                </a:cubicBezTo>
                <a:cubicBezTo>
                  <a:pt x="1990228" y="754461"/>
                  <a:pt x="1995988" y="754461"/>
                  <a:pt x="2001749" y="754461"/>
                </a:cubicBezTo>
                <a:cubicBezTo>
                  <a:pt x="2001749" y="754461"/>
                  <a:pt x="2004629" y="756623"/>
                  <a:pt x="2004629" y="756623"/>
                </a:cubicBezTo>
                <a:cubicBezTo>
                  <a:pt x="2010389" y="756623"/>
                  <a:pt x="2016150" y="756623"/>
                  <a:pt x="2021910" y="756623"/>
                </a:cubicBezTo>
                <a:cubicBezTo>
                  <a:pt x="2021910" y="767432"/>
                  <a:pt x="2021910" y="776079"/>
                  <a:pt x="2021910" y="786888"/>
                </a:cubicBezTo>
                <a:cubicBezTo>
                  <a:pt x="2036311" y="786888"/>
                  <a:pt x="2050712" y="786888"/>
                  <a:pt x="2065113" y="786888"/>
                </a:cubicBezTo>
                <a:cubicBezTo>
                  <a:pt x="2065113" y="782564"/>
                  <a:pt x="2065113" y="778241"/>
                  <a:pt x="2065113" y="773917"/>
                </a:cubicBezTo>
                <a:cubicBezTo>
                  <a:pt x="2067994" y="773917"/>
                  <a:pt x="2067994" y="773917"/>
                  <a:pt x="2070874" y="773917"/>
                </a:cubicBezTo>
                <a:cubicBezTo>
                  <a:pt x="2070874" y="778241"/>
                  <a:pt x="2070874" y="782564"/>
                  <a:pt x="2070874" y="786888"/>
                </a:cubicBezTo>
                <a:cubicBezTo>
                  <a:pt x="2088155" y="786888"/>
                  <a:pt x="2088155" y="786888"/>
                  <a:pt x="2088155" y="786888"/>
                </a:cubicBezTo>
                <a:cubicBezTo>
                  <a:pt x="2088155" y="648534"/>
                  <a:pt x="2088155" y="648534"/>
                  <a:pt x="2088155" y="648534"/>
                </a:cubicBezTo>
                <a:cubicBezTo>
                  <a:pt x="2142879" y="648534"/>
                  <a:pt x="2142879" y="648534"/>
                  <a:pt x="2142879" y="648534"/>
                </a:cubicBezTo>
                <a:cubicBezTo>
                  <a:pt x="2142879" y="637725"/>
                  <a:pt x="2142879" y="637725"/>
                  <a:pt x="2142879" y="637725"/>
                </a:cubicBezTo>
                <a:cubicBezTo>
                  <a:pt x="2151520" y="637725"/>
                  <a:pt x="2151520" y="637725"/>
                  <a:pt x="2151520" y="637725"/>
                </a:cubicBezTo>
                <a:cubicBezTo>
                  <a:pt x="2151520" y="644211"/>
                  <a:pt x="2151520" y="644211"/>
                  <a:pt x="2151520" y="644211"/>
                </a:cubicBezTo>
                <a:cubicBezTo>
                  <a:pt x="2177442" y="644211"/>
                  <a:pt x="2177442" y="644211"/>
                  <a:pt x="2177442" y="644211"/>
                </a:cubicBezTo>
                <a:cubicBezTo>
                  <a:pt x="2177442" y="637725"/>
                  <a:pt x="2177442" y="637725"/>
                  <a:pt x="2177442" y="637725"/>
                </a:cubicBezTo>
                <a:cubicBezTo>
                  <a:pt x="2183202" y="637725"/>
                  <a:pt x="2183202" y="637725"/>
                  <a:pt x="2183202" y="637725"/>
                </a:cubicBezTo>
                <a:cubicBezTo>
                  <a:pt x="2183202" y="652858"/>
                  <a:pt x="2183202" y="652858"/>
                  <a:pt x="2183202" y="652858"/>
                </a:cubicBezTo>
                <a:cubicBezTo>
                  <a:pt x="2191843" y="652858"/>
                  <a:pt x="2191843" y="652858"/>
                  <a:pt x="2191843" y="652858"/>
                </a:cubicBezTo>
                <a:cubicBezTo>
                  <a:pt x="2191843" y="665828"/>
                  <a:pt x="2191843" y="665828"/>
                  <a:pt x="2191843" y="665828"/>
                </a:cubicBezTo>
                <a:cubicBezTo>
                  <a:pt x="2223525" y="665828"/>
                  <a:pt x="2223525" y="665828"/>
                  <a:pt x="2223525" y="665828"/>
                </a:cubicBezTo>
                <a:cubicBezTo>
                  <a:pt x="2223525" y="698255"/>
                  <a:pt x="2223525" y="698255"/>
                  <a:pt x="2223525" y="698255"/>
                </a:cubicBezTo>
                <a:cubicBezTo>
                  <a:pt x="2226405" y="698255"/>
                  <a:pt x="2226405" y="698255"/>
                  <a:pt x="2226405" y="698255"/>
                </a:cubicBezTo>
                <a:cubicBezTo>
                  <a:pt x="2226405" y="676637"/>
                  <a:pt x="2226405" y="676637"/>
                  <a:pt x="2226405" y="676637"/>
                </a:cubicBezTo>
                <a:cubicBezTo>
                  <a:pt x="2240807" y="676637"/>
                  <a:pt x="2240807" y="676637"/>
                  <a:pt x="2240807" y="676637"/>
                </a:cubicBezTo>
                <a:cubicBezTo>
                  <a:pt x="2240807" y="713388"/>
                  <a:pt x="2240807" y="713388"/>
                  <a:pt x="2240807" y="713388"/>
                </a:cubicBezTo>
                <a:cubicBezTo>
                  <a:pt x="2284010" y="713388"/>
                  <a:pt x="2284010" y="713388"/>
                  <a:pt x="2284010" y="713388"/>
                </a:cubicBezTo>
                <a:cubicBezTo>
                  <a:pt x="2284010" y="700417"/>
                  <a:pt x="2284010" y="700417"/>
                  <a:pt x="2284010" y="700417"/>
                </a:cubicBezTo>
                <a:cubicBezTo>
                  <a:pt x="2301291" y="700417"/>
                  <a:pt x="2301291" y="700417"/>
                  <a:pt x="2301291" y="700417"/>
                </a:cubicBezTo>
                <a:cubicBezTo>
                  <a:pt x="2301291" y="717711"/>
                  <a:pt x="2301291" y="717711"/>
                  <a:pt x="2301291" y="717711"/>
                </a:cubicBezTo>
                <a:cubicBezTo>
                  <a:pt x="2307051" y="717711"/>
                  <a:pt x="2307051" y="717711"/>
                  <a:pt x="2307051" y="717711"/>
                </a:cubicBezTo>
                <a:cubicBezTo>
                  <a:pt x="2307051" y="700417"/>
                  <a:pt x="2307051" y="700417"/>
                  <a:pt x="2307051" y="700417"/>
                </a:cubicBezTo>
                <a:cubicBezTo>
                  <a:pt x="2327213" y="700417"/>
                  <a:pt x="2327213" y="700417"/>
                  <a:pt x="2327213" y="700417"/>
                </a:cubicBezTo>
                <a:cubicBezTo>
                  <a:pt x="2327213" y="661505"/>
                  <a:pt x="2327213" y="661505"/>
                  <a:pt x="2327213" y="661505"/>
                </a:cubicBezTo>
                <a:cubicBezTo>
                  <a:pt x="2338734" y="661505"/>
                  <a:pt x="2338734" y="661505"/>
                  <a:pt x="2338734" y="661505"/>
                </a:cubicBezTo>
                <a:cubicBezTo>
                  <a:pt x="2353135" y="618269"/>
                  <a:pt x="2353135" y="618269"/>
                  <a:pt x="2353135" y="618269"/>
                </a:cubicBezTo>
                <a:cubicBezTo>
                  <a:pt x="2367536" y="618269"/>
                  <a:pt x="2367536" y="618269"/>
                  <a:pt x="2367536" y="618269"/>
                </a:cubicBezTo>
                <a:cubicBezTo>
                  <a:pt x="2384817" y="661505"/>
                  <a:pt x="2384817" y="661505"/>
                  <a:pt x="2384817" y="661505"/>
                </a:cubicBezTo>
                <a:cubicBezTo>
                  <a:pt x="2396338" y="661505"/>
                  <a:pt x="2396338" y="661505"/>
                  <a:pt x="2396338" y="661505"/>
                </a:cubicBezTo>
                <a:cubicBezTo>
                  <a:pt x="2396338" y="726358"/>
                  <a:pt x="2396338" y="726358"/>
                  <a:pt x="2396338" y="726358"/>
                </a:cubicBezTo>
                <a:cubicBezTo>
                  <a:pt x="2404979" y="726358"/>
                  <a:pt x="2404979" y="726358"/>
                  <a:pt x="2404979" y="726358"/>
                </a:cubicBezTo>
                <a:cubicBezTo>
                  <a:pt x="2404979" y="771756"/>
                  <a:pt x="2404979" y="771756"/>
                  <a:pt x="2404979" y="771756"/>
                </a:cubicBezTo>
                <a:cubicBezTo>
                  <a:pt x="2410739" y="771756"/>
                  <a:pt x="2410739" y="771756"/>
                  <a:pt x="2410739" y="771756"/>
                </a:cubicBezTo>
                <a:cubicBezTo>
                  <a:pt x="2410739" y="756623"/>
                  <a:pt x="2410739" y="756623"/>
                  <a:pt x="2410739" y="756623"/>
                </a:cubicBezTo>
                <a:cubicBezTo>
                  <a:pt x="2419379" y="767432"/>
                  <a:pt x="2419379" y="767432"/>
                  <a:pt x="2419379" y="767432"/>
                </a:cubicBezTo>
                <a:cubicBezTo>
                  <a:pt x="2428020" y="767432"/>
                  <a:pt x="2428020" y="767432"/>
                  <a:pt x="2428020" y="767432"/>
                </a:cubicBezTo>
                <a:cubicBezTo>
                  <a:pt x="2428020" y="680961"/>
                  <a:pt x="2428020" y="680961"/>
                  <a:pt x="2428020" y="680961"/>
                </a:cubicBezTo>
                <a:cubicBezTo>
                  <a:pt x="2468343" y="680961"/>
                  <a:pt x="2468343" y="680961"/>
                  <a:pt x="2468343" y="680961"/>
                </a:cubicBezTo>
                <a:cubicBezTo>
                  <a:pt x="2485625" y="696093"/>
                  <a:pt x="2485625" y="696093"/>
                  <a:pt x="2485625" y="696093"/>
                </a:cubicBezTo>
                <a:cubicBezTo>
                  <a:pt x="2485625" y="680961"/>
                  <a:pt x="2485625" y="680961"/>
                  <a:pt x="2485625" y="680961"/>
                </a:cubicBezTo>
                <a:cubicBezTo>
                  <a:pt x="2488505" y="680961"/>
                  <a:pt x="2488505" y="680961"/>
                  <a:pt x="2488505" y="680961"/>
                </a:cubicBezTo>
                <a:cubicBezTo>
                  <a:pt x="2488505" y="678799"/>
                  <a:pt x="2488505" y="678799"/>
                  <a:pt x="2488505" y="678799"/>
                </a:cubicBezTo>
                <a:cubicBezTo>
                  <a:pt x="2502906" y="678799"/>
                  <a:pt x="2502906" y="678799"/>
                  <a:pt x="2502906" y="678799"/>
                </a:cubicBezTo>
                <a:cubicBezTo>
                  <a:pt x="2502906" y="655020"/>
                  <a:pt x="2502906" y="655020"/>
                  <a:pt x="2502906" y="655020"/>
                </a:cubicBezTo>
                <a:cubicBezTo>
                  <a:pt x="2511546" y="655020"/>
                  <a:pt x="2511546" y="655020"/>
                  <a:pt x="2511546" y="655020"/>
                </a:cubicBezTo>
                <a:cubicBezTo>
                  <a:pt x="2511546" y="642049"/>
                  <a:pt x="2511546" y="642049"/>
                  <a:pt x="2511546" y="642049"/>
                </a:cubicBezTo>
                <a:cubicBezTo>
                  <a:pt x="2514426" y="642049"/>
                  <a:pt x="2514426" y="642049"/>
                  <a:pt x="2514426" y="642049"/>
                </a:cubicBezTo>
                <a:cubicBezTo>
                  <a:pt x="2514426" y="618269"/>
                  <a:pt x="2514426" y="618269"/>
                  <a:pt x="2514426" y="618269"/>
                </a:cubicBezTo>
                <a:cubicBezTo>
                  <a:pt x="2537468" y="618269"/>
                  <a:pt x="2537468" y="618269"/>
                  <a:pt x="2537468" y="618269"/>
                </a:cubicBezTo>
                <a:cubicBezTo>
                  <a:pt x="2537468" y="588004"/>
                  <a:pt x="2537468" y="588004"/>
                  <a:pt x="2537468" y="588004"/>
                </a:cubicBezTo>
                <a:cubicBezTo>
                  <a:pt x="2548989" y="588004"/>
                  <a:pt x="2548989" y="588004"/>
                  <a:pt x="2548989" y="588004"/>
                </a:cubicBezTo>
                <a:cubicBezTo>
                  <a:pt x="2548989" y="581519"/>
                  <a:pt x="2548989" y="581519"/>
                  <a:pt x="2548989" y="581519"/>
                </a:cubicBezTo>
                <a:cubicBezTo>
                  <a:pt x="2557630" y="581519"/>
                  <a:pt x="2557630" y="581519"/>
                  <a:pt x="2557630" y="581519"/>
                </a:cubicBezTo>
                <a:cubicBezTo>
                  <a:pt x="2557630" y="551254"/>
                  <a:pt x="2557630" y="551254"/>
                  <a:pt x="2557630" y="551254"/>
                </a:cubicBezTo>
                <a:cubicBezTo>
                  <a:pt x="2563390" y="551254"/>
                  <a:pt x="2563390" y="551254"/>
                  <a:pt x="2563390" y="551254"/>
                </a:cubicBezTo>
                <a:cubicBezTo>
                  <a:pt x="2563390" y="542607"/>
                  <a:pt x="2563390" y="542607"/>
                  <a:pt x="2563390" y="542607"/>
                </a:cubicBezTo>
                <a:cubicBezTo>
                  <a:pt x="2572031" y="542607"/>
                  <a:pt x="2572031" y="542607"/>
                  <a:pt x="2572031" y="542607"/>
                </a:cubicBezTo>
                <a:cubicBezTo>
                  <a:pt x="2572031" y="512342"/>
                  <a:pt x="2572031" y="512342"/>
                  <a:pt x="2572031" y="512342"/>
                </a:cubicBezTo>
                <a:cubicBezTo>
                  <a:pt x="2609474" y="512342"/>
                  <a:pt x="2609474" y="512342"/>
                  <a:pt x="2609474" y="512342"/>
                </a:cubicBezTo>
                <a:cubicBezTo>
                  <a:pt x="2609474" y="499371"/>
                  <a:pt x="2609474" y="499371"/>
                  <a:pt x="2609474" y="499371"/>
                </a:cubicBezTo>
                <a:cubicBezTo>
                  <a:pt x="2652677" y="499371"/>
                  <a:pt x="2652677" y="499371"/>
                  <a:pt x="2652677" y="499371"/>
                </a:cubicBezTo>
                <a:cubicBezTo>
                  <a:pt x="2652677" y="490724"/>
                  <a:pt x="2652677" y="490724"/>
                  <a:pt x="2652677" y="490724"/>
                </a:cubicBezTo>
                <a:cubicBezTo>
                  <a:pt x="2678599" y="490724"/>
                  <a:pt x="2678599" y="490724"/>
                  <a:pt x="2678599" y="490724"/>
                </a:cubicBezTo>
                <a:cubicBezTo>
                  <a:pt x="2678599" y="499371"/>
                  <a:pt x="2678599" y="499371"/>
                  <a:pt x="2678599" y="499371"/>
                </a:cubicBezTo>
                <a:cubicBezTo>
                  <a:pt x="2684359" y="499371"/>
                  <a:pt x="2684359" y="499371"/>
                  <a:pt x="2684359" y="499371"/>
                </a:cubicBezTo>
                <a:cubicBezTo>
                  <a:pt x="2684359" y="495048"/>
                  <a:pt x="2684359" y="495048"/>
                  <a:pt x="2684359" y="495048"/>
                </a:cubicBezTo>
                <a:cubicBezTo>
                  <a:pt x="2698760" y="495048"/>
                  <a:pt x="2698760" y="495048"/>
                  <a:pt x="2698760" y="495048"/>
                </a:cubicBezTo>
                <a:cubicBezTo>
                  <a:pt x="2698760" y="499371"/>
                  <a:pt x="2698760" y="499371"/>
                  <a:pt x="2698760" y="499371"/>
                </a:cubicBezTo>
                <a:cubicBezTo>
                  <a:pt x="2707401" y="499371"/>
                  <a:pt x="2707401" y="499371"/>
                  <a:pt x="2707401" y="499371"/>
                </a:cubicBezTo>
                <a:cubicBezTo>
                  <a:pt x="2707401" y="490724"/>
                  <a:pt x="2707401" y="490724"/>
                  <a:pt x="2707401" y="490724"/>
                </a:cubicBezTo>
                <a:cubicBezTo>
                  <a:pt x="2727562" y="490724"/>
                  <a:pt x="2727562" y="490724"/>
                  <a:pt x="2727562" y="490724"/>
                </a:cubicBezTo>
                <a:cubicBezTo>
                  <a:pt x="2727562" y="499371"/>
                  <a:pt x="2727562" y="499371"/>
                  <a:pt x="2727562" y="499371"/>
                </a:cubicBezTo>
                <a:cubicBezTo>
                  <a:pt x="2759245" y="499371"/>
                  <a:pt x="2759245" y="499371"/>
                  <a:pt x="2759245" y="499371"/>
                </a:cubicBezTo>
                <a:cubicBezTo>
                  <a:pt x="2759245" y="514504"/>
                  <a:pt x="2759245" y="514504"/>
                  <a:pt x="2759245" y="514504"/>
                </a:cubicBezTo>
                <a:cubicBezTo>
                  <a:pt x="2779406" y="514504"/>
                  <a:pt x="2779406" y="514504"/>
                  <a:pt x="2779406" y="514504"/>
                </a:cubicBezTo>
                <a:cubicBezTo>
                  <a:pt x="2779406" y="596652"/>
                  <a:pt x="2779406" y="596652"/>
                  <a:pt x="2779406" y="596652"/>
                </a:cubicBezTo>
                <a:cubicBezTo>
                  <a:pt x="2788046" y="596652"/>
                  <a:pt x="2788046" y="596652"/>
                  <a:pt x="2788046" y="596652"/>
                </a:cubicBezTo>
                <a:cubicBezTo>
                  <a:pt x="2788046" y="564225"/>
                  <a:pt x="2788046" y="564225"/>
                  <a:pt x="2788046" y="564225"/>
                </a:cubicBezTo>
                <a:cubicBezTo>
                  <a:pt x="2842771" y="564225"/>
                  <a:pt x="2842771" y="564225"/>
                  <a:pt x="2842771" y="564225"/>
                </a:cubicBezTo>
                <a:cubicBezTo>
                  <a:pt x="2842771" y="596652"/>
                  <a:pt x="2842771" y="596652"/>
                  <a:pt x="2842771" y="596652"/>
                </a:cubicBezTo>
                <a:cubicBezTo>
                  <a:pt x="2848531" y="596652"/>
                  <a:pt x="2848531" y="596652"/>
                  <a:pt x="2848531" y="596652"/>
                </a:cubicBezTo>
                <a:cubicBezTo>
                  <a:pt x="2848531" y="683123"/>
                  <a:pt x="2848531" y="683123"/>
                  <a:pt x="2848531" y="683123"/>
                </a:cubicBezTo>
                <a:cubicBezTo>
                  <a:pt x="2857172" y="680961"/>
                  <a:pt x="2857172" y="680961"/>
                  <a:pt x="2857172" y="680961"/>
                </a:cubicBezTo>
                <a:cubicBezTo>
                  <a:pt x="2860052" y="611784"/>
                  <a:pt x="2860052" y="611784"/>
                  <a:pt x="2860052" y="611784"/>
                </a:cubicBezTo>
                <a:cubicBezTo>
                  <a:pt x="2862932" y="680961"/>
                  <a:pt x="2862932" y="680961"/>
                  <a:pt x="2862932" y="680961"/>
                </a:cubicBezTo>
                <a:cubicBezTo>
                  <a:pt x="2871573" y="683123"/>
                  <a:pt x="2871573" y="683123"/>
                  <a:pt x="2871573" y="683123"/>
                </a:cubicBezTo>
                <a:cubicBezTo>
                  <a:pt x="2880213" y="724196"/>
                  <a:pt x="2880213" y="724196"/>
                  <a:pt x="2880213" y="724196"/>
                </a:cubicBezTo>
                <a:cubicBezTo>
                  <a:pt x="2903255" y="735005"/>
                  <a:pt x="2903255" y="735005"/>
                  <a:pt x="2903255" y="735005"/>
                </a:cubicBezTo>
                <a:cubicBezTo>
                  <a:pt x="2903255" y="717711"/>
                  <a:pt x="2903255" y="717711"/>
                  <a:pt x="2903255" y="717711"/>
                </a:cubicBezTo>
                <a:cubicBezTo>
                  <a:pt x="2911896" y="717711"/>
                  <a:pt x="2911896" y="717711"/>
                  <a:pt x="2911896" y="717711"/>
                </a:cubicBezTo>
                <a:cubicBezTo>
                  <a:pt x="2911896" y="706902"/>
                  <a:pt x="2911896" y="706902"/>
                  <a:pt x="2911896" y="706902"/>
                </a:cubicBezTo>
                <a:cubicBezTo>
                  <a:pt x="2981021" y="706902"/>
                  <a:pt x="2981021" y="706902"/>
                  <a:pt x="2981021" y="706902"/>
                </a:cubicBezTo>
                <a:cubicBezTo>
                  <a:pt x="2981021" y="711226"/>
                  <a:pt x="2981021" y="711226"/>
                  <a:pt x="2981021" y="711226"/>
                </a:cubicBezTo>
                <a:cubicBezTo>
                  <a:pt x="2989662" y="711226"/>
                  <a:pt x="2989662" y="711226"/>
                  <a:pt x="2989662" y="711226"/>
                </a:cubicBezTo>
                <a:cubicBezTo>
                  <a:pt x="2989662" y="698255"/>
                  <a:pt x="2989662" y="698255"/>
                  <a:pt x="2989662" y="698255"/>
                </a:cubicBezTo>
                <a:cubicBezTo>
                  <a:pt x="3001182" y="698255"/>
                  <a:pt x="3001182" y="698255"/>
                  <a:pt x="3001182" y="698255"/>
                </a:cubicBezTo>
                <a:cubicBezTo>
                  <a:pt x="3001182" y="713388"/>
                  <a:pt x="3001182" y="713388"/>
                  <a:pt x="3001182" y="713388"/>
                </a:cubicBezTo>
                <a:cubicBezTo>
                  <a:pt x="3006943" y="713388"/>
                  <a:pt x="3006943" y="713388"/>
                  <a:pt x="3006943" y="713388"/>
                </a:cubicBezTo>
                <a:cubicBezTo>
                  <a:pt x="3006943" y="696093"/>
                  <a:pt x="3006943" y="696093"/>
                  <a:pt x="3006943" y="696093"/>
                </a:cubicBezTo>
                <a:cubicBezTo>
                  <a:pt x="3021343" y="696093"/>
                  <a:pt x="3021343" y="696093"/>
                  <a:pt x="3021343" y="696093"/>
                </a:cubicBezTo>
                <a:cubicBezTo>
                  <a:pt x="3021343" y="687446"/>
                  <a:pt x="3021343" y="687446"/>
                  <a:pt x="3021343" y="687446"/>
                </a:cubicBezTo>
                <a:cubicBezTo>
                  <a:pt x="3047266" y="687446"/>
                  <a:pt x="3047266" y="687446"/>
                  <a:pt x="3047266" y="687446"/>
                </a:cubicBezTo>
                <a:cubicBezTo>
                  <a:pt x="3047266" y="665828"/>
                  <a:pt x="3047266" y="665828"/>
                  <a:pt x="3047266" y="665828"/>
                </a:cubicBezTo>
                <a:cubicBezTo>
                  <a:pt x="3055906" y="663667"/>
                  <a:pt x="3055906" y="663667"/>
                  <a:pt x="3055906" y="663667"/>
                </a:cubicBezTo>
                <a:cubicBezTo>
                  <a:pt x="3055906" y="659343"/>
                  <a:pt x="3055906" y="659343"/>
                  <a:pt x="3055906" y="659343"/>
                </a:cubicBezTo>
                <a:cubicBezTo>
                  <a:pt x="3078948" y="659343"/>
                  <a:pt x="3078948" y="659343"/>
                  <a:pt x="3078948" y="659343"/>
                </a:cubicBezTo>
                <a:cubicBezTo>
                  <a:pt x="3078948" y="646372"/>
                  <a:pt x="3078948" y="646372"/>
                  <a:pt x="3078948" y="646372"/>
                </a:cubicBezTo>
                <a:cubicBezTo>
                  <a:pt x="3090469" y="646372"/>
                  <a:pt x="3090469" y="646372"/>
                  <a:pt x="3090469" y="646372"/>
                </a:cubicBezTo>
                <a:cubicBezTo>
                  <a:pt x="3090469" y="607460"/>
                  <a:pt x="3090469" y="607460"/>
                  <a:pt x="3090469" y="607460"/>
                </a:cubicBezTo>
                <a:cubicBezTo>
                  <a:pt x="3110630" y="607460"/>
                  <a:pt x="3110630" y="607460"/>
                  <a:pt x="3110630" y="607460"/>
                </a:cubicBezTo>
                <a:cubicBezTo>
                  <a:pt x="3110630" y="603137"/>
                  <a:pt x="3110630" y="603137"/>
                  <a:pt x="3110630" y="603137"/>
                </a:cubicBezTo>
                <a:cubicBezTo>
                  <a:pt x="3122151" y="603137"/>
                  <a:pt x="3122151" y="603137"/>
                  <a:pt x="3122151" y="603137"/>
                </a:cubicBezTo>
                <a:cubicBezTo>
                  <a:pt x="3122151" y="555578"/>
                  <a:pt x="3122151" y="555578"/>
                  <a:pt x="3122151" y="555578"/>
                </a:cubicBezTo>
                <a:cubicBezTo>
                  <a:pt x="3148073" y="555578"/>
                  <a:pt x="3148073" y="555578"/>
                  <a:pt x="3148073" y="555578"/>
                </a:cubicBezTo>
                <a:cubicBezTo>
                  <a:pt x="3148073" y="536122"/>
                  <a:pt x="3148073" y="536122"/>
                  <a:pt x="3148073" y="536122"/>
                </a:cubicBezTo>
                <a:cubicBezTo>
                  <a:pt x="3197037" y="536122"/>
                  <a:pt x="3197037" y="536122"/>
                  <a:pt x="3197037" y="536122"/>
                </a:cubicBezTo>
                <a:cubicBezTo>
                  <a:pt x="3197037" y="557740"/>
                  <a:pt x="3197037" y="557740"/>
                  <a:pt x="3197037" y="557740"/>
                </a:cubicBezTo>
                <a:cubicBezTo>
                  <a:pt x="3234480" y="557740"/>
                  <a:pt x="3234480" y="557740"/>
                  <a:pt x="3234480" y="557740"/>
                </a:cubicBezTo>
                <a:cubicBezTo>
                  <a:pt x="3234480" y="605299"/>
                  <a:pt x="3234480" y="605299"/>
                  <a:pt x="3234480" y="605299"/>
                </a:cubicBezTo>
                <a:cubicBezTo>
                  <a:pt x="3251761" y="605299"/>
                  <a:pt x="3251761" y="605299"/>
                  <a:pt x="3251761" y="605299"/>
                </a:cubicBezTo>
                <a:cubicBezTo>
                  <a:pt x="3251761" y="711226"/>
                  <a:pt x="3251761" y="711226"/>
                  <a:pt x="3251761" y="711226"/>
                </a:cubicBezTo>
                <a:cubicBezTo>
                  <a:pt x="3260401" y="711226"/>
                  <a:pt x="3260401" y="711226"/>
                  <a:pt x="3260401" y="711226"/>
                </a:cubicBezTo>
                <a:cubicBezTo>
                  <a:pt x="3271922" y="683123"/>
                  <a:pt x="3271922" y="683123"/>
                  <a:pt x="3271922" y="683123"/>
                </a:cubicBezTo>
                <a:cubicBezTo>
                  <a:pt x="3280563" y="696093"/>
                  <a:pt x="3280563" y="696093"/>
                  <a:pt x="3280563" y="696093"/>
                </a:cubicBezTo>
                <a:cubicBezTo>
                  <a:pt x="3277683" y="696093"/>
                  <a:pt x="3277683" y="696093"/>
                  <a:pt x="3277683" y="696093"/>
                </a:cubicBezTo>
                <a:cubicBezTo>
                  <a:pt x="3277683" y="711226"/>
                  <a:pt x="3277683" y="711226"/>
                  <a:pt x="3277683" y="711226"/>
                </a:cubicBezTo>
                <a:cubicBezTo>
                  <a:pt x="3289203" y="711226"/>
                  <a:pt x="3289203" y="711226"/>
                  <a:pt x="3289203" y="711226"/>
                </a:cubicBezTo>
                <a:cubicBezTo>
                  <a:pt x="3289203" y="743652"/>
                  <a:pt x="3289203" y="743652"/>
                  <a:pt x="3289203" y="743652"/>
                </a:cubicBezTo>
                <a:cubicBezTo>
                  <a:pt x="3300724" y="743652"/>
                  <a:pt x="3300724" y="743652"/>
                  <a:pt x="3300724" y="743652"/>
                </a:cubicBezTo>
                <a:cubicBezTo>
                  <a:pt x="3300724" y="767432"/>
                  <a:pt x="3300724" y="767432"/>
                  <a:pt x="3300724" y="767432"/>
                </a:cubicBezTo>
                <a:cubicBezTo>
                  <a:pt x="3320885" y="767432"/>
                  <a:pt x="3320885" y="767432"/>
                  <a:pt x="3320885" y="767432"/>
                </a:cubicBezTo>
                <a:cubicBezTo>
                  <a:pt x="3320885" y="758785"/>
                  <a:pt x="3320885" y="758785"/>
                  <a:pt x="3320885" y="758785"/>
                </a:cubicBezTo>
                <a:cubicBezTo>
                  <a:pt x="3343927" y="758785"/>
                  <a:pt x="3343927" y="758785"/>
                  <a:pt x="3343927" y="758785"/>
                </a:cubicBezTo>
                <a:cubicBezTo>
                  <a:pt x="3343927" y="735005"/>
                  <a:pt x="3343927" y="735005"/>
                  <a:pt x="3343927" y="735005"/>
                </a:cubicBezTo>
                <a:cubicBezTo>
                  <a:pt x="3398652" y="735005"/>
                  <a:pt x="3398652" y="735005"/>
                  <a:pt x="3398652" y="735005"/>
                </a:cubicBezTo>
                <a:cubicBezTo>
                  <a:pt x="3398652" y="741491"/>
                  <a:pt x="3398652" y="741491"/>
                  <a:pt x="3398652" y="741491"/>
                </a:cubicBezTo>
                <a:cubicBezTo>
                  <a:pt x="3404412" y="741491"/>
                  <a:pt x="3404412" y="741491"/>
                  <a:pt x="3404412" y="741491"/>
                </a:cubicBezTo>
                <a:cubicBezTo>
                  <a:pt x="3404412" y="743652"/>
                  <a:pt x="3404412" y="743652"/>
                  <a:pt x="3404412" y="743652"/>
                </a:cubicBezTo>
                <a:cubicBezTo>
                  <a:pt x="3407292" y="743652"/>
                  <a:pt x="3407292" y="743652"/>
                  <a:pt x="3407292" y="743652"/>
                </a:cubicBezTo>
                <a:cubicBezTo>
                  <a:pt x="3407292" y="735005"/>
                  <a:pt x="3407292" y="735005"/>
                  <a:pt x="3407292" y="735005"/>
                </a:cubicBezTo>
                <a:cubicBezTo>
                  <a:pt x="3418813" y="735005"/>
                  <a:pt x="3418813" y="735005"/>
                  <a:pt x="3418813" y="735005"/>
                </a:cubicBezTo>
                <a:cubicBezTo>
                  <a:pt x="3418813" y="752300"/>
                  <a:pt x="3418813" y="752300"/>
                  <a:pt x="3418813" y="752300"/>
                </a:cubicBezTo>
                <a:cubicBezTo>
                  <a:pt x="3427454" y="752300"/>
                  <a:pt x="3427454" y="752300"/>
                  <a:pt x="3427454" y="752300"/>
                </a:cubicBezTo>
                <a:cubicBezTo>
                  <a:pt x="3427454" y="743652"/>
                  <a:pt x="3427454" y="743652"/>
                  <a:pt x="3427454" y="743652"/>
                </a:cubicBezTo>
                <a:cubicBezTo>
                  <a:pt x="3438974" y="743652"/>
                  <a:pt x="3438974" y="743652"/>
                  <a:pt x="3438974" y="743652"/>
                </a:cubicBezTo>
                <a:cubicBezTo>
                  <a:pt x="3438974" y="719873"/>
                  <a:pt x="3438974" y="719873"/>
                  <a:pt x="3438974" y="719873"/>
                </a:cubicBezTo>
                <a:cubicBezTo>
                  <a:pt x="3482178" y="719873"/>
                  <a:pt x="3482178" y="719873"/>
                  <a:pt x="3482178" y="719873"/>
                </a:cubicBezTo>
                <a:cubicBezTo>
                  <a:pt x="3482178" y="726358"/>
                  <a:pt x="3482178" y="726358"/>
                  <a:pt x="3482178" y="726358"/>
                </a:cubicBezTo>
                <a:cubicBezTo>
                  <a:pt x="3490818" y="726358"/>
                  <a:pt x="3490818" y="726358"/>
                  <a:pt x="3490818" y="726358"/>
                </a:cubicBezTo>
                <a:cubicBezTo>
                  <a:pt x="3490818" y="713388"/>
                  <a:pt x="3490818" y="713388"/>
                  <a:pt x="3490818" y="713388"/>
                </a:cubicBezTo>
                <a:cubicBezTo>
                  <a:pt x="3513860" y="713388"/>
                  <a:pt x="3513860" y="713388"/>
                  <a:pt x="3513860" y="713388"/>
                </a:cubicBezTo>
                <a:cubicBezTo>
                  <a:pt x="3513860" y="687446"/>
                  <a:pt x="3513860" y="687446"/>
                  <a:pt x="3513860" y="687446"/>
                </a:cubicBezTo>
                <a:cubicBezTo>
                  <a:pt x="3534022" y="687446"/>
                  <a:pt x="3534022" y="687446"/>
                  <a:pt x="3534022" y="687446"/>
                </a:cubicBezTo>
                <a:cubicBezTo>
                  <a:pt x="3534022" y="696093"/>
                  <a:pt x="3534022" y="696093"/>
                  <a:pt x="3534022" y="696093"/>
                </a:cubicBezTo>
                <a:cubicBezTo>
                  <a:pt x="3545542" y="696093"/>
                  <a:pt x="3545542" y="696093"/>
                  <a:pt x="3545542" y="696093"/>
                </a:cubicBezTo>
                <a:cubicBezTo>
                  <a:pt x="3545542" y="672314"/>
                  <a:pt x="3545542" y="672314"/>
                  <a:pt x="3545542" y="672314"/>
                </a:cubicBezTo>
                <a:cubicBezTo>
                  <a:pt x="3565703" y="672314"/>
                  <a:pt x="3565703" y="672314"/>
                  <a:pt x="3565703" y="672314"/>
                </a:cubicBezTo>
                <a:cubicBezTo>
                  <a:pt x="3565703" y="687446"/>
                  <a:pt x="3565703" y="687446"/>
                  <a:pt x="3565703" y="687446"/>
                </a:cubicBezTo>
                <a:cubicBezTo>
                  <a:pt x="3597386" y="687446"/>
                  <a:pt x="3597386" y="687446"/>
                  <a:pt x="3597386" y="687446"/>
                </a:cubicBezTo>
                <a:cubicBezTo>
                  <a:pt x="3597386" y="678799"/>
                  <a:pt x="3597386" y="678799"/>
                  <a:pt x="3597386" y="678799"/>
                </a:cubicBezTo>
                <a:cubicBezTo>
                  <a:pt x="3620427" y="678799"/>
                  <a:pt x="3620427" y="678799"/>
                  <a:pt x="3620427" y="678799"/>
                </a:cubicBezTo>
                <a:cubicBezTo>
                  <a:pt x="3620427" y="687446"/>
                  <a:pt x="3620427" y="687446"/>
                  <a:pt x="3620427" y="687446"/>
                </a:cubicBezTo>
                <a:cubicBezTo>
                  <a:pt x="3629068" y="687446"/>
                  <a:pt x="3629068" y="687446"/>
                  <a:pt x="3629068" y="687446"/>
                </a:cubicBezTo>
                <a:cubicBezTo>
                  <a:pt x="3629068" y="702579"/>
                  <a:pt x="3629068" y="702579"/>
                  <a:pt x="3629068" y="702579"/>
                </a:cubicBezTo>
                <a:cubicBezTo>
                  <a:pt x="3640589" y="702579"/>
                  <a:pt x="3640589" y="702579"/>
                  <a:pt x="3640589" y="702579"/>
                </a:cubicBezTo>
                <a:cubicBezTo>
                  <a:pt x="3640589" y="713388"/>
                  <a:pt x="3640589" y="713388"/>
                  <a:pt x="3640589" y="713388"/>
                </a:cubicBezTo>
                <a:cubicBezTo>
                  <a:pt x="3703954" y="713388"/>
                  <a:pt x="3703954" y="713388"/>
                  <a:pt x="3703954" y="713388"/>
                </a:cubicBezTo>
                <a:cubicBezTo>
                  <a:pt x="3703954" y="743652"/>
                  <a:pt x="3703954" y="743652"/>
                  <a:pt x="3703954" y="743652"/>
                </a:cubicBezTo>
                <a:cubicBezTo>
                  <a:pt x="3726996" y="743652"/>
                  <a:pt x="3726996" y="743652"/>
                  <a:pt x="3726996" y="743652"/>
                </a:cubicBezTo>
                <a:cubicBezTo>
                  <a:pt x="3726996" y="735005"/>
                  <a:pt x="3726996" y="735005"/>
                  <a:pt x="3726996" y="735005"/>
                </a:cubicBezTo>
                <a:cubicBezTo>
                  <a:pt x="3790360" y="735005"/>
                  <a:pt x="3790360" y="735005"/>
                  <a:pt x="3790360" y="735005"/>
                </a:cubicBezTo>
                <a:cubicBezTo>
                  <a:pt x="3790360" y="724196"/>
                  <a:pt x="3790360" y="724196"/>
                  <a:pt x="3790360" y="724196"/>
                </a:cubicBezTo>
                <a:cubicBezTo>
                  <a:pt x="3801881" y="719873"/>
                  <a:pt x="3801881" y="719873"/>
                  <a:pt x="3801881" y="719873"/>
                </a:cubicBezTo>
                <a:cubicBezTo>
                  <a:pt x="3801881" y="687446"/>
                  <a:pt x="3801881" y="687446"/>
                  <a:pt x="3801881" y="687446"/>
                </a:cubicBezTo>
                <a:cubicBezTo>
                  <a:pt x="3822042" y="687446"/>
                  <a:pt x="3822042" y="687446"/>
                  <a:pt x="3822042" y="687446"/>
                </a:cubicBezTo>
                <a:cubicBezTo>
                  <a:pt x="3830683" y="706902"/>
                  <a:pt x="3830683" y="706902"/>
                  <a:pt x="3830683" y="706902"/>
                </a:cubicBezTo>
                <a:cubicBezTo>
                  <a:pt x="3833564" y="700417"/>
                  <a:pt x="3833564" y="700417"/>
                  <a:pt x="3833564" y="700417"/>
                </a:cubicBezTo>
                <a:cubicBezTo>
                  <a:pt x="3850845" y="698255"/>
                  <a:pt x="3850845" y="698255"/>
                  <a:pt x="3850845" y="698255"/>
                </a:cubicBezTo>
                <a:cubicBezTo>
                  <a:pt x="3847965" y="609622"/>
                  <a:pt x="3847965" y="609622"/>
                  <a:pt x="3847965" y="609622"/>
                </a:cubicBezTo>
                <a:cubicBezTo>
                  <a:pt x="3865245" y="611784"/>
                  <a:pt x="3865245" y="611784"/>
                  <a:pt x="3865245" y="611784"/>
                </a:cubicBezTo>
                <a:cubicBezTo>
                  <a:pt x="3865245" y="471268"/>
                  <a:pt x="3865245" y="471268"/>
                  <a:pt x="3865245" y="471268"/>
                </a:cubicBezTo>
                <a:cubicBezTo>
                  <a:pt x="3891168" y="471268"/>
                  <a:pt x="3891168" y="471268"/>
                  <a:pt x="3891168" y="471268"/>
                </a:cubicBezTo>
                <a:cubicBezTo>
                  <a:pt x="3891168" y="356694"/>
                  <a:pt x="3891168" y="356694"/>
                  <a:pt x="3891168" y="356694"/>
                </a:cubicBezTo>
                <a:cubicBezTo>
                  <a:pt x="3896928" y="350209"/>
                  <a:pt x="3896928" y="350209"/>
                  <a:pt x="3896928" y="350209"/>
                </a:cubicBezTo>
                <a:cubicBezTo>
                  <a:pt x="3896928" y="326429"/>
                  <a:pt x="3896928" y="326429"/>
                  <a:pt x="3896928" y="326429"/>
                </a:cubicBezTo>
                <a:cubicBezTo>
                  <a:pt x="3919969" y="326429"/>
                  <a:pt x="3919969" y="326429"/>
                  <a:pt x="3919969" y="326429"/>
                </a:cubicBezTo>
                <a:cubicBezTo>
                  <a:pt x="3974694" y="246443"/>
                  <a:pt x="3974694" y="246443"/>
                  <a:pt x="3974694" y="246443"/>
                </a:cubicBezTo>
                <a:cubicBezTo>
                  <a:pt x="3977574" y="1"/>
                  <a:pt x="3977574" y="1"/>
                  <a:pt x="3977574" y="1"/>
                </a:cubicBezTo>
                <a:cubicBezTo>
                  <a:pt x="3983335" y="246443"/>
                  <a:pt x="3983335" y="246443"/>
                  <a:pt x="3983335" y="246443"/>
                </a:cubicBezTo>
                <a:cubicBezTo>
                  <a:pt x="4035178" y="328591"/>
                  <a:pt x="4035178" y="328591"/>
                  <a:pt x="4035178" y="328591"/>
                </a:cubicBezTo>
                <a:cubicBezTo>
                  <a:pt x="4058220" y="328591"/>
                  <a:pt x="4058220" y="328591"/>
                  <a:pt x="4058220" y="328591"/>
                </a:cubicBezTo>
                <a:cubicBezTo>
                  <a:pt x="4058220" y="354532"/>
                  <a:pt x="4058220" y="354532"/>
                  <a:pt x="4058220" y="354532"/>
                </a:cubicBezTo>
                <a:cubicBezTo>
                  <a:pt x="4063981" y="356694"/>
                  <a:pt x="4063981" y="356694"/>
                  <a:pt x="4063981" y="356694"/>
                </a:cubicBezTo>
                <a:cubicBezTo>
                  <a:pt x="4063981" y="471268"/>
                  <a:pt x="4063981" y="471268"/>
                  <a:pt x="4063981" y="471268"/>
                </a:cubicBezTo>
                <a:cubicBezTo>
                  <a:pt x="4084142" y="471268"/>
                  <a:pt x="4084142" y="471268"/>
                  <a:pt x="4084142" y="471268"/>
                </a:cubicBezTo>
                <a:cubicBezTo>
                  <a:pt x="4084142" y="607460"/>
                  <a:pt x="4084142" y="607460"/>
                  <a:pt x="4084142" y="607460"/>
                </a:cubicBezTo>
                <a:cubicBezTo>
                  <a:pt x="4107184" y="607460"/>
                  <a:pt x="4107184" y="607460"/>
                  <a:pt x="4107184" y="607460"/>
                </a:cubicBezTo>
                <a:cubicBezTo>
                  <a:pt x="4107184" y="730682"/>
                  <a:pt x="4107184" y="730682"/>
                  <a:pt x="4107184" y="730682"/>
                </a:cubicBezTo>
                <a:cubicBezTo>
                  <a:pt x="4144626" y="728520"/>
                  <a:pt x="4144626" y="728520"/>
                  <a:pt x="4144626" y="728520"/>
                </a:cubicBezTo>
                <a:cubicBezTo>
                  <a:pt x="4150387" y="717711"/>
                  <a:pt x="4150387" y="717711"/>
                  <a:pt x="4150387" y="717711"/>
                </a:cubicBezTo>
                <a:cubicBezTo>
                  <a:pt x="4170548" y="715549"/>
                  <a:pt x="4170548" y="715549"/>
                  <a:pt x="4170548" y="715549"/>
                </a:cubicBezTo>
                <a:cubicBezTo>
                  <a:pt x="4176309" y="724196"/>
                  <a:pt x="4176309" y="724196"/>
                  <a:pt x="4176309" y="724196"/>
                </a:cubicBezTo>
                <a:cubicBezTo>
                  <a:pt x="4205111" y="724196"/>
                  <a:pt x="4205111" y="724196"/>
                  <a:pt x="4205111" y="724196"/>
                </a:cubicBezTo>
                <a:lnTo>
                  <a:pt x="4205111" y="726591"/>
                </a:lnTo>
                <a:lnTo>
                  <a:pt x="4207550" y="712285"/>
                </a:lnTo>
                <a:cubicBezTo>
                  <a:pt x="4209221" y="702478"/>
                  <a:pt x="4211450" y="689402"/>
                  <a:pt x="4214422" y="671967"/>
                </a:cubicBezTo>
                <a:cubicBezTo>
                  <a:pt x="4214422" y="671967"/>
                  <a:pt x="4214422" y="671967"/>
                  <a:pt x="4208478" y="667318"/>
                </a:cubicBezTo>
                <a:cubicBezTo>
                  <a:pt x="4208478" y="667318"/>
                  <a:pt x="4208478" y="667318"/>
                  <a:pt x="4208478" y="660344"/>
                </a:cubicBezTo>
                <a:cubicBezTo>
                  <a:pt x="4208478" y="660344"/>
                  <a:pt x="4208478" y="660344"/>
                  <a:pt x="4217394" y="655694"/>
                </a:cubicBezTo>
                <a:cubicBezTo>
                  <a:pt x="4217394" y="655694"/>
                  <a:pt x="4217394" y="655694"/>
                  <a:pt x="4220366" y="641747"/>
                </a:cubicBezTo>
                <a:cubicBezTo>
                  <a:pt x="4220366" y="641747"/>
                  <a:pt x="4220366" y="641747"/>
                  <a:pt x="4226312" y="655694"/>
                </a:cubicBezTo>
                <a:cubicBezTo>
                  <a:pt x="4226312" y="655694"/>
                  <a:pt x="4226312" y="655694"/>
                  <a:pt x="4232255" y="660344"/>
                </a:cubicBezTo>
                <a:cubicBezTo>
                  <a:pt x="4232255" y="660344"/>
                  <a:pt x="4232255" y="660344"/>
                  <a:pt x="4232255" y="669642"/>
                </a:cubicBezTo>
                <a:cubicBezTo>
                  <a:pt x="4232255" y="669642"/>
                  <a:pt x="4232255" y="669642"/>
                  <a:pt x="4226312" y="671967"/>
                </a:cubicBezTo>
                <a:cubicBezTo>
                  <a:pt x="4226312" y="671967"/>
                  <a:pt x="4226312" y="671967"/>
                  <a:pt x="4241171" y="739382"/>
                </a:cubicBezTo>
                <a:cubicBezTo>
                  <a:pt x="4241171" y="739382"/>
                  <a:pt x="4241171" y="739382"/>
                  <a:pt x="4253059" y="739382"/>
                </a:cubicBezTo>
                <a:cubicBezTo>
                  <a:pt x="4253059" y="739382"/>
                  <a:pt x="4253059" y="739382"/>
                  <a:pt x="4261975" y="771927"/>
                </a:cubicBezTo>
                <a:cubicBezTo>
                  <a:pt x="4261975" y="771927"/>
                  <a:pt x="4261975" y="771927"/>
                  <a:pt x="4306555" y="778901"/>
                </a:cubicBezTo>
                <a:cubicBezTo>
                  <a:pt x="4306555" y="778901"/>
                  <a:pt x="4306555" y="778901"/>
                  <a:pt x="4306555" y="739382"/>
                </a:cubicBezTo>
                <a:cubicBezTo>
                  <a:pt x="4306555" y="739382"/>
                  <a:pt x="4306555" y="739382"/>
                  <a:pt x="4380856" y="739382"/>
                </a:cubicBezTo>
                <a:cubicBezTo>
                  <a:pt x="4380856" y="739382"/>
                  <a:pt x="4380856" y="739382"/>
                  <a:pt x="4410576" y="755654"/>
                </a:cubicBezTo>
                <a:cubicBezTo>
                  <a:pt x="4410576" y="755654"/>
                  <a:pt x="4410576" y="755654"/>
                  <a:pt x="4425436" y="755654"/>
                </a:cubicBezTo>
                <a:cubicBezTo>
                  <a:pt x="4425436" y="755654"/>
                  <a:pt x="4425436" y="755654"/>
                  <a:pt x="4440296" y="739382"/>
                </a:cubicBezTo>
                <a:cubicBezTo>
                  <a:pt x="4440296" y="739382"/>
                  <a:pt x="4440296" y="739382"/>
                  <a:pt x="4461100" y="739382"/>
                </a:cubicBezTo>
                <a:cubicBezTo>
                  <a:pt x="4461100" y="739382"/>
                  <a:pt x="4461100" y="739382"/>
                  <a:pt x="4461100" y="804472"/>
                </a:cubicBezTo>
                <a:cubicBezTo>
                  <a:pt x="4461100" y="804472"/>
                  <a:pt x="4461100" y="804472"/>
                  <a:pt x="4472988" y="806797"/>
                </a:cubicBezTo>
                <a:cubicBezTo>
                  <a:pt x="4472988" y="806797"/>
                  <a:pt x="4472988" y="806797"/>
                  <a:pt x="4472988" y="797498"/>
                </a:cubicBezTo>
                <a:cubicBezTo>
                  <a:pt x="4472988" y="797498"/>
                  <a:pt x="4472988" y="797498"/>
                  <a:pt x="4505680" y="797498"/>
                </a:cubicBezTo>
                <a:cubicBezTo>
                  <a:pt x="4505680" y="797498"/>
                  <a:pt x="4505680" y="797498"/>
                  <a:pt x="4505680" y="699863"/>
                </a:cubicBezTo>
                <a:cubicBezTo>
                  <a:pt x="4505680" y="699863"/>
                  <a:pt x="4505680" y="699863"/>
                  <a:pt x="4508652" y="697538"/>
                </a:cubicBezTo>
                <a:cubicBezTo>
                  <a:pt x="4508652" y="697538"/>
                  <a:pt x="4508652" y="697538"/>
                  <a:pt x="4577008" y="697538"/>
                </a:cubicBezTo>
                <a:cubicBezTo>
                  <a:pt x="4577008" y="697538"/>
                  <a:pt x="4577008" y="697538"/>
                  <a:pt x="4577008" y="685915"/>
                </a:cubicBezTo>
                <a:cubicBezTo>
                  <a:pt x="4577008" y="685915"/>
                  <a:pt x="4577008" y="685915"/>
                  <a:pt x="4606729" y="685915"/>
                </a:cubicBezTo>
                <a:cubicBezTo>
                  <a:pt x="4606729" y="685915"/>
                  <a:pt x="4606729" y="685915"/>
                  <a:pt x="4606729" y="676616"/>
                </a:cubicBezTo>
                <a:cubicBezTo>
                  <a:pt x="4606729" y="676616"/>
                  <a:pt x="4606729" y="676616"/>
                  <a:pt x="4666169" y="676616"/>
                </a:cubicBezTo>
                <a:cubicBezTo>
                  <a:pt x="4666169" y="676616"/>
                  <a:pt x="4666169" y="676616"/>
                  <a:pt x="4666169" y="697538"/>
                </a:cubicBezTo>
                <a:cubicBezTo>
                  <a:pt x="4666169" y="697538"/>
                  <a:pt x="4666169" y="697538"/>
                  <a:pt x="4689946" y="706837"/>
                </a:cubicBezTo>
                <a:cubicBezTo>
                  <a:pt x="4689946" y="706837"/>
                  <a:pt x="4689946" y="706837"/>
                  <a:pt x="4689946" y="737057"/>
                </a:cubicBezTo>
                <a:cubicBezTo>
                  <a:pt x="4689946" y="737057"/>
                  <a:pt x="4689946" y="737057"/>
                  <a:pt x="4704806" y="741706"/>
                </a:cubicBezTo>
                <a:cubicBezTo>
                  <a:pt x="4704806" y="741706"/>
                  <a:pt x="4704806" y="741706"/>
                  <a:pt x="4704806" y="732408"/>
                </a:cubicBezTo>
                <a:cubicBezTo>
                  <a:pt x="4704806" y="732408"/>
                  <a:pt x="4704806" y="732408"/>
                  <a:pt x="4716694" y="732408"/>
                </a:cubicBezTo>
                <a:cubicBezTo>
                  <a:pt x="4716694" y="732408"/>
                  <a:pt x="4716694" y="732408"/>
                  <a:pt x="4716694" y="725434"/>
                </a:cubicBezTo>
                <a:cubicBezTo>
                  <a:pt x="4716694" y="725434"/>
                  <a:pt x="4716694" y="725434"/>
                  <a:pt x="4704806" y="725434"/>
                </a:cubicBezTo>
                <a:cubicBezTo>
                  <a:pt x="4704806" y="725434"/>
                  <a:pt x="4704806" y="725434"/>
                  <a:pt x="4704806" y="716135"/>
                </a:cubicBezTo>
                <a:cubicBezTo>
                  <a:pt x="4704806" y="716135"/>
                  <a:pt x="4704806" y="716135"/>
                  <a:pt x="4716694" y="716135"/>
                </a:cubicBezTo>
                <a:cubicBezTo>
                  <a:pt x="4716694" y="716135"/>
                  <a:pt x="4716694" y="716135"/>
                  <a:pt x="4716694" y="706837"/>
                </a:cubicBezTo>
                <a:cubicBezTo>
                  <a:pt x="4716694" y="706837"/>
                  <a:pt x="4716694" y="706837"/>
                  <a:pt x="4704806" y="706837"/>
                </a:cubicBezTo>
                <a:cubicBezTo>
                  <a:pt x="4704806" y="706837"/>
                  <a:pt x="4704806" y="706837"/>
                  <a:pt x="4704806" y="697538"/>
                </a:cubicBezTo>
                <a:cubicBezTo>
                  <a:pt x="4704806" y="697538"/>
                  <a:pt x="4704806" y="697538"/>
                  <a:pt x="4716694" y="697538"/>
                </a:cubicBezTo>
                <a:cubicBezTo>
                  <a:pt x="4716694" y="697538"/>
                  <a:pt x="4716694" y="697538"/>
                  <a:pt x="4716694" y="690564"/>
                </a:cubicBezTo>
                <a:cubicBezTo>
                  <a:pt x="4716694" y="690564"/>
                  <a:pt x="4716694" y="690564"/>
                  <a:pt x="4704806" y="690564"/>
                </a:cubicBezTo>
                <a:cubicBezTo>
                  <a:pt x="4704806" y="690564"/>
                  <a:pt x="4704806" y="690564"/>
                  <a:pt x="4704806" y="681266"/>
                </a:cubicBezTo>
                <a:cubicBezTo>
                  <a:pt x="4704806" y="681266"/>
                  <a:pt x="4704806" y="681266"/>
                  <a:pt x="4716694" y="681266"/>
                </a:cubicBezTo>
                <a:cubicBezTo>
                  <a:pt x="4716694" y="681266"/>
                  <a:pt x="4716694" y="681266"/>
                  <a:pt x="4716694" y="671967"/>
                </a:cubicBezTo>
                <a:cubicBezTo>
                  <a:pt x="4716694" y="671967"/>
                  <a:pt x="4716694" y="671967"/>
                  <a:pt x="4704806" y="671967"/>
                </a:cubicBezTo>
                <a:cubicBezTo>
                  <a:pt x="4704806" y="671967"/>
                  <a:pt x="4704806" y="671967"/>
                  <a:pt x="4704806" y="664993"/>
                </a:cubicBezTo>
                <a:cubicBezTo>
                  <a:pt x="4704806" y="664993"/>
                  <a:pt x="4704806" y="664993"/>
                  <a:pt x="4716694" y="664993"/>
                </a:cubicBezTo>
                <a:cubicBezTo>
                  <a:pt x="4716694" y="664993"/>
                  <a:pt x="4716694" y="664993"/>
                  <a:pt x="4716694" y="655694"/>
                </a:cubicBezTo>
                <a:cubicBezTo>
                  <a:pt x="4716694" y="655694"/>
                  <a:pt x="4716694" y="655694"/>
                  <a:pt x="4704806" y="655694"/>
                </a:cubicBezTo>
                <a:cubicBezTo>
                  <a:pt x="4704806" y="655694"/>
                  <a:pt x="4704806" y="655694"/>
                  <a:pt x="4704806" y="646396"/>
                </a:cubicBezTo>
                <a:cubicBezTo>
                  <a:pt x="4704806" y="646396"/>
                  <a:pt x="4704806" y="646396"/>
                  <a:pt x="4716694" y="646396"/>
                </a:cubicBezTo>
                <a:cubicBezTo>
                  <a:pt x="4716694" y="646396"/>
                  <a:pt x="4716694" y="646396"/>
                  <a:pt x="4716694" y="637097"/>
                </a:cubicBezTo>
                <a:cubicBezTo>
                  <a:pt x="4716694" y="637097"/>
                  <a:pt x="4716694" y="637097"/>
                  <a:pt x="4704806" y="637097"/>
                </a:cubicBezTo>
                <a:cubicBezTo>
                  <a:pt x="4704806" y="637097"/>
                  <a:pt x="4704806" y="637097"/>
                  <a:pt x="4704806" y="630123"/>
                </a:cubicBezTo>
                <a:cubicBezTo>
                  <a:pt x="4704806" y="630123"/>
                  <a:pt x="4704806" y="630123"/>
                  <a:pt x="4716694" y="630123"/>
                </a:cubicBezTo>
                <a:cubicBezTo>
                  <a:pt x="4716694" y="630123"/>
                  <a:pt x="4716694" y="630123"/>
                  <a:pt x="4716694" y="620825"/>
                </a:cubicBezTo>
                <a:cubicBezTo>
                  <a:pt x="4716694" y="620825"/>
                  <a:pt x="4716694" y="620825"/>
                  <a:pt x="4704806" y="620825"/>
                </a:cubicBezTo>
                <a:cubicBezTo>
                  <a:pt x="4704806" y="620825"/>
                  <a:pt x="4704806" y="620825"/>
                  <a:pt x="4704806" y="611526"/>
                </a:cubicBezTo>
                <a:cubicBezTo>
                  <a:pt x="4704806" y="611526"/>
                  <a:pt x="4704806" y="611526"/>
                  <a:pt x="4716694" y="611526"/>
                </a:cubicBezTo>
                <a:cubicBezTo>
                  <a:pt x="4716694" y="611526"/>
                  <a:pt x="4716694" y="611526"/>
                  <a:pt x="4716694" y="604552"/>
                </a:cubicBezTo>
                <a:cubicBezTo>
                  <a:pt x="4716694" y="604552"/>
                  <a:pt x="4716694" y="604552"/>
                  <a:pt x="4704806" y="604552"/>
                </a:cubicBezTo>
                <a:cubicBezTo>
                  <a:pt x="4704806" y="604552"/>
                  <a:pt x="4704806" y="604552"/>
                  <a:pt x="4704806" y="595254"/>
                </a:cubicBezTo>
                <a:cubicBezTo>
                  <a:pt x="4704806" y="595254"/>
                  <a:pt x="4704806" y="595254"/>
                  <a:pt x="4716694" y="595254"/>
                </a:cubicBezTo>
                <a:cubicBezTo>
                  <a:pt x="4716694" y="595254"/>
                  <a:pt x="4716694" y="595254"/>
                  <a:pt x="4716694" y="585955"/>
                </a:cubicBezTo>
                <a:cubicBezTo>
                  <a:pt x="4716694" y="585955"/>
                  <a:pt x="4716694" y="585955"/>
                  <a:pt x="4704806" y="585955"/>
                </a:cubicBezTo>
                <a:cubicBezTo>
                  <a:pt x="4704806" y="585955"/>
                  <a:pt x="4704806" y="585955"/>
                  <a:pt x="4704806" y="576656"/>
                </a:cubicBezTo>
                <a:cubicBezTo>
                  <a:pt x="4704806" y="576656"/>
                  <a:pt x="4704806" y="576656"/>
                  <a:pt x="4716694" y="576656"/>
                </a:cubicBezTo>
                <a:cubicBezTo>
                  <a:pt x="4716694" y="576656"/>
                  <a:pt x="4716694" y="576656"/>
                  <a:pt x="4716694" y="569682"/>
                </a:cubicBezTo>
                <a:cubicBezTo>
                  <a:pt x="4716694" y="569682"/>
                  <a:pt x="4716694" y="569682"/>
                  <a:pt x="4704806" y="569682"/>
                </a:cubicBezTo>
                <a:cubicBezTo>
                  <a:pt x="4704806" y="569682"/>
                  <a:pt x="4704806" y="569682"/>
                  <a:pt x="4704806" y="560384"/>
                </a:cubicBezTo>
                <a:cubicBezTo>
                  <a:pt x="4704806" y="560384"/>
                  <a:pt x="4704806" y="560384"/>
                  <a:pt x="4716694" y="560384"/>
                </a:cubicBezTo>
                <a:cubicBezTo>
                  <a:pt x="4716694" y="560384"/>
                  <a:pt x="4716694" y="560384"/>
                  <a:pt x="4716694" y="551085"/>
                </a:cubicBezTo>
                <a:cubicBezTo>
                  <a:pt x="4716694" y="551085"/>
                  <a:pt x="4716694" y="551085"/>
                  <a:pt x="4704806" y="551085"/>
                </a:cubicBezTo>
                <a:cubicBezTo>
                  <a:pt x="4704806" y="551085"/>
                  <a:pt x="4704806" y="551085"/>
                  <a:pt x="4704806" y="541787"/>
                </a:cubicBezTo>
                <a:cubicBezTo>
                  <a:pt x="4704806" y="541787"/>
                  <a:pt x="4704806" y="541787"/>
                  <a:pt x="4716694" y="541787"/>
                </a:cubicBezTo>
                <a:cubicBezTo>
                  <a:pt x="4716694" y="541787"/>
                  <a:pt x="4716694" y="541787"/>
                  <a:pt x="4716694" y="534813"/>
                </a:cubicBezTo>
                <a:cubicBezTo>
                  <a:pt x="4716694" y="534813"/>
                  <a:pt x="4716694" y="534813"/>
                  <a:pt x="4704806" y="534813"/>
                </a:cubicBezTo>
                <a:cubicBezTo>
                  <a:pt x="4704806" y="534813"/>
                  <a:pt x="4704806" y="534813"/>
                  <a:pt x="4704806" y="525514"/>
                </a:cubicBezTo>
                <a:cubicBezTo>
                  <a:pt x="4704806" y="525514"/>
                  <a:pt x="4704806" y="525514"/>
                  <a:pt x="4716694" y="525514"/>
                </a:cubicBezTo>
                <a:cubicBezTo>
                  <a:pt x="4716694" y="525514"/>
                  <a:pt x="4716694" y="525514"/>
                  <a:pt x="4704806" y="511566"/>
                </a:cubicBezTo>
                <a:cubicBezTo>
                  <a:pt x="4704806" y="511566"/>
                  <a:pt x="4704806" y="511566"/>
                  <a:pt x="4704806" y="474372"/>
                </a:cubicBezTo>
                <a:cubicBezTo>
                  <a:pt x="4704806" y="474372"/>
                  <a:pt x="4704806" y="474372"/>
                  <a:pt x="4903930" y="474372"/>
                </a:cubicBezTo>
                <a:cubicBezTo>
                  <a:pt x="4903930" y="474372"/>
                  <a:pt x="4903930" y="474372"/>
                  <a:pt x="4921763" y="495294"/>
                </a:cubicBezTo>
                <a:cubicBezTo>
                  <a:pt x="4921763" y="495294"/>
                  <a:pt x="4921763" y="495294"/>
                  <a:pt x="4921763" y="541787"/>
                </a:cubicBezTo>
                <a:cubicBezTo>
                  <a:pt x="4921763" y="541787"/>
                  <a:pt x="4921763" y="541787"/>
                  <a:pt x="4909874" y="541787"/>
                </a:cubicBezTo>
                <a:cubicBezTo>
                  <a:pt x="4909874" y="541787"/>
                  <a:pt x="4909874" y="541787"/>
                  <a:pt x="4909874" y="551085"/>
                </a:cubicBezTo>
                <a:cubicBezTo>
                  <a:pt x="4909874" y="551085"/>
                  <a:pt x="4909874" y="551085"/>
                  <a:pt x="4921763" y="551085"/>
                </a:cubicBezTo>
                <a:cubicBezTo>
                  <a:pt x="4921763" y="551085"/>
                  <a:pt x="4921763" y="551085"/>
                  <a:pt x="4921763" y="560384"/>
                </a:cubicBezTo>
                <a:cubicBezTo>
                  <a:pt x="4921763" y="560384"/>
                  <a:pt x="4921763" y="560384"/>
                  <a:pt x="4909874" y="560384"/>
                </a:cubicBezTo>
                <a:cubicBezTo>
                  <a:pt x="4909874" y="560384"/>
                  <a:pt x="4909874" y="560384"/>
                  <a:pt x="4909874" y="569682"/>
                </a:cubicBezTo>
                <a:cubicBezTo>
                  <a:pt x="4909874" y="569682"/>
                  <a:pt x="4909874" y="569682"/>
                  <a:pt x="4921763" y="569682"/>
                </a:cubicBezTo>
                <a:cubicBezTo>
                  <a:pt x="4921763" y="569682"/>
                  <a:pt x="4921763" y="569682"/>
                  <a:pt x="4921763" y="576656"/>
                </a:cubicBezTo>
                <a:cubicBezTo>
                  <a:pt x="4921763" y="576656"/>
                  <a:pt x="4921763" y="576656"/>
                  <a:pt x="4909874" y="576656"/>
                </a:cubicBezTo>
                <a:cubicBezTo>
                  <a:pt x="4909874" y="576656"/>
                  <a:pt x="4909874" y="576656"/>
                  <a:pt x="4909874" y="585955"/>
                </a:cubicBezTo>
                <a:cubicBezTo>
                  <a:pt x="4909874" y="585955"/>
                  <a:pt x="4909874" y="585955"/>
                  <a:pt x="4921763" y="585955"/>
                </a:cubicBezTo>
                <a:cubicBezTo>
                  <a:pt x="4921763" y="585955"/>
                  <a:pt x="4921763" y="585955"/>
                  <a:pt x="4921763" y="595254"/>
                </a:cubicBezTo>
                <a:cubicBezTo>
                  <a:pt x="4921763" y="595254"/>
                  <a:pt x="4921763" y="595254"/>
                  <a:pt x="4909874" y="595254"/>
                </a:cubicBezTo>
                <a:cubicBezTo>
                  <a:pt x="4909874" y="595254"/>
                  <a:pt x="4909874" y="595254"/>
                  <a:pt x="4909874" y="604552"/>
                </a:cubicBezTo>
                <a:cubicBezTo>
                  <a:pt x="4909874" y="604552"/>
                  <a:pt x="4909874" y="604552"/>
                  <a:pt x="4921763" y="604552"/>
                </a:cubicBezTo>
                <a:cubicBezTo>
                  <a:pt x="4921763" y="604552"/>
                  <a:pt x="4921763" y="604552"/>
                  <a:pt x="4921763" y="611526"/>
                </a:cubicBezTo>
                <a:cubicBezTo>
                  <a:pt x="4921763" y="611526"/>
                  <a:pt x="4921763" y="611526"/>
                  <a:pt x="4909874" y="611526"/>
                </a:cubicBezTo>
                <a:cubicBezTo>
                  <a:pt x="4909874" y="611526"/>
                  <a:pt x="4909874" y="611526"/>
                  <a:pt x="4909874" y="620825"/>
                </a:cubicBezTo>
                <a:cubicBezTo>
                  <a:pt x="4909874" y="620825"/>
                  <a:pt x="4909874" y="620825"/>
                  <a:pt x="4921763" y="620825"/>
                </a:cubicBezTo>
                <a:cubicBezTo>
                  <a:pt x="4921763" y="620825"/>
                  <a:pt x="4921763" y="620825"/>
                  <a:pt x="4921763" y="630123"/>
                </a:cubicBezTo>
                <a:cubicBezTo>
                  <a:pt x="4921763" y="630123"/>
                  <a:pt x="4921763" y="630123"/>
                  <a:pt x="4909874" y="630123"/>
                </a:cubicBezTo>
                <a:cubicBezTo>
                  <a:pt x="4909874" y="630123"/>
                  <a:pt x="4909874" y="630123"/>
                  <a:pt x="4909874" y="637097"/>
                </a:cubicBezTo>
                <a:cubicBezTo>
                  <a:pt x="4909874" y="637097"/>
                  <a:pt x="4909874" y="637097"/>
                  <a:pt x="4921763" y="637097"/>
                </a:cubicBezTo>
                <a:cubicBezTo>
                  <a:pt x="4921763" y="637097"/>
                  <a:pt x="4921763" y="637097"/>
                  <a:pt x="4921763" y="646396"/>
                </a:cubicBezTo>
                <a:cubicBezTo>
                  <a:pt x="4921763" y="646396"/>
                  <a:pt x="4921763" y="646396"/>
                  <a:pt x="4909874" y="646396"/>
                </a:cubicBezTo>
                <a:cubicBezTo>
                  <a:pt x="4909874" y="646396"/>
                  <a:pt x="4909874" y="646396"/>
                  <a:pt x="4909874" y="655694"/>
                </a:cubicBezTo>
                <a:cubicBezTo>
                  <a:pt x="4909874" y="655694"/>
                  <a:pt x="4909874" y="655694"/>
                  <a:pt x="4921763" y="655694"/>
                </a:cubicBezTo>
                <a:cubicBezTo>
                  <a:pt x="4921763" y="655694"/>
                  <a:pt x="4921763" y="655694"/>
                  <a:pt x="4921763" y="664993"/>
                </a:cubicBezTo>
                <a:cubicBezTo>
                  <a:pt x="4921763" y="664993"/>
                  <a:pt x="4921763" y="664993"/>
                  <a:pt x="4909874" y="664993"/>
                </a:cubicBezTo>
                <a:cubicBezTo>
                  <a:pt x="4909874" y="664993"/>
                  <a:pt x="4909874" y="664993"/>
                  <a:pt x="4909874" y="671967"/>
                </a:cubicBezTo>
                <a:cubicBezTo>
                  <a:pt x="4909874" y="671967"/>
                  <a:pt x="4909874" y="671967"/>
                  <a:pt x="4921763" y="671967"/>
                </a:cubicBezTo>
                <a:cubicBezTo>
                  <a:pt x="4921763" y="671967"/>
                  <a:pt x="4921763" y="671967"/>
                  <a:pt x="4921763" y="681266"/>
                </a:cubicBezTo>
                <a:cubicBezTo>
                  <a:pt x="4921763" y="681266"/>
                  <a:pt x="4921763" y="681266"/>
                  <a:pt x="4909874" y="681266"/>
                </a:cubicBezTo>
                <a:cubicBezTo>
                  <a:pt x="4909874" y="681266"/>
                  <a:pt x="4909874" y="681266"/>
                  <a:pt x="4909874" y="690564"/>
                </a:cubicBezTo>
                <a:cubicBezTo>
                  <a:pt x="4909874" y="690564"/>
                  <a:pt x="4909874" y="690564"/>
                  <a:pt x="4921763" y="690564"/>
                </a:cubicBezTo>
                <a:cubicBezTo>
                  <a:pt x="4921763" y="690564"/>
                  <a:pt x="4921763" y="690564"/>
                  <a:pt x="4921763" y="697538"/>
                </a:cubicBezTo>
                <a:cubicBezTo>
                  <a:pt x="4921763" y="697538"/>
                  <a:pt x="4921763" y="697538"/>
                  <a:pt x="4909874" y="697538"/>
                </a:cubicBezTo>
                <a:cubicBezTo>
                  <a:pt x="4909874" y="697538"/>
                  <a:pt x="4909874" y="697538"/>
                  <a:pt x="4909874" y="706837"/>
                </a:cubicBezTo>
                <a:cubicBezTo>
                  <a:pt x="4909874" y="706837"/>
                  <a:pt x="4909874" y="706837"/>
                  <a:pt x="4921763" y="706837"/>
                </a:cubicBezTo>
                <a:cubicBezTo>
                  <a:pt x="4921763" y="706837"/>
                  <a:pt x="4921763" y="706837"/>
                  <a:pt x="4921763" y="716135"/>
                </a:cubicBezTo>
                <a:cubicBezTo>
                  <a:pt x="4921763" y="716135"/>
                  <a:pt x="4921763" y="716135"/>
                  <a:pt x="4909874" y="716135"/>
                </a:cubicBezTo>
                <a:cubicBezTo>
                  <a:pt x="4909874" y="716135"/>
                  <a:pt x="4909874" y="716135"/>
                  <a:pt x="4909874" y="725434"/>
                </a:cubicBezTo>
                <a:cubicBezTo>
                  <a:pt x="4909874" y="725434"/>
                  <a:pt x="4909874" y="725434"/>
                  <a:pt x="4921763" y="725434"/>
                </a:cubicBezTo>
                <a:cubicBezTo>
                  <a:pt x="4921763" y="725434"/>
                  <a:pt x="4921763" y="725434"/>
                  <a:pt x="4921763" y="732408"/>
                </a:cubicBezTo>
                <a:cubicBezTo>
                  <a:pt x="4921763" y="732408"/>
                  <a:pt x="4921763" y="732408"/>
                  <a:pt x="4909874" y="732408"/>
                </a:cubicBezTo>
                <a:cubicBezTo>
                  <a:pt x="4909874" y="732408"/>
                  <a:pt x="4909874" y="732408"/>
                  <a:pt x="4909874" y="741706"/>
                </a:cubicBezTo>
                <a:cubicBezTo>
                  <a:pt x="4909874" y="741706"/>
                  <a:pt x="4909874" y="741706"/>
                  <a:pt x="4942567" y="762628"/>
                </a:cubicBezTo>
                <a:cubicBezTo>
                  <a:pt x="4942567" y="762628"/>
                  <a:pt x="4942567" y="762628"/>
                  <a:pt x="4942567" y="767278"/>
                </a:cubicBezTo>
                <a:cubicBezTo>
                  <a:pt x="4942567" y="767278"/>
                  <a:pt x="4942567" y="767278"/>
                  <a:pt x="4930679" y="767278"/>
                </a:cubicBezTo>
                <a:cubicBezTo>
                  <a:pt x="4930679" y="767278"/>
                  <a:pt x="4930679" y="767278"/>
                  <a:pt x="4930679" y="792849"/>
                </a:cubicBezTo>
                <a:cubicBezTo>
                  <a:pt x="4930679" y="792849"/>
                  <a:pt x="4930679" y="792849"/>
                  <a:pt x="4942567" y="792849"/>
                </a:cubicBezTo>
                <a:cubicBezTo>
                  <a:pt x="4942567" y="792849"/>
                  <a:pt x="4942567" y="792849"/>
                  <a:pt x="4942567" y="781225"/>
                </a:cubicBezTo>
                <a:cubicBezTo>
                  <a:pt x="4942567" y="781225"/>
                  <a:pt x="4942567" y="781225"/>
                  <a:pt x="4954455" y="776576"/>
                </a:cubicBezTo>
                <a:cubicBezTo>
                  <a:pt x="4954455" y="776576"/>
                  <a:pt x="4954455" y="776576"/>
                  <a:pt x="4975259" y="776576"/>
                </a:cubicBezTo>
                <a:cubicBezTo>
                  <a:pt x="4975259" y="776576"/>
                  <a:pt x="4975259" y="776576"/>
                  <a:pt x="4975259" y="785875"/>
                </a:cubicBezTo>
                <a:cubicBezTo>
                  <a:pt x="4975259" y="785875"/>
                  <a:pt x="4975259" y="785875"/>
                  <a:pt x="4993091" y="785875"/>
                </a:cubicBezTo>
                <a:cubicBezTo>
                  <a:pt x="4993091" y="785875"/>
                  <a:pt x="4993091" y="785875"/>
                  <a:pt x="4993091" y="790524"/>
                </a:cubicBezTo>
                <a:cubicBezTo>
                  <a:pt x="4993091" y="790524"/>
                  <a:pt x="4993091" y="790524"/>
                  <a:pt x="5004979" y="790524"/>
                </a:cubicBezTo>
                <a:cubicBezTo>
                  <a:pt x="5004979" y="790524"/>
                  <a:pt x="5004979" y="790524"/>
                  <a:pt x="5018771" y="804254"/>
                </a:cubicBezTo>
                <a:lnTo>
                  <a:pt x="5028884" y="814322"/>
                </a:lnTo>
                <a:lnTo>
                  <a:pt x="5070363" y="814322"/>
                </a:lnTo>
                <a:lnTo>
                  <a:pt x="5070363" y="802147"/>
                </a:lnTo>
                <a:cubicBezTo>
                  <a:pt x="5070363" y="802147"/>
                  <a:pt x="5070363" y="802147"/>
                  <a:pt x="5120887" y="802147"/>
                </a:cubicBezTo>
                <a:cubicBezTo>
                  <a:pt x="5120887" y="802147"/>
                  <a:pt x="5120887" y="802147"/>
                  <a:pt x="5120887" y="727759"/>
                </a:cubicBezTo>
                <a:cubicBezTo>
                  <a:pt x="5120887" y="727759"/>
                  <a:pt x="5120887" y="727759"/>
                  <a:pt x="5168440" y="727759"/>
                </a:cubicBezTo>
                <a:cubicBezTo>
                  <a:pt x="5168440" y="727759"/>
                  <a:pt x="5168440" y="727759"/>
                  <a:pt x="5168440" y="720785"/>
                </a:cubicBezTo>
                <a:cubicBezTo>
                  <a:pt x="5168440" y="720785"/>
                  <a:pt x="5168440" y="720785"/>
                  <a:pt x="5198160" y="720785"/>
                </a:cubicBezTo>
                <a:cubicBezTo>
                  <a:pt x="5198160" y="720785"/>
                  <a:pt x="5198160" y="720785"/>
                  <a:pt x="5198160" y="681266"/>
                </a:cubicBezTo>
                <a:cubicBezTo>
                  <a:pt x="5198160" y="681266"/>
                  <a:pt x="5198160" y="681266"/>
                  <a:pt x="5192216" y="681266"/>
                </a:cubicBezTo>
                <a:cubicBezTo>
                  <a:pt x="5192216" y="681266"/>
                  <a:pt x="5192216" y="681266"/>
                  <a:pt x="5192216" y="667318"/>
                </a:cubicBezTo>
                <a:cubicBezTo>
                  <a:pt x="5192216" y="667318"/>
                  <a:pt x="5192216" y="667318"/>
                  <a:pt x="5198160" y="669642"/>
                </a:cubicBezTo>
                <a:cubicBezTo>
                  <a:pt x="5198160" y="669642"/>
                  <a:pt x="5198160" y="669642"/>
                  <a:pt x="5204104" y="646396"/>
                </a:cubicBezTo>
                <a:cubicBezTo>
                  <a:pt x="5204104" y="646396"/>
                  <a:pt x="5204104" y="646396"/>
                  <a:pt x="5210048" y="669642"/>
                </a:cubicBezTo>
                <a:cubicBezTo>
                  <a:pt x="5210048" y="669642"/>
                  <a:pt x="5210048" y="669642"/>
                  <a:pt x="5213020" y="667318"/>
                </a:cubicBezTo>
                <a:cubicBezTo>
                  <a:pt x="5213020" y="667318"/>
                  <a:pt x="5213020" y="667318"/>
                  <a:pt x="5215992" y="660344"/>
                </a:cubicBezTo>
                <a:cubicBezTo>
                  <a:pt x="5215992" y="660344"/>
                  <a:pt x="5215992" y="660344"/>
                  <a:pt x="5221936" y="651045"/>
                </a:cubicBezTo>
                <a:cubicBezTo>
                  <a:pt x="5221936" y="651045"/>
                  <a:pt x="5221936" y="651045"/>
                  <a:pt x="5227880" y="641747"/>
                </a:cubicBezTo>
                <a:cubicBezTo>
                  <a:pt x="5227880" y="641747"/>
                  <a:pt x="5227880" y="641747"/>
                  <a:pt x="5242740" y="634773"/>
                </a:cubicBezTo>
                <a:cubicBezTo>
                  <a:pt x="5242740" y="634773"/>
                  <a:pt x="5242740" y="634773"/>
                  <a:pt x="5260572" y="625474"/>
                </a:cubicBezTo>
                <a:cubicBezTo>
                  <a:pt x="5260572" y="625474"/>
                  <a:pt x="5260572" y="625474"/>
                  <a:pt x="5269488" y="616175"/>
                </a:cubicBezTo>
                <a:cubicBezTo>
                  <a:pt x="5269488" y="616175"/>
                  <a:pt x="5269488" y="616175"/>
                  <a:pt x="5275432" y="599903"/>
                </a:cubicBezTo>
                <a:cubicBezTo>
                  <a:pt x="5275432" y="599903"/>
                  <a:pt x="5275432" y="599903"/>
                  <a:pt x="5281376" y="616175"/>
                </a:cubicBezTo>
                <a:cubicBezTo>
                  <a:pt x="5281376" y="616175"/>
                  <a:pt x="5281376" y="616175"/>
                  <a:pt x="5287320" y="623149"/>
                </a:cubicBezTo>
                <a:cubicBezTo>
                  <a:pt x="5287320" y="623149"/>
                  <a:pt x="5287320" y="623149"/>
                  <a:pt x="5302180" y="632448"/>
                </a:cubicBezTo>
                <a:cubicBezTo>
                  <a:pt x="5302180" y="632448"/>
                  <a:pt x="5302180" y="632448"/>
                  <a:pt x="5314069" y="641747"/>
                </a:cubicBezTo>
                <a:cubicBezTo>
                  <a:pt x="5314069" y="641747"/>
                  <a:pt x="5314069" y="641747"/>
                  <a:pt x="5325957" y="651045"/>
                </a:cubicBezTo>
                <a:cubicBezTo>
                  <a:pt x="5325957" y="651045"/>
                  <a:pt x="5325957" y="651045"/>
                  <a:pt x="5328929" y="660344"/>
                </a:cubicBezTo>
                <a:cubicBezTo>
                  <a:pt x="5328929" y="660344"/>
                  <a:pt x="5328929" y="660344"/>
                  <a:pt x="5331901" y="669642"/>
                </a:cubicBezTo>
                <a:cubicBezTo>
                  <a:pt x="5331901" y="669642"/>
                  <a:pt x="5331901" y="669642"/>
                  <a:pt x="5337845" y="669642"/>
                </a:cubicBezTo>
                <a:cubicBezTo>
                  <a:pt x="5337845" y="669642"/>
                  <a:pt x="5337845" y="669642"/>
                  <a:pt x="5340817" y="646396"/>
                </a:cubicBezTo>
                <a:cubicBezTo>
                  <a:pt x="5340817" y="646396"/>
                  <a:pt x="5340817" y="646396"/>
                  <a:pt x="5346761" y="669642"/>
                </a:cubicBezTo>
                <a:cubicBezTo>
                  <a:pt x="5346761" y="669642"/>
                  <a:pt x="5346761" y="669642"/>
                  <a:pt x="5352705" y="669642"/>
                </a:cubicBezTo>
                <a:cubicBezTo>
                  <a:pt x="5352705" y="669642"/>
                  <a:pt x="5352705" y="669642"/>
                  <a:pt x="5352705" y="683590"/>
                </a:cubicBezTo>
                <a:cubicBezTo>
                  <a:pt x="5352705" y="683590"/>
                  <a:pt x="5352705" y="683590"/>
                  <a:pt x="5346761" y="683590"/>
                </a:cubicBezTo>
                <a:cubicBezTo>
                  <a:pt x="5346761" y="683590"/>
                  <a:pt x="5346761" y="683590"/>
                  <a:pt x="5346761" y="716135"/>
                </a:cubicBezTo>
                <a:cubicBezTo>
                  <a:pt x="5346761" y="716135"/>
                  <a:pt x="5346761" y="716135"/>
                  <a:pt x="5358649" y="716135"/>
                </a:cubicBezTo>
                <a:cubicBezTo>
                  <a:pt x="5358649" y="716135"/>
                  <a:pt x="5358649" y="716135"/>
                  <a:pt x="5358649" y="720785"/>
                </a:cubicBezTo>
                <a:cubicBezTo>
                  <a:pt x="5358649" y="720785"/>
                  <a:pt x="5358649" y="720785"/>
                  <a:pt x="5367565" y="720785"/>
                </a:cubicBezTo>
                <a:cubicBezTo>
                  <a:pt x="5367565" y="720785"/>
                  <a:pt x="5367565" y="720785"/>
                  <a:pt x="5367565" y="711486"/>
                </a:cubicBezTo>
                <a:cubicBezTo>
                  <a:pt x="5367565" y="711486"/>
                  <a:pt x="5367565" y="711486"/>
                  <a:pt x="5391342" y="711486"/>
                </a:cubicBezTo>
                <a:cubicBezTo>
                  <a:pt x="5391342" y="711486"/>
                  <a:pt x="5391342" y="711486"/>
                  <a:pt x="5391342" y="695213"/>
                </a:cubicBezTo>
                <a:cubicBezTo>
                  <a:pt x="5391342" y="695213"/>
                  <a:pt x="5391342" y="695213"/>
                  <a:pt x="5441865" y="695213"/>
                </a:cubicBezTo>
                <a:cubicBezTo>
                  <a:pt x="5441865" y="695213"/>
                  <a:pt x="5441865" y="695213"/>
                  <a:pt x="5441865" y="706837"/>
                </a:cubicBezTo>
                <a:cubicBezTo>
                  <a:pt x="5441865" y="706837"/>
                  <a:pt x="5441865" y="706837"/>
                  <a:pt x="5468614" y="706837"/>
                </a:cubicBezTo>
                <a:cubicBezTo>
                  <a:pt x="5468614" y="706837"/>
                  <a:pt x="5468614" y="706837"/>
                  <a:pt x="5468614" y="725434"/>
                </a:cubicBezTo>
                <a:cubicBezTo>
                  <a:pt x="5468614" y="725434"/>
                  <a:pt x="5468614" y="725434"/>
                  <a:pt x="5462670" y="725434"/>
                </a:cubicBezTo>
                <a:cubicBezTo>
                  <a:pt x="5462670" y="725434"/>
                  <a:pt x="5462670" y="725434"/>
                  <a:pt x="5462670" y="732408"/>
                </a:cubicBezTo>
                <a:cubicBezTo>
                  <a:pt x="5462670" y="732408"/>
                  <a:pt x="5462670" y="732408"/>
                  <a:pt x="5468614" y="732408"/>
                </a:cubicBezTo>
                <a:cubicBezTo>
                  <a:pt x="5468614" y="732408"/>
                  <a:pt x="5468614" y="732408"/>
                  <a:pt x="5468614" y="746356"/>
                </a:cubicBezTo>
                <a:cubicBezTo>
                  <a:pt x="5468614" y="746356"/>
                  <a:pt x="5468614" y="746356"/>
                  <a:pt x="5462670" y="751005"/>
                </a:cubicBezTo>
                <a:cubicBezTo>
                  <a:pt x="5462670" y="751005"/>
                  <a:pt x="5462670" y="751005"/>
                  <a:pt x="5462670" y="806797"/>
                </a:cubicBezTo>
                <a:cubicBezTo>
                  <a:pt x="5462670" y="806797"/>
                  <a:pt x="5462670" y="806797"/>
                  <a:pt x="5483473" y="806797"/>
                </a:cubicBezTo>
                <a:cubicBezTo>
                  <a:pt x="5483473" y="806797"/>
                  <a:pt x="5483473" y="806797"/>
                  <a:pt x="5483473" y="811446"/>
                </a:cubicBezTo>
                <a:cubicBezTo>
                  <a:pt x="5483473" y="811446"/>
                  <a:pt x="5483473" y="811446"/>
                  <a:pt x="5501306" y="811446"/>
                </a:cubicBezTo>
                <a:cubicBezTo>
                  <a:pt x="5501306" y="811446"/>
                  <a:pt x="5501306" y="811446"/>
                  <a:pt x="5501306" y="813480"/>
                </a:cubicBezTo>
                <a:lnTo>
                  <a:pt x="5501306" y="814322"/>
                </a:lnTo>
                <a:lnTo>
                  <a:pt x="5519138" y="814322"/>
                </a:lnTo>
                <a:lnTo>
                  <a:pt x="5519138" y="811446"/>
                </a:lnTo>
                <a:cubicBezTo>
                  <a:pt x="5519138" y="811446"/>
                  <a:pt x="5519138" y="811446"/>
                  <a:pt x="5539942" y="802147"/>
                </a:cubicBezTo>
                <a:cubicBezTo>
                  <a:pt x="5539942" y="802147"/>
                  <a:pt x="5539942" y="802147"/>
                  <a:pt x="5539942" y="781225"/>
                </a:cubicBezTo>
                <a:cubicBezTo>
                  <a:pt x="5539942" y="781225"/>
                  <a:pt x="5539942" y="781225"/>
                  <a:pt x="5533998" y="781225"/>
                </a:cubicBezTo>
                <a:cubicBezTo>
                  <a:pt x="5533998" y="781225"/>
                  <a:pt x="5533998" y="781225"/>
                  <a:pt x="5533998" y="757979"/>
                </a:cubicBezTo>
                <a:cubicBezTo>
                  <a:pt x="5533998" y="757979"/>
                  <a:pt x="5533998" y="757979"/>
                  <a:pt x="5545886" y="757979"/>
                </a:cubicBezTo>
                <a:cubicBezTo>
                  <a:pt x="5545886" y="757979"/>
                  <a:pt x="5545886" y="757979"/>
                  <a:pt x="5545886" y="755654"/>
                </a:cubicBezTo>
                <a:cubicBezTo>
                  <a:pt x="5545886" y="755654"/>
                  <a:pt x="5545886" y="755654"/>
                  <a:pt x="5572634" y="755654"/>
                </a:cubicBezTo>
                <a:cubicBezTo>
                  <a:pt x="5572634" y="755654"/>
                  <a:pt x="5572634" y="755654"/>
                  <a:pt x="5572634" y="746356"/>
                </a:cubicBezTo>
                <a:cubicBezTo>
                  <a:pt x="5572634" y="746356"/>
                  <a:pt x="5572634" y="746356"/>
                  <a:pt x="5590466" y="746356"/>
                </a:cubicBezTo>
                <a:cubicBezTo>
                  <a:pt x="5590466" y="746356"/>
                  <a:pt x="5590466" y="746356"/>
                  <a:pt x="5590466" y="630123"/>
                </a:cubicBezTo>
                <a:cubicBezTo>
                  <a:pt x="5590466" y="630123"/>
                  <a:pt x="5590466" y="630123"/>
                  <a:pt x="5602354" y="630123"/>
                </a:cubicBezTo>
                <a:cubicBezTo>
                  <a:pt x="5602354" y="630123"/>
                  <a:pt x="5602354" y="630123"/>
                  <a:pt x="5602354" y="611526"/>
                </a:cubicBezTo>
                <a:cubicBezTo>
                  <a:pt x="5602354" y="611526"/>
                  <a:pt x="5602354" y="611526"/>
                  <a:pt x="5605326" y="611526"/>
                </a:cubicBezTo>
                <a:cubicBezTo>
                  <a:pt x="5605326" y="611526"/>
                  <a:pt x="5605326" y="611526"/>
                  <a:pt x="5605326" y="565033"/>
                </a:cubicBezTo>
                <a:cubicBezTo>
                  <a:pt x="5605326" y="565033"/>
                  <a:pt x="5605326" y="565033"/>
                  <a:pt x="5617215" y="565033"/>
                </a:cubicBezTo>
                <a:cubicBezTo>
                  <a:pt x="5617215" y="565033"/>
                  <a:pt x="5617215" y="565033"/>
                  <a:pt x="5617215" y="574332"/>
                </a:cubicBezTo>
                <a:cubicBezTo>
                  <a:pt x="5617215" y="574332"/>
                  <a:pt x="5617215" y="574332"/>
                  <a:pt x="5623159" y="574332"/>
                </a:cubicBezTo>
                <a:cubicBezTo>
                  <a:pt x="5623159" y="574332"/>
                  <a:pt x="5623159" y="574332"/>
                  <a:pt x="5623159" y="555735"/>
                </a:cubicBezTo>
                <a:cubicBezTo>
                  <a:pt x="5623159" y="555735"/>
                  <a:pt x="5623159" y="555735"/>
                  <a:pt x="5638018" y="551085"/>
                </a:cubicBezTo>
                <a:cubicBezTo>
                  <a:pt x="5638018" y="551085"/>
                  <a:pt x="5638018" y="551085"/>
                  <a:pt x="5649906" y="555735"/>
                </a:cubicBezTo>
                <a:cubicBezTo>
                  <a:pt x="5649906" y="555735"/>
                  <a:pt x="5649906" y="555735"/>
                  <a:pt x="5667738" y="555735"/>
                </a:cubicBezTo>
                <a:cubicBezTo>
                  <a:pt x="5667738" y="555735"/>
                  <a:pt x="5667738" y="555735"/>
                  <a:pt x="5667738" y="525514"/>
                </a:cubicBezTo>
                <a:cubicBezTo>
                  <a:pt x="5667738" y="525514"/>
                  <a:pt x="5667738" y="525514"/>
                  <a:pt x="5679627" y="525514"/>
                </a:cubicBezTo>
                <a:cubicBezTo>
                  <a:pt x="5679627" y="525514"/>
                  <a:pt x="5679627" y="525514"/>
                  <a:pt x="5679627" y="530163"/>
                </a:cubicBezTo>
                <a:cubicBezTo>
                  <a:pt x="5679627" y="530163"/>
                  <a:pt x="5679627" y="530163"/>
                  <a:pt x="5694487" y="530163"/>
                </a:cubicBezTo>
                <a:cubicBezTo>
                  <a:pt x="5694487" y="530163"/>
                  <a:pt x="5694487" y="530163"/>
                  <a:pt x="5694487" y="525514"/>
                </a:cubicBezTo>
                <a:cubicBezTo>
                  <a:pt x="5694487" y="525514"/>
                  <a:pt x="5694487" y="525514"/>
                  <a:pt x="5706375" y="525514"/>
                </a:cubicBezTo>
                <a:cubicBezTo>
                  <a:pt x="5706375" y="525514"/>
                  <a:pt x="5706375" y="525514"/>
                  <a:pt x="5706375" y="560384"/>
                </a:cubicBezTo>
                <a:cubicBezTo>
                  <a:pt x="5706375" y="560384"/>
                  <a:pt x="5706375" y="560384"/>
                  <a:pt x="5721235" y="569682"/>
                </a:cubicBezTo>
                <a:cubicBezTo>
                  <a:pt x="5721235" y="569682"/>
                  <a:pt x="5721235" y="569682"/>
                  <a:pt x="5721235" y="574332"/>
                </a:cubicBezTo>
                <a:cubicBezTo>
                  <a:pt x="5721235" y="574332"/>
                  <a:pt x="5721235" y="574332"/>
                  <a:pt x="5718263" y="574332"/>
                </a:cubicBezTo>
                <a:cubicBezTo>
                  <a:pt x="5718263" y="574332"/>
                  <a:pt x="5718263" y="574332"/>
                  <a:pt x="5718263" y="576656"/>
                </a:cubicBezTo>
                <a:cubicBezTo>
                  <a:pt x="5718263" y="576656"/>
                  <a:pt x="5718263" y="576656"/>
                  <a:pt x="5750955" y="576656"/>
                </a:cubicBezTo>
                <a:cubicBezTo>
                  <a:pt x="5750955" y="576656"/>
                  <a:pt x="5750955" y="576656"/>
                  <a:pt x="5750955" y="565033"/>
                </a:cubicBezTo>
                <a:cubicBezTo>
                  <a:pt x="5750955" y="565033"/>
                  <a:pt x="5750955" y="565033"/>
                  <a:pt x="5789591" y="555735"/>
                </a:cubicBezTo>
                <a:cubicBezTo>
                  <a:pt x="5789591" y="555735"/>
                  <a:pt x="5789591" y="555735"/>
                  <a:pt x="5789591" y="546436"/>
                </a:cubicBezTo>
                <a:cubicBezTo>
                  <a:pt x="5789591" y="546436"/>
                  <a:pt x="5789591" y="546436"/>
                  <a:pt x="5798507" y="546436"/>
                </a:cubicBezTo>
                <a:cubicBezTo>
                  <a:pt x="5798507" y="546436"/>
                  <a:pt x="5798507" y="546436"/>
                  <a:pt x="5798507" y="539462"/>
                </a:cubicBezTo>
                <a:cubicBezTo>
                  <a:pt x="5798507" y="539462"/>
                  <a:pt x="5798507" y="539462"/>
                  <a:pt x="5822283" y="539462"/>
                </a:cubicBezTo>
                <a:cubicBezTo>
                  <a:pt x="5822283" y="539462"/>
                  <a:pt x="5822283" y="539462"/>
                  <a:pt x="5822283" y="546436"/>
                </a:cubicBezTo>
                <a:cubicBezTo>
                  <a:pt x="5822283" y="546436"/>
                  <a:pt x="5822283" y="546436"/>
                  <a:pt x="5840116" y="546436"/>
                </a:cubicBezTo>
                <a:cubicBezTo>
                  <a:pt x="5840116" y="546436"/>
                  <a:pt x="5840116" y="546436"/>
                  <a:pt x="5840116" y="560384"/>
                </a:cubicBezTo>
                <a:cubicBezTo>
                  <a:pt x="5840116" y="560384"/>
                  <a:pt x="5840116" y="560384"/>
                  <a:pt x="5872808" y="560384"/>
                </a:cubicBezTo>
                <a:cubicBezTo>
                  <a:pt x="5872808" y="560384"/>
                  <a:pt x="5872808" y="560384"/>
                  <a:pt x="5872808" y="551085"/>
                </a:cubicBezTo>
                <a:cubicBezTo>
                  <a:pt x="5872808" y="551085"/>
                  <a:pt x="5872808" y="551085"/>
                  <a:pt x="5887668" y="551085"/>
                </a:cubicBezTo>
                <a:cubicBezTo>
                  <a:pt x="5887668" y="551085"/>
                  <a:pt x="5887668" y="551085"/>
                  <a:pt x="5887668" y="541787"/>
                </a:cubicBezTo>
                <a:cubicBezTo>
                  <a:pt x="5887668" y="541787"/>
                  <a:pt x="5887668" y="541787"/>
                  <a:pt x="5905500" y="541787"/>
                </a:cubicBezTo>
                <a:cubicBezTo>
                  <a:pt x="5905500" y="541787"/>
                  <a:pt x="5905500" y="541787"/>
                  <a:pt x="5905500" y="551085"/>
                </a:cubicBezTo>
                <a:cubicBezTo>
                  <a:pt x="5905500" y="551085"/>
                  <a:pt x="5905500" y="551085"/>
                  <a:pt x="5911444" y="551085"/>
                </a:cubicBezTo>
                <a:cubicBezTo>
                  <a:pt x="5911444" y="551085"/>
                  <a:pt x="5911444" y="551085"/>
                  <a:pt x="5911444" y="495294"/>
                </a:cubicBezTo>
                <a:cubicBezTo>
                  <a:pt x="5911444" y="495294"/>
                  <a:pt x="5911444" y="495294"/>
                  <a:pt x="6045185" y="495294"/>
                </a:cubicBezTo>
                <a:cubicBezTo>
                  <a:pt x="6045185" y="495294"/>
                  <a:pt x="6045185" y="495294"/>
                  <a:pt x="6045185" y="569682"/>
                </a:cubicBezTo>
                <a:cubicBezTo>
                  <a:pt x="6045185" y="569682"/>
                  <a:pt x="6045185" y="569682"/>
                  <a:pt x="6068961" y="569682"/>
                </a:cubicBezTo>
                <a:cubicBezTo>
                  <a:pt x="6068961" y="569682"/>
                  <a:pt x="6068961" y="569682"/>
                  <a:pt x="6068961" y="485995"/>
                </a:cubicBezTo>
                <a:cubicBezTo>
                  <a:pt x="6068961" y="485995"/>
                  <a:pt x="6068961" y="485995"/>
                  <a:pt x="6098681" y="474372"/>
                </a:cubicBezTo>
                <a:cubicBezTo>
                  <a:pt x="6098681" y="474372"/>
                  <a:pt x="6098681" y="474372"/>
                  <a:pt x="6137317" y="474372"/>
                </a:cubicBezTo>
                <a:cubicBezTo>
                  <a:pt x="6137317" y="474372"/>
                  <a:pt x="6137317" y="474372"/>
                  <a:pt x="6158121" y="460424"/>
                </a:cubicBezTo>
                <a:cubicBezTo>
                  <a:pt x="6158121" y="460424"/>
                  <a:pt x="6158121" y="460424"/>
                  <a:pt x="6208645" y="460424"/>
                </a:cubicBezTo>
                <a:cubicBezTo>
                  <a:pt x="6208645" y="460424"/>
                  <a:pt x="6208645" y="460424"/>
                  <a:pt x="6208645" y="474372"/>
                </a:cubicBezTo>
                <a:cubicBezTo>
                  <a:pt x="6208645" y="474372"/>
                  <a:pt x="6208645" y="474372"/>
                  <a:pt x="6259170" y="474372"/>
                </a:cubicBezTo>
                <a:cubicBezTo>
                  <a:pt x="6259170" y="474372"/>
                  <a:pt x="6259170" y="474372"/>
                  <a:pt x="6259170" y="565033"/>
                </a:cubicBezTo>
                <a:cubicBezTo>
                  <a:pt x="6259170" y="565033"/>
                  <a:pt x="6259170" y="565033"/>
                  <a:pt x="6274030" y="565033"/>
                </a:cubicBezTo>
                <a:cubicBezTo>
                  <a:pt x="6274030" y="565033"/>
                  <a:pt x="6274030" y="565033"/>
                  <a:pt x="6274030" y="697538"/>
                </a:cubicBezTo>
                <a:cubicBezTo>
                  <a:pt x="6274030" y="697538"/>
                  <a:pt x="6274030" y="697538"/>
                  <a:pt x="6297806" y="697538"/>
                </a:cubicBezTo>
                <a:cubicBezTo>
                  <a:pt x="6297806" y="697538"/>
                  <a:pt x="6297806" y="697538"/>
                  <a:pt x="6297806" y="611526"/>
                </a:cubicBezTo>
                <a:cubicBezTo>
                  <a:pt x="6297806" y="611526"/>
                  <a:pt x="6297806" y="611526"/>
                  <a:pt x="6306722" y="606877"/>
                </a:cubicBezTo>
                <a:cubicBezTo>
                  <a:pt x="6306722" y="606877"/>
                  <a:pt x="6306722" y="606877"/>
                  <a:pt x="6312666" y="606877"/>
                </a:cubicBezTo>
                <a:cubicBezTo>
                  <a:pt x="6312666" y="606877"/>
                  <a:pt x="6312666" y="606877"/>
                  <a:pt x="6312666" y="616175"/>
                </a:cubicBezTo>
                <a:cubicBezTo>
                  <a:pt x="6312666" y="616175"/>
                  <a:pt x="6312666" y="616175"/>
                  <a:pt x="6336442" y="606877"/>
                </a:cubicBezTo>
                <a:cubicBezTo>
                  <a:pt x="6336442" y="606877"/>
                  <a:pt x="6336442" y="606877"/>
                  <a:pt x="6357246" y="606877"/>
                </a:cubicBezTo>
                <a:cubicBezTo>
                  <a:pt x="6357246" y="606877"/>
                  <a:pt x="6357246" y="606877"/>
                  <a:pt x="6357246" y="764953"/>
                </a:cubicBezTo>
                <a:cubicBezTo>
                  <a:pt x="6357246" y="764953"/>
                  <a:pt x="6357246" y="764953"/>
                  <a:pt x="6398854" y="769602"/>
                </a:cubicBezTo>
                <a:cubicBezTo>
                  <a:pt x="6398854" y="767278"/>
                  <a:pt x="6398854" y="764953"/>
                  <a:pt x="6398854" y="762628"/>
                </a:cubicBezTo>
                <a:cubicBezTo>
                  <a:pt x="6413715" y="762628"/>
                  <a:pt x="6428575" y="762628"/>
                  <a:pt x="6443435" y="762628"/>
                </a:cubicBezTo>
                <a:cubicBezTo>
                  <a:pt x="6443435" y="751005"/>
                  <a:pt x="6443435" y="741706"/>
                  <a:pt x="6443435" y="732408"/>
                </a:cubicBezTo>
                <a:cubicBezTo>
                  <a:pt x="6446407" y="732408"/>
                  <a:pt x="6452351" y="732408"/>
                  <a:pt x="6455323" y="732408"/>
                </a:cubicBezTo>
                <a:cubicBezTo>
                  <a:pt x="6455323" y="718460"/>
                  <a:pt x="6455323" y="706837"/>
                  <a:pt x="6455323" y="692889"/>
                </a:cubicBezTo>
                <a:cubicBezTo>
                  <a:pt x="6458295" y="692889"/>
                  <a:pt x="6461267" y="692889"/>
                  <a:pt x="6464239" y="692889"/>
                </a:cubicBezTo>
                <a:cubicBezTo>
                  <a:pt x="6464239" y="678941"/>
                  <a:pt x="6464239" y="667318"/>
                  <a:pt x="6464239" y="653370"/>
                </a:cubicBezTo>
                <a:cubicBezTo>
                  <a:pt x="6470183" y="653370"/>
                  <a:pt x="6476127" y="653370"/>
                  <a:pt x="6485043" y="653370"/>
                </a:cubicBezTo>
                <a:cubicBezTo>
                  <a:pt x="6485043" y="653370"/>
                  <a:pt x="6485043" y="655694"/>
                  <a:pt x="6485043" y="655694"/>
                </a:cubicBezTo>
                <a:cubicBezTo>
                  <a:pt x="6505847" y="648720"/>
                  <a:pt x="6529623" y="639422"/>
                  <a:pt x="6550427" y="632448"/>
                </a:cubicBezTo>
                <a:cubicBezTo>
                  <a:pt x="6553399" y="625474"/>
                  <a:pt x="6553399" y="618500"/>
                  <a:pt x="6553399" y="611526"/>
                </a:cubicBezTo>
                <a:cubicBezTo>
                  <a:pt x="6556371" y="618500"/>
                  <a:pt x="6556371" y="625474"/>
                  <a:pt x="6559343" y="632448"/>
                </a:cubicBezTo>
                <a:cubicBezTo>
                  <a:pt x="6583119" y="641747"/>
                  <a:pt x="6603924" y="651045"/>
                  <a:pt x="6627700" y="660344"/>
                </a:cubicBezTo>
                <a:cubicBezTo>
                  <a:pt x="6627700" y="658019"/>
                  <a:pt x="6627700" y="655694"/>
                  <a:pt x="6627700" y="655694"/>
                </a:cubicBezTo>
                <a:cubicBezTo>
                  <a:pt x="6633644" y="655694"/>
                  <a:pt x="6639588" y="655694"/>
                  <a:pt x="6645532" y="655694"/>
                </a:cubicBezTo>
                <a:cubicBezTo>
                  <a:pt x="6645532" y="667318"/>
                  <a:pt x="6645532" y="681266"/>
                  <a:pt x="6645532" y="692889"/>
                </a:cubicBezTo>
                <a:cubicBezTo>
                  <a:pt x="6648504" y="692889"/>
                  <a:pt x="6651476" y="692889"/>
                  <a:pt x="6654448" y="692889"/>
                </a:cubicBezTo>
                <a:cubicBezTo>
                  <a:pt x="6654448" y="706837"/>
                  <a:pt x="6654448" y="720785"/>
                  <a:pt x="6654448" y="737057"/>
                </a:cubicBezTo>
                <a:cubicBezTo>
                  <a:pt x="6657420" y="737057"/>
                  <a:pt x="6660392" y="737057"/>
                  <a:pt x="6663364" y="737057"/>
                </a:cubicBezTo>
                <a:cubicBezTo>
                  <a:pt x="6663364" y="744031"/>
                  <a:pt x="6663364" y="751005"/>
                  <a:pt x="6663364" y="757979"/>
                </a:cubicBezTo>
                <a:cubicBezTo>
                  <a:pt x="6669308" y="757979"/>
                  <a:pt x="6675252" y="757979"/>
                  <a:pt x="6681196" y="757979"/>
                </a:cubicBezTo>
                <a:cubicBezTo>
                  <a:pt x="6681196" y="769602"/>
                  <a:pt x="6681196" y="778901"/>
                  <a:pt x="6681196" y="790524"/>
                </a:cubicBezTo>
                <a:cubicBezTo>
                  <a:pt x="6719832" y="788199"/>
                  <a:pt x="6755496" y="785875"/>
                  <a:pt x="6794133" y="783550"/>
                </a:cubicBezTo>
                <a:cubicBezTo>
                  <a:pt x="6794133" y="771927"/>
                  <a:pt x="6794133" y="762628"/>
                  <a:pt x="6794133" y="751005"/>
                </a:cubicBezTo>
                <a:cubicBezTo>
                  <a:pt x="6814937" y="751005"/>
                  <a:pt x="6835741" y="751005"/>
                  <a:pt x="6853573" y="751005"/>
                </a:cubicBezTo>
                <a:cubicBezTo>
                  <a:pt x="6853573" y="744031"/>
                  <a:pt x="6853573" y="739382"/>
                  <a:pt x="6853573" y="732408"/>
                </a:cubicBezTo>
                <a:cubicBezTo>
                  <a:pt x="6895181" y="732408"/>
                  <a:pt x="6936789" y="732408"/>
                  <a:pt x="6978398" y="732408"/>
                </a:cubicBezTo>
                <a:cubicBezTo>
                  <a:pt x="6978398" y="737057"/>
                  <a:pt x="6978398" y="739382"/>
                  <a:pt x="6978398" y="744031"/>
                </a:cubicBezTo>
                <a:cubicBezTo>
                  <a:pt x="7005146" y="744031"/>
                  <a:pt x="7031894" y="744031"/>
                  <a:pt x="7058642" y="744031"/>
                </a:cubicBezTo>
                <a:cubicBezTo>
                  <a:pt x="7058642" y="746356"/>
                  <a:pt x="7058642" y="748680"/>
                  <a:pt x="7058642" y="751005"/>
                </a:cubicBezTo>
                <a:cubicBezTo>
                  <a:pt x="7064586" y="751005"/>
                  <a:pt x="7073502" y="751005"/>
                  <a:pt x="7082418" y="751005"/>
                </a:cubicBezTo>
                <a:cubicBezTo>
                  <a:pt x="7082418" y="753330"/>
                  <a:pt x="7082418" y="755654"/>
                  <a:pt x="7082418" y="757979"/>
                </a:cubicBezTo>
                <a:cubicBezTo>
                  <a:pt x="7088362" y="757979"/>
                  <a:pt x="7097278" y="757979"/>
                  <a:pt x="7103222" y="757979"/>
                </a:cubicBezTo>
                <a:cubicBezTo>
                  <a:pt x="7103222" y="723109"/>
                  <a:pt x="7103222" y="688239"/>
                  <a:pt x="7103222" y="653370"/>
                </a:cubicBezTo>
                <a:cubicBezTo>
                  <a:pt x="7124026" y="648720"/>
                  <a:pt x="7144831" y="644071"/>
                  <a:pt x="7165635" y="639422"/>
                </a:cubicBezTo>
                <a:cubicBezTo>
                  <a:pt x="7204271" y="639422"/>
                  <a:pt x="7242907" y="639422"/>
                  <a:pt x="7281543" y="639422"/>
                </a:cubicBezTo>
                <a:cubicBezTo>
                  <a:pt x="7281543" y="583630"/>
                  <a:pt x="7281543" y="527839"/>
                  <a:pt x="7281543" y="472047"/>
                </a:cubicBezTo>
                <a:cubicBezTo>
                  <a:pt x="7290459" y="467398"/>
                  <a:pt x="7302347" y="465073"/>
                  <a:pt x="7314235" y="460424"/>
                </a:cubicBezTo>
                <a:cubicBezTo>
                  <a:pt x="7361788" y="455775"/>
                  <a:pt x="7409340" y="448801"/>
                  <a:pt x="7456892" y="441827"/>
                </a:cubicBezTo>
                <a:cubicBezTo>
                  <a:pt x="7474724" y="446476"/>
                  <a:pt x="7489584" y="451125"/>
                  <a:pt x="7507417" y="453450"/>
                </a:cubicBezTo>
                <a:cubicBezTo>
                  <a:pt x="7510389" y="455775"/>
                  <a:pt x="7513361" y="458099"/>
                  <a:pt x="7516333" y="460424"/>
                </a:cubicBezTo>
                <a:cubicBezTo>
                  <a:pt x="7516333" y="565033"/>
                  <a:pt x="7516333" y="669642"/>
                  <a:pt x="7516333" y="771927"/>
                </a:cubicBezTo>
                <a:cubicBezTo>
                  <a:pt x="7522277" y="771927"/>
                  <a:pt x="7528221" y="771927"/>
                  <a:pt x="7537137" y="771927"/>
                </a:cubicBezTo>
                <a:cubicBezTo>
                  <a:pt x="7537137" y="730083"/>
                  <a:pt x="7537137" y="688239"/>
                  <a:pt x="7537137" y="646396"/>
                </a:cubicBezTo>
                <a:cubicBezTo>
                  <a:pt x="7543081" y="646396"/>
                  <a:pt x="7549025" y="646396"/>
                  <a:pt x="7554969" y="646396"/>
                </a:cubicBezTo>
                <a:cubicBezTo>
                  <a:pt x="7554969" y="641747"/>
                  <a:pt x="7554969" y="639422"/>
                  <a:pt x="7554969" y="634773"/>
                </a:cubicBezTo>
                <a:cubicBezTo>
                  <a:pt x="7560913" y="632448"/>
                  <a:pt x="7566857" y="630123"/>
                  <a:pt x="7572801" y="627799"/>
                </a:cubicBezTo>
                <a:cubicBezTo>
                  <a:pt x="7575773" y="627799"/>
                  <a:pt x="7581717" y="627799"/>
                  <a:pt x="7587661" y="627799"/>
                </a:cubicBezTo>
                <a:cubicBezTo>
                  <a:pt x="7587661" y="623149"/>
                  <a:pt x="7587661" y="620825"/>
                  <a:pt x="7587661" y="616175"/>
                </a:cubicBezTo>
                <a:cubicBezTo>
                  <a:pt x="7590633" y="613851"/>
                  <a:pt x="7596577" y="611526"/>
                  <a:pt x="7599549" y="609201"/>
                </a:cubicBezTo>
                <a:cubicBezTo>
                  <a:pt x="7608465" y="609201"/>
                  <a:pt x="7620353" y="609201"/>
                  <a:pt x="7629269" y="609201"/>
                </a:cubicBezTo>
                <a:cubicBezTo>
                  <a:pt x="7629269" y="620825"/>
                  <a:pt x="7629269" y="634773"/>
                  <a:pt x="7629269" y="646396"/>
                </a:cubicBezTo>
                <a:cubicBezTo>
                  <a:pt x="7650073" y="646396"/>
                  <a:pt x="7670877" y="646396"/>
                  <a:pt x="7691682" y="646396"/>
                </a:cubicBezTo>
                <a:cubicBezTo>
                  <a:pt x="7691682" y="690564"/>
                  <a:pt x="7691682" y="732408"/>
                  <a:pt x="7691682" y="776576"/>
                </a:cubicBezTo>
                <a:cubicBezTo>
                  <a:pt x="7700598" y="776576"/>
                  <a:pt x="7709514" y="776576"/>
                  <a:pt x="7715458" y="776576"/>
                </a:cubicBezTo>
                <a:cubicBezTo>
                  <a:pt x="7724374" y="774251"/>
                  <a:pt x="7730318" y="771927"/>
                  <a:pt x="7739234" y="769602"/>
                </a:cubicBezTo>
                <a:cubicBezTo>
                  <a:pt x="7739234" y="764953"/>
                  <a:pt x="7739234" y="762628"/>
                  <a:pt x="7739234" y="760304"/>
                </a:cubicBezTo>
                <a:cubicBezTo>
                  <a:pt x="7736262" y="760304"/>
                  <a:pt x="7733290" y="757979"/>
                  <a:pt x="7730318" y="757979"/>
                </a:cubicBezTo>
                <a:cubicBezTo>
                  <a:pt x="7730318" y="755654"/>
                  <a:pt x="7730318" y="753330"/>
                  <a:pt x="7730318" y="751005"/>
                </a:cubicBezTo>
                <a:cubicBezTo>
                  <a:pt x="7733290" y="748680"/>
                  <a:pt x="7736262" y="748680"/>
                  <a:pt x="7739234" y="746356"/>
                </a:cubicBezTo>
                <a:cubicBezTo>
                  <a:pt x="7739234" y="730083"/>
                  <a:pt x="7739234" y="711486"/>
                  <a:pt x="7739234" y="695213"/>
                </a:cubicBezTo>
                <a:cubicBezTo>
                  <a:pt x="7736262" y="695213"/>
                  <a:pt x="7733290" y="692889"/>
                  <a:pt x="7730318" y="692889"/>
                </a:cubicBezTo>
                <a:cubicBezTo>
                  <a:pt x="7730318" y="690564"/>
                  <a:pt x="7730318" y="688239"/>
                  <a:pt x="7730318" y="685915"/>
                </a:cubicBezTo>
                <a:cubicBezTo>
                  <a:pt x="7733290" y="683590"/>
                  <a:pt x="7736262" y="683590"/>
                  <a:pt x="7739234" y="681266"/>
                </a:cubicBezTo>
                <a:cubicBezTo>
                  <a:pt x="7739234" y="681266"/>
                  <a:pt x="7739234" y="678941"/>
                  <a:pt x="7739234" y="676616"/>
                </a:cubicBezTo>
                <a:cubicBezTo>
                  <a:pt x="7742206" y="676616"/>
                  <a:pt x="7742206" y="676616"/>
                  <a:pt x="7745178" y="676616"/>
                </a:cubicBezTo>
                <a:cubicBezTo>
                  <a:pt x="7745178" y="674292"/>
                  <a:pt x="7745178" y="669642"/>
                  <a:pt x="7745178" y="667318"/>
                </a:cubicBezTo>
                <a:cubicBezTo>
                  <a:pt x="7742206" y="667318"/>
                  <a:pt x="7742206" y="667318"/>
                  <a:pt x="7739234" y="667318"/>
                </a:cubicBezTo>
                <a:cubicBezTo>
                  <a:pt x="7739234" y="664993"/>
                  <a:pt x="7739234" y="662668"/>
                  <a:pt x="7739234" y="660344"/>
                </a:cubicBezTo>
                <a:cubicBezTo>
                  <a:pt x="7742206" y="660344"/>
                  <a:pt x="7745178" y="658019"/>
                  <a:pt x="7748150" y="655694"/>
                </a:cubicBezTo>
                <a:cubicBezTo>
                  <a:pt x="7751122" y="627799"/>
                  <a:pt x="7760038" y="604552"/>
                  <a:pt x="7795702" y="590604"/>
                </a:cubicBezTo>
                <a:cubicBezTo>
                  <a:pt x="7792730" y="590604"/>
                  <a:pt x="7792730" y="588280"/>
                  <a:pt x="7789758" y="588280"/>
                </a:cubicBezTo>
                <a:cubicBezTo>
                  <a:pt x="7789758" y="585955"/>
                  <a:pt x="7789758" y="583630"/>
                  <a:pt x="7789758" y="581306"/>
                </a:cubicBezTo>
                <a:cubicBezTo>
                  <a:pt x="7792730" y="581306"/>
                  <a:pt x="7795702" y="578981"/>
                  <a:pt x="7798674" y="578981"/>
                </a:cubicBezTo>
                <a:cubicBezTo>
                  <a:pt x="7798674" y="574332"/>
                  <a:pt x="7798674" y="572007"/>
                  <a:pt x="7798674" y="569682"/>
                </a:cubicBezTo>
                <a:cubicBezTo>
                  <a:pt x="7801646" y="569682"/>
                  <a:pt x="7801646" y="569682"/>
                  <a:pt x="7804618" y="569682"/>
                </a:cubicBezTo>
                <a:cubicBezTo>
                  <a:pt x="7804618" y="562708"/>
                  <a:pt x="7804618" y="555735"/>
                  <a:pt x="7804618" y="548761"/>
                </a:cubicBezTo>
                <a:cubicBezTo>
                  <a:pt x="7801646" y="548761"/>
                  <a:pt x="7801646" y="548761"/>
                  <a:pt x="7798674" y="548761"/>
                </a:cubicBezTo>
                <a:cubicBezTo>
                  <a:pt x="7798674" y="546436"/>
                  <a:pt x="7798674" y="546436"/>
                  <a:pt x="7798674" y="544111"/>
                </a:cubicBezTo>
                <a:cubicBezTo>
                  <a:pt x="7801646" y="544111"/>
                  <a:pt x="7804618" y="541787"/>
                  <a:pt x="7804618" y="541787"/>
                </a:cubicBezTo>
                <a:cubicBezTo>
                  <a:pt x="7810562" y="537137"/>
                  <a:pt x="7813534" y="532488"/>
                  <a:pt x="7819478" y="525514"/>
                </a:cubicBezTo>
                <a:cubicBezTo>
                  <a:pt x="7819478" y="525514"/>
                  <a:pt x="7819478" y="523189"/>
                  <a:pt x="7819478" y="523189"/>
                </a:cubicBezTo>
                <a:cubicBezTo>
                  <a:pt x="7819478" y="523189"/>
                  <a:pt x="7822450" y="523189"/>
                  <a:pt x="7822450" y="523189"/>
                </a:cubicBezTo>
                <a:cubicBezTo>
                  <a:pt x="7822450" y="520865"/>
                  <a:pt x="7822450" y="518540"/>
                  <a:pt x="7822450" y="516216"/>
                </a:cubicBezTo>
                <a:cubicBezTo>
                  <a:pt x="7816506" y="509242"/>
                  <a:pt x="7816506" y="497618"/>
                  <a:pt x="7822450" y="490644"/>
                </a:cubicBezTo>
                <a:cubicBezTo>
                  <a:pt x="7822450" y="490644"/>
                  <a:pt x="7822450" y="490644"/>
                  <a:pt x="7825422" y="483670"/>
                </a:cubicBezTo>
                <a:cubicBezTo>
                  <a:pt x="7825422" y="483670"/>
                  <a:pt x="7825422" y="483670"/>
                  <a:pt x="7828394" y="490644"/>
                </a:cubicBezTo>
                <a:cubicBezTo>
                  <a:pt x="7834338" y="497618"/>
                  <a:pt x="7837310" y="509242"/>
                  <a:pt x="7831366" y="516216"/>
                </a:cubicBezTo>
                <a:cubicBezTo>
                  <a:pt x="7831366" y="518540"/>
                  <a:pt x="7831366" y="520865"/>
                  <a:pt x="7831366" y="523189"/>
                </a:cubicBezTo>
                <a:cubicBezTo>
                  <a:pt x="7831366" y="523189"/>
                  <a:pt x="7834338" y="523189"/>
                  <a:pt x="7834338" y="523189"/>
                </a:cubicBezTo>
                <a:cubicBezTo>
                  <a:pt x="7834338" y="523189"/>
                  <a:pt x="7834338" y="525514"/>
                  <a:pt x="7834338" y="525514"/>
                </a:cubicBezTo>
                <a:cubicBezTo>
                  <a:pt x="7837310" y="530163"/>
                  <a:pt x="7843254" y="537137"/>
                  <a:pt x="7846226" y="541787"/>
                </a:cubicBezTo>
                <a:cubicBezTo>
                  <a:pt x="7849198" y="541787"/>
                  <a:pt x="7849198" y="544111"/>
                  <a:pt x="7852170" y="544111"/>
                </a:cubicBezTo>
                <a:cubicBezTo>
                  <a:pt x="7852170" y="546436"/>
                  <a:pt x="7852170" y="546436"/>
                  <a:pt x="7852170" y="548761"/>
                </a:cubicBezTo>
                <a:cubicBezTo>
                  <a:pt x="7852170" y="548761"/>
                  <a:pt x="7849198" y="548761"/>
                  <a:pt x="7849198" y="548761"/>
                </a:cubicBezTo>
                <a:cubicBezTo>
                  <a:pt x="7849198" y="555735"/>
                  <a:pt x="7849198" y="562708"/>
                  <a:pt x="7849198" y="569682"/>
                </a:cubicBezTo>
                <a:cubicBezTo>
                  <a:pt x="7849198" y="569682"/>
                  <a:pt x="7852170" y="569682"/>
                  <a:pt x="7855142" y="569682"/>
                </a:cubicBezTo>
                <a:cubicBezTo>
                  <a:pt x="7855142" y="572007"/>
                  <a:pt x="7855142" y="574332"/>
                  <a:pt x="7855142" y="578981"/>
                </a:cubicBezTo>
                <a:cubicBezTo>
                  <a:pt x="7855142" y="578981"/>
                  <a:pt x="7858115" y="581306"/>
                  <a:pt x="7861087" y="581306"/>
                </a:cubicBezTo>
                <a:cubicBezTo>
                  <a:pt x="7861087" y="583630"/>
                  <a:pt x="7861087" y="585955"/>
                  <a:pt x="7861087" y="588280"/>
                </a:cubicBezTo>
                <a:cubicBezTo>
                  <a:pt x="7858115" y="590604"/>
                  <a:pt x="7858115" y="590604"/>
                  <a:pt x="7855142" y="590604"/>
                </a:cubicBezTo>
                <a:cubicBezTo>
                  <a:pt x="7890807" y="604552"/>
                  <a:pt x="7896751" y="627799"/>
                  <a:pt x="7902695" y="655694"/>
                </a:cubicBezTo>
                <a:cubicBezTo>
                  <a:pt x="7905667" y="658019"/>
                  <a:pt x="7908639" y="658019"/>
                  <a:pt x="7911611" y="660344"/>
                </a:cubicBezTo>
                <a:cubicBezTo>
                  <a:pt x="7911611" y="662668"/>
                  <a:pt x="7911611" y="664993"/>
                  <a:pt x="7911611" y="667318"/>
                </a:cubicBezTo>
                <a:cubicBezTo>
                  <a:pt x="7908639" y="667318"/>
                  <a:pt x="7908639" y="667318"/>
                  <a:pt x="7905667" y="667318"/>
                </a:cubicBezTo>
                <a:cubicBezTo>
                  <a:pt x="7905667" y="671967"/>
                  <a:pt x="7905667" y="674292"/>
                  <a:pt x="7905667" y="676616"/>
                </a:cubicBezTo>
                <a:cubicBezTo>
                  <a:pt x="7908639" y="676616"/>
                  <a:pt x="7908639" y="676616"/>
                  <a:pt x="7911611" y="676616"/>
                </a:cubicBezTo>
                <a:cubicBezTo>
                  <a:pt x="7911611" y="678941"/>
                  <a:pt x="7911611" y="681266"/>
                  <a:pt x="7911611" y="681266"/>
                </a:cubicBezTo>
                <a:cubicBezTo>
                  <a:pt x="7914583" y="683590"/>
                  <a:pt x="7917555" y="685915"/>
                  <a:pt x="7920527" y="685915"/>
                </a:cubicBezTo>
                <a:cubicBezTo>
                  <a:pt x="7920527" y="688239"/>
                  <a:pt x="7920527" y="690564"/>
                  <a:pt x="7920527" y="692889"/>
                </a:cubicBezTo>
                <a:cubicBezTo>
                  <a:pt x="7917555" y="692889"/>
                  <a:pt x="7914583" y="695213"/>
                  <a:pt x="7911611" y="695213"/>
                </a:cubicBezTo>
                <a:cubicBezTo>
                  <a:pt x="7911611" y="713811"/>
                  <a:pt x="7911611" y="730083"/>
                  <a:pt x="7911611" y="746356"/>
                </a:cubicBezTo>
                <a:cubicBezTo>
                  <a:pt x="7914583" y="748680"/>
                  <a:pt x="7917555" y="748680"/>
                  <a:pt x="7920527" y="751005"/>
                </a:cubicBezTo>
                <a:cubicBezTo>
                  <a:pt x="7920527" y="753330"/>
                  <a:pt x="7920527" y="755654"/>
                  <a:pt x="7920527" y="757979"/>
                </a:cubicBezTo>
                <a:cubicBezTo>
                  <a:pt x="7917555" y="757979"/>
                  <a:pt x="7914583" y="760304"/>
                  <a:pt x="7911611" y="760304"/>
                </a:cubicBezTo>
                <a:cubicBezTo>
                  <a:pt x="7911611" y="762628"/>
                  <a:pt x="7911611" y="764953"/>
                  <a:pt x="7911611" y="767278"/>
                </a:cubicBezTo>
                <a:cubicBezTo>
                  <a:pt x="7914583" y="767278"/>
                  <a:pt x="7920527" y="767278"/>
                  <a:pt x="7923499" y="767278"/>
                </a:cubicBezTo>
                <a:cubicBezTo>
                  <a:pt x="7923499" y="771927"/>
                  <a:pt x="7923499" y="774251"/>
                  <a:pt x="7923499" y="776576"/>
                </a:cubicBezTo>
                <a:cubicBezTo>
                  <a:pt x="7932415" y="776576"/>
                  <a:pt x="7938359" y="776576"/>
                  <a:pt x="7944303" y="776576"/>
                </a:cubicBezTo>
                <a:cubicBezTo>
                  <a:pt x="7944303" y="725434"/>
                  <a:pt x="7944303" y="671967"/>
                  <a:pt x="7944303" y="620825"/>
                </a:cubicBezTo>
                <a:cubicBezTo>
                  <a:pt x="7971051" y="616175"/>
                  <a:pt x="7994827" y="613851"/>
                  <a:pt x="8021575" y="609201"/>
                </a:cubicBezTo>
                <a:cubicBezTo>
                  <a:pt x="8036435" y="609201"/>
                  <a:pt x="8051296" y="609201"/>
                  <a:pt x="8063184" y="609201"/>
                </a:cubicBezTo>
                <a:cubicBezTo>
                  <a:pt x="8063184" y="578981"/>
                  <a:pt x="8063184" y="546436"/>
                  <a:pt x="8063184" y="516216"/>
                </a:cubicBezTo>
                <a:cubicBezTo>
                  <a:pt x="8092904" y="495294"/>
                  <a:pt x="8152344" y="495294"/>
                  <a:pt x="8179092" y="516216"/>
                </a:cubicBezTo>
                <a:cubicBezTo>
                  <a:pt x="8179092" y="595254"/>
                  <a:pt x="8179092" y="674292"/>
                  <a:pt x="8179092" y="755654"/>
                </a:cubicBezTo>
                <a:cubicBezTo>
                  <a:pt x="8193952" y="755654"/>
                  <a:pt x="8208812" y="755654"/>
                  <a:pt x="8220701" y="755654"/>
                </a:cubicBezTo>
                <a:cubicBezTo>
                  <a:pt x="8220701" y="713811"/>
                  <a:pt x="8220701" y="674292"/>
                  <a:pt x="8220701" y="634773"/>
                </a:cubicBezTo>
                <a:cubicBezTo>
                  <a:pt x="8253393" y="634773"/>
                  <a:pt x="8286085" y="634773"/>
                  <a:pt x="8318777" y="634773"/>
                </a:cubicBezTo>
                <a:cubicBezTo>
                  <a:pt x="8324721" y="641747"/>
                  <a:pt x="8330665" y="648720"/>
                  <a:pt x="8336609" y="655694"/>
                </a:cubicBezTo>
                <a:lnTo>
                  <a:pt x="8336609" y="730582"/>
                </a:lnTo>
                <a:lnTo>
                  <a:pt x="8338212" y="730681"/>
                </a:lnTo>
                <a:cubicBezTo>
                  <a:pt x="8338212" y="730681"/>
                  <a:pt x="8338212" y="730681"/>
                  <a:pt x="8338212" y="607459"/>
                </a:cubicBezTo>
                <a:cubicBezTo>
                  <a:pt x="8338212" y="607459"/>
                  <a:pt x="8338212" y="607459"/>
                  <a:pt x="8359830" y="607459"/>
                </a:cubicBezTo>
                <a:cubicBezTo>
                  <a:pt x="8359830" y="607459"/>
                  <a:pt x="8359830" y="607459"/>
                  <a:pt x="8359830" y="471267"/>
                </a:cubicBezTo>
                <a:cubicBezTo>
                  <a:pt x="8359830" y="471267"/>
                  <a:pt x="8359830" y="471267"/>
                  <a:pt x="8378746" y="471267"/>
                </a:cubicBezTo>
                <a:cubicBezTo>
                  <a:pt x="8378746" y="471267"/>
                  <a:pt x="8378746" y="471267"/>
                  <a:pt x="8378746" y="356693"/>
                </a:cubicBezTo>
                <a:cubicBezTo>
                  <a:pt x="8378746" y="356693"/>
                  <a:pt x="8378746" y="356693"/>
                  <a:pt x="8384150" y="354531"/>
                </a:cubicBezTo>
                <a:cubicBezTo>
                  <a:pt x="8384150" y="354531"/>
                  <a:pt x="8384150" y="354531"/>
                  <a:pt x="8384150" y="328590"/>
                </a:cubicBezTo>
                <a:cubicBezTo>
                  <a:pt x="8384150" y="328590"/>
                  <a:pt x="8384150" y="328590"/>
                  <a:pt x="8405768" y="328590"/>
                </a:cubicBezTo>
                <a:cubicBezTo>
                  <a:pt x="8405768" y="328590"/>
                  <a:pt x="8405768" y="328590"/>
                  <a:pt x="8454409" y="246442"/>
                </a:cubicBezTo>
                <a:cubicBezTo>
                  <a:pt x="8454409" y="246442"/>
                  <a:pt x="8454409" y="246442"/>
                  <a:pt x="8459813" y="0"/>
                </a:cubicBez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02458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Image slide layout">
    <p:bg>
      <p:bgPr>
        <a:solidFill>
          <a:schemeClr val="tx1"/>
        </a:solidFill>
        <a:effectLst/>
      </p:bgPr>
    </p:bg>
    <p:spTree>
      <p:nvGrpSpPr>
        <p:cNvPr id="1" name=""/>
        <p:cNvGrpSpPr/>
        <p:nvPr/>
      </p:nvGrpSpPr>
      <p:grpSpPr>
        <a:xfrm>
          <a:off x="0" y="0"/>
          <a:ext cx="0" cy="0"/>
          <a:chOff x="0" y="0"/>
          <a:chExt cx="0" cy="0"/>
        </a:xfrm>
      </p:grpSpPr>
      <p:pic>
        <p:nvPicPr>
          <p:cNvPr id="4" name="그림 1">
            <a:extLst>
              <a:ext uri="{FF2B5EF4-FFF2-40B4-BE49-F238E27FC236}">
                <a16:creationId xmlns:a16="http://schemas.microsoft.com/office/drawing/2014/main" id="{E26ECD6E-9DEE-4A2B-B5DD-A1228882C9B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851939"/>
            <a:ext cx="10229738" cy="1006061"/>
          </a:xfrm>
          <a:prstGeom prst="rect">
            <a:avLst/>
          </a:prstGeom>
        </p:spPr>
      </p:pic>
      <p:pic>
        <p:nvPicPr>
          <p:cNvPr id="5" name="Picture 3" descr="E:\002-KIMS BUSINESS\007-02-MaxPPT-Contents\150902-com-Global-Laptop\mo900.png">
            <a:extLst>
              <a:ext uri="{FF2B5EF4-FFF2-40B4-BE49-F238E27FC236}">
                <a16:creationId xmlns:a16="http://schemas.microsoft.com/office/drawing/2014/main" id="{ED3DE11E-BD5D-4B9D-948E-59777A4C49D4}"/>
              </a:ext>
            </a:extLst>
          </p:cNvPr>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l="18253"/>
          <a:stretch/>
        </p:blipFill>
        <p:spPr bwMode="auto">
          <a:xfrm flipH="1">
            <a:off x="8093413" y="1839636"/>
            <a:ext cx="4099849" cy="5018364"/>
          </a:xfrm>
          <a:prstGeom prst="rect">
            <a:avLst/>
          </a:prstGeom>
          <a:noFill/>
          <a:extLst>
            <a:ext uri="{909E8E84-426E-40DD-AFC4-6F175D3DCCD1}">
              <a14:hiddenFill xmlns:a14="http://schemas.microsoft.com/office/drawing/2010/main">
                <a:solidFill>
                  <a:srgbClr val="FFFFFF"/>
                </a:solidFill>
              </a14:hiddenFill>
            </a:ext>
          </a:extLst>
        </p:spPr>
      </p:pic>
      <p:sp>
        <p:nvSpPr>
          <p:cNvPr id="6" name="Picture Placeholder 2">
            <a:extLst>
              <a:ext uri="{FF2B5EF4-FFF2-40B4-BE49-F238E27FC236}">
                <a16:creationId xmlns:a16="http://schemas.microsoft.com/office/drawing/2014/main" id="{F65EA7C3-C127-4FEF-998A-380766830A98}"/>
              </a:ext>
            </a:extLst>
          </p:cNvPr>
          <p:cNvSpPr>
            <a:spLocks noGrp="1"/>
          </p:cNvSpPr>
          <p:nvPr>
            <p:ph type="pic" idx="14" hasCustomPrompt="1"/>
          </p:nvPr>
        </p:nvSpPr>
        <p:spPr>
          <a:xfrm>
            <a:off x="8524415" y="2255476"/>
            <a:ext cx="1861405" cy="2908225"/>
          </a:xfrm>
          <a:custGeom>
            <a:avLst/>
            <a:gdLst>
              <a:gd name="connsiteX0" fmla="*/ 0 w 1296000"/>
              <a:gd name="connsiteY0" fmla="*/ 0 h 2700000"/>
              <a:gd name="connsiteX1" fmla="*/ 1296000 w 1296000"/>
              <a:gd name="connsiteY1" fmla="*/ 0 h 2700000"/>
              <a:gd name="connsiteX2" fmla="*/ 1296000 w 1296000"/>
              <a:gd name="connsiteY2" fmla="*/ 2700000 h 2700000"/>
              <a:gd name="connsiteX3" fmla="*/ 0 w 1296000"/>
              <a:gd name="connsiteY3" fmla="*/ 2700000 h 2700000"/>
              <a:gd name="connsiteX4" fmla="*/ 0 w 1296000"/>
              <a:gd name="connsiteY4" fmla="*/ 0 h 2700000"/>
              <a:gd name="connsiteX0" fmla="*/ 0 w 1436677"/>
              <a:gd name="connsiteY0" fmla="*/ 0 h 2745513"/>
              <a:gd name="connsiteX1" fmla="*/ 1436677 w 1436677"/>
              <a:gd name="connsiteY1" fmla="*/ 45513 h 2745513"/>
              <a:gd name="connsiteX2" fmla="*/ 1436677 w 1436677"/>
              <a:gd name="connsiteY2" fmla="*/ 2745513 h 2745513"/>
              <a:gd name="connsiteX3" fmla="*/ 140677 w 1436677"/>
              <a:gd name="connsiteY3" fmla="*/ 2745513 h 2745513"/>
              <a:gd name="connsiteX4" fmla="*/ 0 w 1436677"/>
              <a:gd name="connsiteY4" fmla="*/ 0 h 2745513"/>
              <a:gd name="connsiteX0" fmla="*/ 0 w 1453227"/>
              <a:gd name="connsiteY0" fmla="*/ 0 h 2745513"/>
              <a:gd name="connsiteX1" fmla="*/ 1453227 w 1453227"/>
              <a:gd name="connsiteY1" fmla="*/ 45513 h 2745513"/>
              <a:gd name="connsiteX2" fmla="*/ 1453227 w 1453227"/>
              <a:gd name="connsiteY2" fmla="*/ 2745513 h 2745513"/>
              <a:gd name="connsiteX3" fmla="*/ 157227 w 1453227"/>
              <a:gd name="connsiteY3" fmla="*/ 2745513 h 2745513"/>
              <a:gd name="connsiteX4" fmla="*/ 0 w 1453227"/>
              <a:gd name="connsiteY4" fmla="*/ 0 h 2745513"/>
              <a:gd name="connsiteX0" fmla="*/ 0 w 1523565"/>
              <a:gd name="connsiteY0" fmla="*/ 0 h 2745513"/>
              <a:gd name="connsiteX1" fmla="*/ 1523565 w 1523565"/>
              <a:gd name="connsiteY1" fmla="*/ 16550 h 2745513"/>
              <a:gd name="connsiteX2" fmla="*/ 1453227 w 1523565"/>
              <a:gd name="connsiteY2" fmla="*/ 2745513 h 2745513"/>
              <a:gd name="connsiteX3" fmla="*/ 157227 w 1523565"/>
              <a:gd name="connsiteY3" fmla="*/ 2745513 h 2745513"/>
              <a:gd name="connsiteX4" fmla="*/ 0 w 1523565"/>
              <a:gd name="connsiteY4" fmla="*/ 0 h 2745513"/>
              <a:gd name="connsiteX0" fmla="*/ 0 w 1672517"/>
              <a:gd name="connsiteY0" fmla="*/ 0 h 2745513"/>
              <a:gd name="connsiteX1" fmla="*/ 1523565 w 1672517"/>
              <a:gd name="connsiteY1" fmla="*/ 16550 h 2745513"/>
              <a:gd name="connsiteX2" fmla="*/ 1672517 w 1672517"/>
              <a:gd name="connsiteY2" fmla="*/ 2580011 h 2745513"/>
              <a:gd name="connsiteX3" fmla="*/ 157227 w 1672517"/>
              <a:gd name="connsiteY3" fmla="*/ 2745513 h 2745513"/>
              <a:gd name="connsiteX4" fmla="*/ 0 w 1672517"/>
              <a:gd name="connsiteY4" fmla="*/ 0 h 2745513"/>
              <a:gd name="connsiteX0" fmla="*/ 0 w 1672517"/>
              <a:gd name="connsiteY0" fmla="*/ 0 h 2580011"/>
              <a:gd name="connsiteX1" fmla="*/ 1523565 w 1672517"/>
              <a:gd name="connsiteY1" fmla="*/ 16550 h 2580011"/>
              <a:gd name="connsiteX2" fmla="*/ 1672517 w 1672517"/>
              <a:gd name="connsiteY2" fmla="*/ 2580011 h 2580011"/>
              <a:gd name="connsiteX3" fmla="*/ 165502 w 1672517"/>
              <a:gd name="connsiteY3" fmla="*/ 2563460 h 2580011"/>
              <a:gd name="connsiteX4" fmla="*/ 0 w 1672517"/>
              <a:gd name="connsiteY4" fmla="*/ 0 h 2580011"/>
              <a:gd name="connsiteX0" fmla="*/ 0 w 1672517"/>
              <a:gd name="connsiteY0" fmla="*/ 0 h 2604835"/>
              <a:gd name="connsiteX1" fmla="*/ 1523565 w 1672517"/>
              <a:gd name="connsiteY1" fmla="*/ 16550 h 2604835"/>
              <a:gd name="connsiteX2" fmla="*/ 1672517 w 1672517"/>
              <a:gd name="connsiteY2" fmla="*/ 2580011 h 2604835"/>
              <a:gd name="connsiteX3" fmla="*/ 161364 w 1672517"/>
              <a:gd name="connsiteY3" fmla="*/ 2604835 h 2604835"/>
              <a:gd name="connsiteX4" fmla="*/ 0 w 1672517"/>
              <a:gd name="connsiteY4" fmla="*/ 0 h 2604835"/>
              <a:gd name="connsiteX0" fmla="*/ 0 w 1672517"/>
              <a:gd name="connsiteY0" fmla="*/ 0 h 2613110"/>
              <a:gd name="connsiteX1" fmla="*/ 1523565 w 1672517"/>
              <a:gd name="connsiteY1" fmla="*/ 16550 h 2613110"/>
              <a:gd name="connsiteX2" fmla="*/ 1672517 w 1672517"/>
              <a:gd name="connsiteY2" fmla="*/ 2580011 h 2613110"/>
              <a:gd name="connsiteX3" fmla="*/ 161364 w 1672517"/>
              <a:gd name="connsiteY3" fmla="*/ 2613110 h 2613110"/>
              <a:gd name="connsiteX4" fmla="*/ 0 w 1672517"/>
              <a:gd name="connsiteY4" fmla="*/ 0 h 2613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517" h="2613110">
                <a:moveTo>
                  <a:pt x="0" y="0"/>
                </a:moveTo>
                <a:lnTo>
                  <a:pt x="1523565" y="16550"/>
                </a:lnTo>
                <a:lnTo>
                  <a:pt x="1672517" y="2580011"/>
                </a:lnTo>
                <a:lnTo>
                  <a:pt x="161364" y="2613110"/>
                </a:lnTo>
                <a:lnTo>
                  <a:pt x="0" y="0"/>
                </a:lnTo>
                <a:close/>
              </a:path>
            </a:pathLst>
          </a:custGeom>
          <a:solidFill>
            <a:schemeClr val="bg1">
              <a:lumMod val="95000"/>
            </a:schemeClr>
          </a:solidFill>
        </p:spPr>
        <p:txBody>
          <a:bodyPr anchor="ctr"/>
          <a:lstStyle>
            <a:lvl1pPr marL="0" indent="0" algn="ctr">
              <a:buNone/>
              <a:defRPr sz="1600">
                <a:latin typeface="Arial" pitchFamily="34" charset="0"/>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7" name="Text Placeholder 9">
            <a:extLst>
              <a:ext uri="{FF2B5EF4-FFF2-40B4-BE49-F238E27FC236}">
                <a16:creationId xmlns:a16="http://schemas.microsoft.com/office/drawing/2014/main" id="{44AC1258-BCFC-4466-A293-80A95F8CF27A}"/>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7883099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Image slide layout">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256CF63-2A59-478C-8FAC-4D0742B88961}"/>
              </a:ext>
            </a:extLst>
          </p:cNvPr>
          <p:cNvSpPr>
            <a:spLocks noGrp="1"/>
          </p:cNvSpPr>
          <p:nvPr>
            <p:ph type="pic" sz="quarter" idx="14" hasCustomPrompt="1"/>
          </p:nvPr>
        </p:nvSpPr>
        <p:spPr>
          <a:xfrm>
            <a:off x="4924927" y="0"/>
            <a:ext cx="7267073" cy="6858000"/>
          </a:xfrm>
          <a:custGeom>
            <a:avLst/>
            <a:gdLst>
              <a:gd name="connsiteX0" fmla="*/ 3064609 w 7267073"/>
              <a:gd name="connsiteY0" fmla="*/ 0 h 6858000"/>
              <a:gd name="connsiteX1" fmla="*/ 7267073 w 7267073"/>
              <a:gd name="connsiteY1" fmla="*/ 0 h 6858000"/>
              <a:gd name="connsiteX2" fmla="*/ 7267073 w 7267073"/>
              <a:gd name="connsiteY2" fmla="*/ 6858000 h 6858000"/>
              <a:gd name="connsiteX3" fmla="*/ 0 w 726707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267073" h="6858000">
                <a:moveTo>
                  <a:pt x="3064609" y="0"/>
                </a:moveTo>
                <a:lnTo>
                  <a:pt x="7267073" y="0"/>
                </a:lnTo>
                <a:lnTo>
                  <a:pt x="7267073" y="6858000"/>
                </a:lnTo>
                <a:lnTo>
                  <a:pt x="0" y="6858000"/>
                </a:lnTo>
                <a:close/>
              </a:path>
            </a:pathLst>
          </a:custGeom>
          <a:solidFill>
            <a:schemeClr val="bg1">
              <a:lumMod val="95000"/>
            </a:schemeClr>
          </a:solidFill>
          <a:ln w="19050">
            <a:noFill/>
          </a:ln>
        </p:spPr>
        <p:txBody>
          <a:bodyPr wrap="square" anchor="ctr">
            <a:noAutofit/>
          </a:bodyPr>
          <a:lstStyle>
            <a:lvl1pPr marL="0" indent="0" algn="ctr">
              <a:lnSpc>
                <a:spcPct val="100000"/>
              </a:lnSpc>
              <a:buNone/>
              <a:defRPr sz="1800">
                <a:solidFill>
                  <a:schemeClr val="tx1">
                    <a:lumMod val="75000"/>
                    <a:lumOff val="25000"/>
                  </a:schemeClr>
                </a:solidFill>
              </a:defRPr>
            </a:lvl1pPr>
          </a:lstStyle>
          <a:p>
            <a:r>
              <a:rPr lang="en-US" altLang="ko-KR" dirty="0"/>
              <a:t>Your Picture Here And Send To Back </a:t>
            </a:r>
            <a:endParaRPr lang="ko-KR" altLang="en-US" dirty="0"/>
          </a:p>
        </p:txBody>
      </p:sp>
    </p:spTree>
    <p:extLst>
      <p:ext uri="{BB962C8B-B14F-4D97-AF65-F5344CB8AC3E}">
        <p14:creationId xmlns:p14="http://schemas.microsoft.com/office/powerpoint/2010/main" val="17653406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Image slide layout">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3245653-BD79-43BE-9416-81B7DEA6FDE9}"/>
              </a:ext>
            </a:extLst>
          </p:cNvPr>
          <p:cNvSpPr>
            <a:spLocks noGrp="1"/>
          </p:cNvSpPr>
          <p:nvPr>
            <p:ph type="pic" sz="quarter" idx="14" hasCustomPrompt="1"/>
          </p:nvPr>
        </p:nvSpPr>
        <p:spPr>
          <a:xfrm>
            <a:off x="2" y="0"/>
            <a:ext cx="12191999" cy="6858000"/>
          </a:xfrm>
          <a:custGeom>
            <a:avLst/>
            <a:gdLst>
              <a:gd name="connsiteX0" fmla="*/ 6400777 w 12191999"/>
              <a:gd name="connsiteY0" fmla="*/ 0 h 6858000"/>
              <a:gd name="connsiteX1" fmla="*/ 12191999 w 12191999"/>
              <a:gd name="connsiteY1" fmla="*/ 0 h 6858000"/>
              <a:gd name="connsiteX2" fmla="*/ 12191999 w 12191999"/>
              <a:gd name="connsiteY2" fmla="*/ 1 h 6858000"/>
              <a:gd name="connsiteX3" fmla="*/ 5791223 w 12191999"/>
              <a:gd name="connsiteY3" fmla="*/ 6858000 h 6858000"/>
              <a:gd name="connsiteX4" fmla="*/ 0 w 12191999"/>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9" h="6858000">
                <a:moveTo>
                  <a:pt x="6400777" y="0"/>
                </a:moveTo>
                <a:lnTo>
                  <a:pt x="12191999" y="0"/>
                </a:lnTo>
                <a:lnTo>
                  <a:pt x="12191999" y="1"/>
                </a:lnTo>
                <a:lnTo>
                  <a:pt x="5791223" y="6858000"/>
                </a:lnTo>
                <a:lnTo>
                  <a:pt x="0" y="6858000"/>
                </a:lnTo>
                <a:close/>
              </a:path>
            </a:pathLst>
          </a:custGeom>
          <a:solidFill>
            <a:schemeClr val="bg1">
              <a:lumMod val="95000"/>
            </a:schemeClr>
          </a:solidFill>
          <a:ln w="19050">
            <a:noFill/>
          </a:ln>
        </p:spPr>
        <p:txBody>
          <a:bodyPr wrap="square" anchor="ctr">
            <a:noAutofit/>
          </a:bodyPr>
          <a:lstStyle>
            <a:lvl1pPr marL="0" indent="0" algn="ctr">
              <a:lnSpc>
                <a:spcPct val="100000"/>
              </a:lnSpc>
              <a:buNone/>
              <a:defRPr sz="1200">
                <a:solidFill>
                  <a:schemeClr val="tx1">
                    <a:lumMod val="75000"/>
                    <a:lumOff val="25000"/>
                  </a:schemeClr>
                </a:solidFill>
              </a:defRPr>
            </a:lvl1pPr>
          </a:lstStyle>
          <a:p>
            <a:r>
              <a:rPr lang="en-US" altLang="ko-KR" dirty="0"/>
              <a:t>Your Picture Here And Send To Back </a:t>
            </a:r>
            <a:endParaRPr lang="ko-KR" altLang="en-US" dirty="0"/>
          </a:p>
        </p:txBody>
      </p:sp>
    </p:spTree>
    <p:extLst>
      <p:ext uri="{BB962C8B-B14F-4D97-AF65-F5344CB8AC3E}">
        <p14:creationId xmlns:p14="http://schemas.microsoft.com/office/powerpoint/2010/main" val="128452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Image slide layout">
    <p:bg>
      <p:bgPr>
        <a:solidFill>
          <a:schemeClr val="tx1"/>
        </a:solidFill>
        <a:effectLst/>
      </p:bgPr>
    </p:bg>
    <p:spTree>
      <p:nvGrpSpPr>
        <p:cNvPr id="1" name=""/>
        <p:cNvGrpSpPr/>
        <p:nvPr/>
      </p:nvGrpSpPr>
      <p:grpSpPr>
        <a:xfrm>
          <a:off x="0" y="0"/>
          <a:ext cx="0" cy="0"/>
          <a:chOff x="0" y="0"/>
          <a:chExt cx="0" cy="0"/>
        </a:xfrm>
      </p:grpSpPr>
      <p:sp>
        <p:nvSpPr>
          <p:cNvPr id="4" name="Picture Placeholder 19">
            <a:extLst>
              <a:ext uri="{FF2B5EF4-FFF2-40B4-BE49-F238E27FC236}">
                <a16:creationId xmlns:a16="http://schemas.microsoft.com/office/drawing/2014/main" id="{721FF661-E1BF-44AB-AE42-30299A0C2808}"/>
              </a:ext>
            </a:extLst>
          </p:cNvPr>
          <p:cNvSpPr>
            <a:spLocks noGrp="1"/>
          </p:cNvSpPr>
          <p:nvPr>
            <p:ph type="pic" idx="14" hasCustomPrompt="1"/>
          </p:nvPr>
        </p:nvSpPr>
        <p:spPr>
          <a:xfrm>
            <a:off x="0" y="0"/>
            <a:ext cx="7155850" cy="6858000"/>
          </a:xfrm>
          <a:custGeom>
            <a:avLst/>
            <a:gdLst>
              <a:gd name="connsiteX0" fmla="*/ 0 w 7155850"/>
              <a:gd name="connsiteY0" fmla="*/ 3024930 h 6858000"/>
              <a:gd name="connsiteX1" fmla="*/ 2358530 w 7155850"/>
              <a:gd name="connsiteY1" fmla="*/ 6858000 h 6858000"/>
              <a:gd name="connsiteX2" fmla="*/ 1329860 w 7155850"/>
              <a:gd name="connsiteY2" fmla="*/ 6858000 h 6858000"/>
              <a:gd name="connsiteX3" fmla="*/ 0 w 7155850"/>
              <a:gd name="connsiteY3" fmla="*/ 4691859 h 6858000"/>
              <a:gd name="connsiteX4" fmla="*/ 1 w 7155850"/>
              <a:gd name="connsiteY4" fmla="*/ 397145 h 6858000"/>
              <a:gd name="connsiteX5" fmla="*/ 3459898 w 7155850"/>
              <a:gd name="connsiteY5" fmla="*/ 6020152 h 6858000"/>
              <a:gd name="connsiteX6" fmla="*/ 2945517 w 7155850"/>
              <a:gd name="connsiteY6" fmla="*/ 6858000 h 6858000"/>
              <a:gd name="connsiteX7" fmla="*/ 1 w 7155850"/>
              <a:gd name="connsiteY7" fmla="*/ 2060197 h 6858000"/>
              <a:gd name="connsiteX8" fmla="*/ 396861 w 7155850"/>
              <a:gd name="connsiteY8" fmla="*/ 0 h 6858000"/>
              <a:gd name="connsiteX9" fmla="*/ 7155850 w 7155850"/>
              <a:gd name="connsiteY9" fmla="*/ 0 h 6858000"/>
              <a:gd name="connsiteX10" fmla="*/ 3780151 w 7155850"/>
              <a:gd name="connsiteY10" fmla="*/ 54985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55850" h="6858000">
                <a:moveTo>
                  <a:pt x="0" y="3024930"/>
                </a:moveTo>
                <a:lnTo>
                  <a:pt x="2358530" y="6858000"/>
                </a:lnTo>
                <a:lnTo>
                  <a:pt x="1329860" y="6858000"/>
                </a:lnTo>
                <a:lnTo>
                  <a:pt x="0" y="4691859"/>
                </a:lnTo>
                <a:close/>
                <a:moveTo>
                  <a:pt x="1" y="397145"/>
                </a:moveTo>
                <a:lnTo>
                  <a:pt x="3459898" y="6020152"/>
                </a:lnTo>
                <a:lnTo>
                  <a:pt x="2945517" y="6858000"/>
                </a:lnTo>
                <a:lnTo>
                  <a:pt x="1" y="2060197"/>
                </a:lnTo>
                <a:close/>
                <a:moveTo>
                  <a:pt x="396861" y="0"/>
                </a:moveTo>
                <a:lnTo>
                  <a:pt x="7155850" y="0"/>
                </a:lnTo>
                <a:lnTo>
                  <a:pt x="3780151" y="5498507"/>
                </a:lnTo>
                <a:close/>
              </a:path>
            </a:pathLst>
          </a:custGeom>
          <a:solidFill>
            <a:schemeClr val="bg1">
              <a:lumMod val="95000"/>
            </a:schemeClr>
          </a:solidFill>
        </p:spPr>
        <p:txBody>
          <a:bodyPr wrap="square" tIns="1097280" anchor="t">
            <a:noAutofit/>
          </a:bodyPr>
          <a:lstStyle>
            <a:lvl1pPr marL="0" indent="0" algn="ctr">
              <a:buNone/>
              <a:defRPr sz="14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Tree>
    <p:extLst>
      <p:ext uri="{BB962C8B-B14F-4D97-AF65-F5344CB8AC3E}">
        <p14:creationId xmlns:p14="http://schemas.microsoft.com/office/powerpoint/2010/main" val="40644110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Image slide layout">
    <p:bg>
      <p:bgPr>
        <a:solidFill>
          <a:schemeClr val="tx1"/>
        </a:solidFill>
        <a:effectLst/>
      </p:bgPr>
    </p:bg>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C70177A7-4E03-44B8-A2CB-D0A1D4726718}"/>
              </a:ext>
            </a:extLst>
          </p:cNvPr>
          <p:cNvSpPr>
            <a:spLocks noGrp="1"/>
          </p:cNvSpPr>
          <p:nvPr>
            <p:ph type="pic" sz="quarter" idx="14" hasCustomPrompt="1"/>
          </p:nvPr>
        </p:nvSpPr>
        <p:spPr>
          <a:xfrm>
            <a:off x="1149362" y="389541"/>
            <a:ext cx="6078918" cy="6078918"/>
          </a:xfrm>
          <a:prstGeom prst="diamond">
            <a:avLst/>
          </a:prstGeom>
          <a:solidFill>
            <a:schemeClr val="bg1">
              <a:lumMod val="95000"/>
            </a:schemeClr>
          </a:solidFill>
          <a:ln w="50800">
            <a:solidFill>
              <a:schemeClr val="bg1"/>
            </a:solidFill>
          </a:ln>
        </p:spPr>
        <p:txBody>
          <a:bodyPr anchor="ctr"/>
          <a:lstStyle>
            <a:lvl1pPr marL="0" indent="0" algn="ctr">
              <a:lnSpc>
                <a:spcPct val="100000"/>
              </a:lnSpc>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053651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mage slide layout">
    <p:bg>
      <p:bgPr>
        <a:solidFill>
          <a:schemeClr val="tx1"/>
        </a:solidFill>
        <a:effectLst/>
      </p:bgPr>
    </p:bg>
    <p:spTree>
      <p:nvGrpSpPr>
        <p:cNvPr id="1" name=""/>
        <p:cNvGrpSpPr/>
        <p:nvPr/>
      </p:nvGrpSpPr>
      <p:grpSpPr>
        <a:xfrm>
          <a:off x="0" y="0"/>
          <a:ext cx="0" cy="0"/>
          <a:chOff x="0" y="0"/>
          <a:chExt cx="0" cy="0"/>
        </a:xfrm>
      </p:grpSpPr>
      <p:sp>
        <p:nvSpPr>
          <p:cNvPr id="22" name="Text Placeholder 9">
            <a:extLst>
              <a:ext uri="{FF2B5EF4-FFF2-40B4-BE49-F238E27FC236}">
                <a16:creationId xmlns:a16="http://schemas.microsoft.com/office/drawing/2014/main" id="{4111A57B-317A-41FC-8D5B-458B4DA86DA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
        <p:nvSpPr>
          <p:cNvPr id="4" name="Picture Placeholder 2">
            <a:extLst>
              <a:ext uri="{FF2B5EF4-FFF2-40B4-BE49-F238E27FC236}">
                <a16:creationId xmlns:a16="http://schemas.microsoft.com/office/drawing/2014/main" id="{B248F514-64E6-478F-BD5B-2F5FF8194E9D}"/>
              </a:ext>
            </a:extLst>
          </p:cNvPr>
          <p:cNvSpPr>
            <a:spLocks noGrp="1"/>
          </p:cNvSpPr>
          <p:nvPr>
            <p:ph type="pic" idx="18" hasCustomPrompt="1"/>
          </p:nvPr>
        </p:nvSpPr>
        <p:spPr>
          <a:xfrm>
            <a:off x="904680" y="2301255"/>
            <a:ext cx="2268786" cy="1852456"/>
          </a:xfrm>
          <a:prstGeom prst="rect">
            <a:avLst/>
          </a:prstGeom>
          <a:solidFill>
            <a:schemeClr val="bg1">
              <a:lumMod val="95000"/>
            </a:schemeClr>
          </a:solidFill>
        </p:spPr>
        <p:txBody>
          <a:bodyPr anchor="ctr"/>
          <a:lstStyle>
            <a:lvl1pPr marL="0" indent="0" algn="ctr">
              <a:buNone/>
              <a:defRPr sz="14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AD9F10B1-4908-4FDA-BFB4-BCD570CDCB90}"/>
              </a:ext>
            </a:extLst>
          </p:cNvPr>
          <p:cNvSpPr>
            <a:spLocks noGrp="1"/>
          </p:cNvSpPr>
          <p:nvPr>
            <p:ph type="pic" idx="19" hasCustomPrompt="1"/>
          </p:nvPr>
        </p:nvSpPr>
        <p:spPr>
          <a:xfrm>
            <a:off x="3611864" y="2301255"/>
            <a:ext cx="2268786" cy="1852456"/>
          </a:xfrm>
          <a:prstGeom prst="rect">
            <a:avLst/>
          </a:prstGeom>
          <a:solidFill>
            <a:schemeClr val="bg1">
              <a:lumMod val="95000"/>
            </a:schemeClr>
          </a:solidFill>
        </p:spPr>
        <p:txBody>
          <a:bodyPr anchor="ctr"/>
          <a:lstStyle>
            <a:lvl1pPr marL="0" indent="0" algn="ctr">
              <a:buNone/>
              <a:defRPr sz="14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7A18808D-4787-4529-A142-029C02C56371}"/>
              </a:ext>
            </a:extLst>
          </p:cNvPr>
          <p:cNvSpPr>
            <a:spLocks noGrp="1"/>
          </p:cNvSpPr>
          <p:nvPr>
            <p:ph type="pic" idx="20" hasCustomPrompt="1"/>
          </p:nvPr>
        </p:nvSpPr>
        <p:spPr>
          <a:xfrm>
            <a:off x="6319048" y="2301255"/>
            <a:ext cx="2268786" cy="1852456"/>
          </a:xfrm>
          <a:prstGeom prst="rect">
            <a:avLst/>
          </a:prstGeom>
          <a:solidFill>
            <a:schemeClr val="bg1">
              <a:lumMod val="95000"/>
            </a:schemeClr>
          </a:solidFill>
        </p:spPr>
        <p:txBody>
          <a:bodyPr anchor="ctr"/>
          <a:lstStyle>
            <a:lvl1pPr marL="0" indent="0" algn="ctr">
              <a:buNone/>
              <a:defRPr sz="14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D5106DBC-8A8E-4A2C-9FCB-D57D9E77722B}"/>
              </a:ext>
            </a:extLst>
          </p:cNvPr>
          <p:cNvSpPr>
            <a:spLocks noGrp="1"/>
          </p:cNvSpPr>
          <p:nvPr>
            <p:ph type="pic" idx="21" hasCustomPrompt="1"/>
          </p:nvPr>
        </p:nvSpPr>
        <p:spPr>
          <a:xfrm>
            <a:off x="9026232" y="2301255"/>
            <a:ext cx="2268786" cy="1852456"/>
          </a:xfrm>
          <a:prstGeom prst="rect">
            <a:avLst/>
          </a:prstGeom>
          <a:solidFill>
            <a:schemeClr val="bg1">
              <a:lumMod val="95000"/>
            </a:schemeClr>
          </a:solidFill>
        </p:spPr>
        <p:txBody>
          <a:bodyPr anchor="ctr"/>
          <a:lstStyle>
            <a:lvl1pPr marL="0" indent="0" algn="ctr">
              <a:buNone/>
              <a:defRPr sz="14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471293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45844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249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slideLayout" Target="../slideLayouts/slideLayout23.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98797"/>
      </p:ext>
    </p:extLst>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6816533"/>
      </p:ext>
    </p:extLst>
  </p:cSld>
  <p:clrMap bg1="lt1" tx1="dk1" bg2="lt2" tx2="dk2" accent1="accent1" accent2="accent2" accent3="accent3" accent4="accent4" accent5="accent5" accent6="accent6" hlink="hlink" folHlink="folHlink"/>
  <p:sldLayoutIdLst>
    <p:sldLayoutId id="2147483657" r:id="rId1"/>
    <p:sldLayoutId id="2147483666" r:id="rId2"/>
    <p:sldLayoutId id="2147483673" r:id="rId3"/>
    <p:sldLayoutId id="2147483668" r:id="rId4"/>
    <p:sldLayoutId id="2147483670" r:id="rId5"/>
    <p:sldLayoutId id="2147483669" r:id="rId6"/>
    <p:sldLayoutId id="2147483671" r:id="rId7"/>
    <p:sldLayoutId id="2147483672" r:id="rId8"/>
    <p:sldLayoutId id="2147483674" r:id="rId9"/>
    <p:sldLayoutId id="2147483680" r:id="rId10"/>
    <p:sldLayoutId id="2147483684" r:id="rId11"/>
    <p:sldLayoutId id="2147483665" r:id="rId12"/>
    <p:sldLayoutId id="2147483683" r:id="rId13"/>
    <p:sldLayoutId id="2147483682" r:id="rId14"/>
    <p:sldLayoutId id="2147483681" r:id="rId15"/>
    <p:sldLayoutId id="2147483679" r:id="rId16"/>
    <p:sldLayoutId id="2147483678" r:id="rId17"/>
    <p:sldLayoutId id="2147483677" r:id="rId18"/>
    <p:sldLayoutId id="2147483676" r:id="rId19"/>
    <p:sldLayoutId id="2147483675" r:id="rId20"/>
    <p:sldLayoutId id="2147483685"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255353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2.xml"/><Relationship Id="rId5" Type="http://schemas.openxmlformats.org/officeDocument/2006/relationships/chart" Target="../charts/chart4.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9.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10.xml"/><Relationship Id="rId1" Type="http://schemas.openxmlformats.org/officeDocument/2006/relationships/slideLayout" Target="../slideLayouts/slideLayout22.xml"/><Relationship Id="rId5" Type="http://schemas.openxmlformats.org/officeDocument/2006/relationships/image" Target="../media/image18.sv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11.xml"/><Relationship Id="rId1" Type="http://schemas.openxmlformats.org/officeDocument/2006/relationships/slideLayout" Target="../slideLayouts/slideLayout22.xml"/><Relationship Id="rId5" Type="http://schemas.openxmlformats.org/officeDocument/2006/relationships/image" Target="../media/image18.sv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12.xml"/><Relationship Id="rId1" Type="http://schemas.openxmlformats.org/officeDocument/2006/relationships/slideLayout" Target="../slideLayouts/slideLayout22.xml"/><Relationship Id="rId5" Type="http://schemas.openxmlformats.org/officeDocument/2006/relationships/image" Target="../media/image20.sv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13.xml"/><Relationship Id="rId1" Type="http://schemas.openxmlformats.org/officeDocument/2006/relationships/slideLayout" Target="../slideLayouts/slideLayout2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chart" Target="../charts/chart14.xml"/><Relationship Id="rId1" Type="http://schemas.openxmlformats.org/officeDocument/2006/relationships/slideLayout" Target="../slideLayouts/slideLayout22.xml"/><Relationship Id="rId6" Type="http://schemas.openxmlformats.org/officeDocument/2006/relationships/image" Target="../media/image19.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25.png"/><Relationship Id="rId2" Type="http://schemas.openxmlformats.org/officeDocument/2006/relationships/chart" Target="../charts/chart15.xml"/><Relationship Id="rId1" Type="http://schemas.openxmlformats.org/officeDocument/2006/relationships/slideLayout" Target="../slideLayouts/slideLayout22.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3.sv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chart" Target="../charts/chart16.xml"/><Relationship Id="rId1" Type="http://schemas.openxmlformats.org/officeDocument/2006/relationships/slideLayout" Target="../slideLayouts/slideLayout22.xml"/><Relationship Id="rId6" Type="http://schemas.openxmlformats.org/officeDocument/2006/relationships/image" Target="../media/image19.png"/><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5.png"/><Relationship Id="rId2" Type="http://schemas.openxmlformats.org/officeDocument/2006/relationships/chart" Target="../charts/chart17.xml"/><Relationship Id="rId1" Type="http://schemas.openxmlformats.org/officeDocument/2006/relationships/slideLayout" Target="../slideLayouts/slideLayout22.xml"/><Relationship Id="rId6"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28.svg"/><Relationship Id="rId4" Type="http://schemas.openxmlformats.org/officeDocument/2006/relationships/image" Target="../media/image21.png"/><Relationship Id="rId9" Type="http://schemas.openxmlformats.org/officeDocument/2006/relationships/image" Target="../media/image27.png"/></Relationships>
</file>

<file path=ppt/slides/_rels/slide2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5.png"/><Relationship Id="rId2" Type="http://schemas.openxmlformats.org/officeDocument/2006/relationships/chart" Target="../charts/chart18.xml"/><Relationship Id="rId1" Type="http://schemas.openxmlformats.org/officeDocument/2006/relationships/slideLayout" Target="../slideLayouts/slideLayout22.xml"/><Relationship Id="rId6"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28.svg"/><Relationship Id="rId4" Type="http://schemas.openxmlformats.org/officeDocument/2006/relationships/image" Target="../media/image21.png"/><Relationship Id="rId9" Type="http://schemas.openxmlformats.org/officeDocument/2006/relationships/image" Target="../media/image27.png"/></Relationships>
</file>

<file path=ppt/slides/_rels/slide2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5.png"/><Relationship Id="rId2" Type="http://schemas.openxmlformats.org/officeDocument/2006/relationships/chart" Target="../charts/chart19.xml"/><Relationship Id="rId1" Type="http://schemas.openxmlformats.org/officeDocument/2006/relationships/slideLayout" Target="../slideLayouts/slideLayout22.xml"/><Relationship Id="rId6" Type="http://schemas.openxmlformats.org/officeDocument/2006/relationships/image" Target="../media/image24.png"/><Relationship Id="rId11" Type="http://schemas.openxmlformats.org/officeDocument/2006/relationships/image" Target="../media/image28.sv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hart" Target="../charts/chart20.xml"/><Relationship Id="rId1" Type="http://schemas.openxmlformats.org/officeDocument/2006/relationships/slideLayout" Target="../slideLayouts/slideLayout22.xml"/><Relationship Id="rId5" Type="http://schemas.openxmlformats.org/officeDocument/2006/relationships/image" Target="../media/image28.sv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chart" Target="../charts/chart21.xml"/><Relationship Id="rId7"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2.xml"/><Relationship Id="rId6" Type="http://schemas.openxmlformats.org/officeDocument/2006/relationships/image" Target="../media/image30.png"/><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6.png"/><Relationship Id="rId7" Type="http://schemas.openxmlformats.org/officeDocument/2006/relationships/image" Target="../media/image27.png"/><Relationship Id="rId2" Type="http://schemas.openxmlformats.org/officeDocument/2006/relationships/chart" Target="../charts/chart22.xml"/><Relationship Id="rId1" Type="http://schemas.openxmlformats.org/officeDocument/2006/relationships/slideLayout" Target="../slideLayouts/slideLayout22.xml"/><Relationship Id="rId6" Type="http://schemas.openxmlformats.org/officeDocument/2006/relationships/image" Target="../media/image30.png"/><Relationship Id="rId5" Type="http://schemas.openxmlformats.org/officeDocument/2006/relationships/image" Target="../media/image2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23.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24.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25.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26.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27.xml"/><Relationship Id="rId1" Type="http://schemas.openxmlformats.org/officeDocument/2006/relationships/slideLayout" Target="../slideLayouts/slideLayout22.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chart" Target="../charts/chart28.xml"/><Relationship Id="rId1" Type="http://schemas.openxmlformats.org/officeDocument/2006/relationships/slideLayout" Target="../slideLayouts/slideLayout2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29.xml"/><Relationship Id="rId1" Type="http://schemas.openxmlformats.org/officeDocument/2006/relationships/slideLayout" Target="../slideLayouts/slideLayout22.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30.xml"/><Relationship Id="rId1" Type="http://schemas.openxmlformats.org/officeDocument/2006/relationships/slideLayout" Target="../slideLayouts/slideLayout22.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31.xml"/><Relationship Id="rId1" Type="http://schemas.openxmlformats.org/officeDocument/2006/relationships/slideLayout" Target="../slideLayouts/slideLayout22.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32.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33.xml"/><Relationship Id="rId1" Type="http://schemas.openxmlformats.org/officeDocument/2006/relationships/slideLayout" Target="../slideLayouts/slideLayout22.xml"/><Relationship Id="rId6" Type="http://schemas.openxmlformats.org/officeDocument/2006/relationships/image" Target="../media/image23.svg"/><Relationship Id="rId5" Type="http://schemas.openxmlformats.org/officeDocument/2006/relationships/image" Target="../media/image19.png"/><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34.xml"/><Relationship Id="rId1" Type="http://schemas.openxmlformats.org/officeDocument/2006/relationships/slideLayout" Target="../slideLayouts/slideLayout22.xml"/><Relationship Id="rId6" Type="http://schemas.openxmlformats.org/officeDocument/2006/relationships/image" Target="../media/image23.svg"/><Relationship Id="rId5" Type="http://schemas.openxmlformats.org/officeDocument/2006/relationships/image" Target="../media/image19.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23.svg"/><Relationship Id="rId2" Type="http://schemas.openxmlformats.org/officeDocument/2006/relationships/chart" Target="../charts/chart35.xml"/><Relationship Id="rId1" Type="http://schemas.openxmlformats.org/officeDocument/2006/relationships/slideLayout" Target="../slideLayouts/slideLayout22.xml"/><Relationship Id="rId6" Type="http://schemas.openxmlformats.org/officeDocument/2006/relationships/image" Target="../media/image19.png"/><Relationship Id="rId5" Type="http://schemas.openxmlformats.org/officeDocument/2006/relationships/image" Target="../media/image38.pn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2" Type="http://schemas.openxmlformats.org/officeDocument/2006/relationships/chart" Target="../charts/chart36.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4CFCEA34-2B2B-47DF-A969-4A12CD1BADAD}"/>
              </a:ext>
            </a:extLst>
          </p:cNvPr>
          <p:cNvSpPr/>
          <p:nvPr/>
        </p:nvSpPr>
        <p:spPr>
          <a:xfrm>
            <a:off x="4440872" y="492742"/>
            <a:ext cx="3310257" cy="5817652"/>
          </a:xfrm>
          <a:custGeom>
            <a:avLst/>
            <a:gdLst>
              <a:gd name="connsiteX0" fmla="*/ 0 w 3310257"/>
              <a:gd name="connsiteY0" fmla="*/ 0 h 5817652"/>
              <a:gd name="connsiteX1" fmla="*/ 3310257 w 3310257"/>
              <a:gd name="connsiteY1" fmla="*/ 0 h 5817652"/>
              <a:gd name="connsiteX2" fmla="*/ 3310257 w 3310257"/>
              <a:gd name="connsiteY2" fmla="*/ 836248 h 5817652"/>
              <a:gd name="connsiteX3" fmla="*/ 3213002 w 3310257"/>
              <a:gd name="connsiteY3" fmla="*/ 846650 h 5817652"/>
              <a:gd name="connsiteX4" fmla="*/ 3213002 w 3310257"/>
              <a:gd name="connsiteY4" fmla="*/ 97255 h 5817652"/>
              <a:gd name="connsiteX5" fmla="*/ 97255 w 3310257"/>
              <a:gd name="connsiteY5" fmla="*/ 97255 h 5817652"/>
              <a:gd name="connsiteX6" fmla="*/ 97255 w 3310257"/>
              <a:gd name="connsiteY6" fmla="*/ 5720397 h 5817652"/>
              <a:gd name="connsiteX7" fmla="*/ 3213002 w 3310257"/>
              <a:gd name="connsiteY7" fmla="*/ 5720397 h 5817652"/>
              <a:gd name="connsiteX8" fmla="*/ 3213002 w 3310257"/>
              <a:gd name="connsiteY8" fmla="*/ 1814862 h 5817652"/>
              <a:gd name="connsiteX9" fmla="*/ 3310257 w 3310257"/>
              <a:gd name="connsiteY9" fmla="*/ 1769061 h 5817652"/>
              <a:gd name="connsiteX10" fmla="*/ 3310257 w 3310257"/>
              <a:gd name="connsiteY10" fmla="*/ 5817652 h 5817652"/>
              <a:gd name="connsiteX11" fmla="*/ 0 w 3310257"/>
              <a:gd name="connsiteY11" fmla="*/ 5817652 h 5817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0257" h="5817652">
                <a:moveTo>
                  <a:pt x="0" y="0"/>
                </a:moveTo>
                <a:lnTo>
                  <a:pt x="3310257" y="0"/>
                </a:lnTo>
                <a:lnTo>
                  <a:pt x="3310257" y="836248"/>
                </a:lnTo>
                <a:lnTo>
                  <a:pt x="3213002" y="846650"/>
                </a:lnTo>
                <a:lnTo>
                  <a:pt x="3213002" y="97255"/>
                </a:lnTo>
                <a:lnTo>
                  <a:pt x="97255" y="97255"/>
                </a:lnTo>
                <a:lnTo>
                  <a:pt x="97255" y="5720397"/>
                </a:lnTo>
                <a:lnTo>
                  <a:pt x="3213002" y="5720397"/>
                </a:lnTo>
                <a:lnTo>
                  <a:pt x="3213002" y="1814862"/>
                </a:lnTo>
                <a:lnTo>
                  <a:pt x="3310257" y="1769061"/>
                </a:lnTo>
                <a:lnTo>
                  <a:pt x="3310257" y="5817652"/>
                </a:lnTo>
                <a:lnTo>
                  <a:pt x="0" y="581765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22EACE2C-F0BB-4B26-BDA0-E1B66FC049A7}"/>
              </a:ext>
            </a:extLst>
          </p:cNvPr>
          <p:cNvSpPr txBox="1"/>
          <p:nvPr/>
        </p:nvSpPr>
        <p:spPr>
          <a:xfrm>
            <a:off x="5275342" y="4280733"/>
            <a:ext cx="5052601" cy="923330"/>
          </a:xfrm>
          <a:prstGeom prst="rect">
            <a:avLst/>
          </a:prstGeom>
          <a:solidFill>
            <a:schemeClr val="tx1"/>
          </a:solidFill>
        </p:spPr>
        <p:txBody>
          <a:bodyPr wrap="square" rtlCol="0" anchor="ctr">
            <a:spAutoFit/>
          </a:bodyPr>
          <a:lstStyle/>
          <a:p>
            <a:r>
              <a:rPr lang="en-US" altLang="ko-KR" sz="5400" b="1" dirty="0">
                <a:solidFill>
                  <a:schemeClr val="bg1"/>
                </a:solidFill>
                <a:latin typeface="+mj-lt"/>
                <a:cs typeface="Arial" pitchFamily="34" charset="0"/>
              </a:rPr>
              <a:t>What time is it?</a:t>
            </a:r>
            <a:endParaRPr lang="ko-KR" altLang="en-US" sz="5400" b="1" dirty="0">
              <a:solidFill>
                <a:schemeClr val="bg1"/>
              </a:solidFill>
              <a:latin typeface="+mj-lt"/>
              <a:cs typeface="Arial" pitchFamily="34" charset="0"/>
            </a:endParaRPr>
          </a:p>
        </p:txBody>
      </p:sp>
      <p:sp>
        <p:nvSpPr>
          <p:cNvPr id="20" name="Diamond 19">
            <a:extLst>
              <a:ext uri="{FF2B5EF4-FFF2-40B4-BE49-F238E27FC236}">
                <a16:creationId xmlns:a16="http://schemas.microsoft.com/office/drawing/2014/main" id="{A5EE27D8-95BC-4C2B-A5E4-871ED71E0E6B}"/>
              </a:ext>
            </a:extLst>
          </p:cNvPr>
          <p:cNvSpPr/>
          <p:nvPr/>
        </p:nvSpPr>
        <p:spPr>
          <a:xfrm>
            <a:off x="10486528" y="5045506"/>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BC534616-0BCD-4067-8087-DE544782CB21}"/>
              </a:ext>
            </a:extLst>
          </p:cNvPr>
          <p:cNvSpPr/>
          <p:nvPr/>
        </p:nvSpPr>
        <p:spPr>
          <a:xfrm>
            <a:off x="1838655" y="912516"/>
            <a:ext cx="436586"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a:extLst>
              <a:ext uri="{FF2B5EF4-FFF2-40B4-BE49-F238E27FC236}">
                <a16:creationId xmlns:a16="http://schemas.microsoft.com/office/drawing/2014/main" id="{79A68489-6042-4357-813B-5263918D63B0}"/>
              </a:ext>
            </a:extLst>
          </p:cNvPr>
          <p:cNvSpPr/>
          <p:nvPr/>
        </p:nvSpPr>
        <p:spPr>
          <a:xfrm>
            <a:off x="1622410" y="349054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2AB2AC16-42AE-4DD6-B958-37D751F8BBAF}"/>
              </a:ext>
            </a:extLst>
          </p:cNvPr>
          <p:cNvSpPr/>
          <p:nvPr/>
        </p:nvSpPr>
        <p:spPr>
          <a:xfrm>
            <a:off x="4664894" y="1380238"/>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DB644EFE-AF32-4444-BDAE-6DB0D5402C27}"/>
              </a:ext>
            </a:extLst>
          </p:cNvPr>
          <p:cNvGrpSpPr/>
          <p:nvPr/>
        </p:nvGrpSpPr>
        <p:grpSpPr>
          <a:xfrm>
            <a:off x="4903574" y="5518743"/>
            <a:ext cx="2620319" cy="525185"/>
            <a:chOff x="1612709" y="1258934"/>
            <a:chExt cx="2620319" cy="525185"/>
          </a:xfrm>
        </p:grpSpPr>
        <p:sp>
          <p:nvSpPr>
            <p:cNvPr id="72" name="Freeform: Shape 71">
              <a:extLst>
                <a:ext uri="{FF2B5EF4-FFF2-40B4-BE49-F238E27FC236}">
                  <a16:creationId xmlns:a16="http://schemas.microsoft.com/office/drawing/2014/main" id="{7B14F5DF-7995-4171-92AD-CCA126DC3297}"/>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6B0E23EA-5CBC-4DA5-875C-C12A5FF5DE00}"/>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000AF6C3-73CD-4D8F-BBB6-3D4B9884FA04}"/>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9188DE90-673F-4A21-8AF8-CF516EA07AA7}"/>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D834BC7-4AF0-47E2-BA33-97D656B140ED}"/>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46F8CA51-3E91-4801-AB3A-298961DAB127}"/>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C26A5AE-0363-4168-8B93-99221BA32068}"/>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51584E0B-43FE-41C2-900C-1AD69BD92E33}"/>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D8E7FCE5-62A8-4A31-8A9D-9AEE22DEBFD4}"/>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7F302706-3D85-4F2E-A2E9-7CAA5328EBD5}"/>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C5E97B52-A1ED-4B3E-A0FE-16B228A41995}"/>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5DD4B20-76E9-4FAA-9776-F763D0F5BF3B}"/>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A0D08D1F-425E-4F5F-8970-47355DE6CE5F}"/>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1350203F-3F8E-4996-9294-210EB3FC58D1}"/>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335F41C-880E-43EC-AF4B-CBAA6D5F8978}"/>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C21E8FB5-8472-4D6C-B6C3-FE7CB93BE751}"/>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E0D52D86-DD4F-40B5-89DF-3B2CE6A930B6}"/>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7EA65FD0-A8CE-4B05-A90E-83F34F26A8DD}"/>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B2987643-7AC5-4B22-B49D-24CDB36034FE}"/>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875F81B6-D99F-46CE-972F-388202BFB0E5}"/>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9A6C9CA5-9088-4DE3-BC99-D58FE9DC6180}"/>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93" name="Group 92">
            <a:extLst>
              <a:ext uri="{FF2B5EF4-FFF2-40B4-BE49-F238E27FC236}">
                <a16:creationId xmlns:a16="http://schemas.microsoft.com/office/drawing/2014/main" id="{2BD7DF76-8A8C-435C-9322-C4D45F235A4A}"/>
              </a:ext>
            </a:extLst>
          </p:cNvPr>
          <p:cNvGrpSpPr/>
          <p:nvPr/>
        </p:nvGrpSpPr>
        <p:grpSpPr>
          <a:xfrm>
            <a:off x="9342582" y="3878505"/>
            <a:ext cx="2620319" cy="525185"/>
            <a:chOff x="1612709" y="1258934"/>
            <a:chExt cx="2620319" cy="525185"/>
          </a:xfrm>
        </p:grpSpPr>
        <p:sp>
          <p:nvSpPr>
            <p:cNvPr id="94" name="Freeform: Shape 93">
              <a:extLst>
                <a:ext uri="{FF2B5EF4-FFF2-40B4-BE49-F238E27FC236}">
                  <a16:creationId xmlns:a16="http://schemas.microsoft.com/office/drawing/2014/main" id="{E63F3B82-E9B9-46E8-AF4A-DA4A5364C56D}"/>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6201B875-16EC-45A3-B065-ECCBB2C796BD}"/>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0465EC2F-3AA2-4687-9751-437843F40A99}"/>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BF0C8A82-8818-4164-B11E-8C7F7A1D0F21}"/>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EEE81A2F-29E6-46A4-A2FD-56C1466D8F2F}"/>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36A7457F-CF14-42E4-85D0-8CBB2FCF1EB8}"/>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01A64BCC-E8C2-418E-ACD0-FDE3B01580F9}"/>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E45B1D6-9E73-44AF-9E66-EB14D893BF84}"/>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A2F6712C-F68E-42BF-A473-2DC404D366DE}"/>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A980FEF4-33DE-4A55-8BA7-8011B68523DB}"/>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FE8DF918-3E8A-4503-8F7B-FC89DCA2A1EA}"/>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49141FE-8514-4130-928A-7DFDCE981E75}"/>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046F5413-8944-4B35-93E5-65A8DE6E9970}"/>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9EC62632-64F0-40A1-9EC2-DA1EE253730C}"/>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0525EEC-4C5B-4963-86DC-ADCE7C31C1F5}"/>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2FBF2F38-F681-41C8-95D2-334FC1381CC0}"/>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88DECC19-4B2F-4E31-B261-4D53FDEF8A3A}"/>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1D36AEF0-D8BA-4376-ADEA-D39921029BA4}"/>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0D61FE7-2F89-410F-A750-A523ACCA44F3}"/>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BBFEFCE-04AE-4434-8B82-3FD351F6105F}"/>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6A2239B-A2A4-4817-B24C-1A3EEF36DA64}"/>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116302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3FDB1076-7CAA-4A2C-93BD-B9BDC464E920}"/>
              </a:ext>
            </a:extLst>
          </p:cNvPr>
          <p:cNvSpPr txBox="1"/>
          <p:nvPr/>
        </p:nvSpPr>
        <p:spPr>
          <a:xfrm>
            <a:off x="4235757" y="3581675"/>
            <a:ext cx="6564523" cy="1754326"/>
          </a:xfrm>
          <a:prstGeom prst="rect">
            <a:avLst/>
          </a:prstGeom>
          <a:noFill/>
        </p:spPr>
        <p:txBody>
          <a:bodyPr wrap="square" rtlCol="0" anchor="ctr">
            <a:spAutoFit/>
          </a:bodyPr>
          <a:lstStyle/>
          <a:p>
            <a:pPr algn="r"/>
            <a:r>
              <a:rPr lang="en-US" sz="5400" b="1" dirty="0">
                <a:solidFill>
                  <a:schemeClr val="bg1"/>
                </a:solidFill>
                <a:latin typeface="+mj-lt"/>
              </a:rPr>
              <a:t> </a:t>
            </a:r>
            <a:r>
              <a:rPr lang="en-US" sz="6000" b="1" dirty="0">
                <a:solidFill>
                  <a:schemeClr val="bg1"/>
                </a:solidFill>
                <a:latin typeface="+mj-lt"/>
              </a:rPr>
              <a:t>TIMUPS</a:t>
            </a:r>
            <a:r>
              <a:rPr lang="en-US" sz="5400" dirty="0">
                <a:solidFill>
                  <a:schemeClr val="bg1"/>
                </a:solidFill>
                <a:latin typeface="+mj-lt"/>
              </a:rPr>
              <a:t> </a:t>
            </a:r>
          </a:p>
          <a:p>
            <a:pPr algn="r"/>
            <a:r>
              <a:rPr lang="en-US" sz="4800" dirty="0">
                <a:solidFill>
                  <a:schemeClr val="bg1"/>
                </a:solidFill>
                <a:latin typeface="+mj-lt"/>
              </a:rPr>
              <a:t>Palak Gupta</a:t>
            </a:r>
            <a:endParaRPr lang="ko-KR" altLang="en-US" sz="4800" dirty="0">
              <a:solidFill>
                <a:schemeClr val="bg1"/>
              </a:solidFill>
              <a:latin typeface="+mj-lt"/>
              <a:cs typeface="Arial" pitchFamily="34" charset="0"/>
            </a:endParaRPr>
          </a:p>
        </p:txBody>
      </p:sp>
      <p:sp>
        <p:nvSpPr>
          <p:cNvPr id="25" name="TextBox 24">
            <a:extLst>
              <a:ext uri="{FF2B5EF4-FFF2-40B4-BE49-F238E27FC236}">
                <a16:creationId xmlns:a16="http://schemas.microsoft.com/office/drawing/2014/main" id="{3CEE5899-1E72-4D7A-8D7D-C99B8B3F8E79}"/>
              </a:ext>
            </a:extLst>
          </p:cNvPr>
          <p:cNvSpPr txBox="1"/>
          <p:nvPr/>
        </p:nvSpPr>
        <p:spPr>
          <a:xfrm>
            <a:off x="5771048" y="5784030"/>
            <a:ext cx="5211402" cy="830997"/>
          </a:xfrm>
          <a:prstGeom prst="rect">
            <a:avLst/>
          </a:prstGeom>
          <a:noFill/>
        </p:spPr>
        <p:txBody>
          <a:bodyPr wrap="square" rtlCol="0" anchor="ctr">
            <a:spAutoFit/>
          </a:bodyPr>
          <a:lstStyle/>
          <a:p>
            <a:pPr algn="r"/>
            <a:r>
              <a:rPr lang="en-US" altLang="ko-KR" sz="2400" dirty="0">
                <a:solidFill>
                  <a:schemeClr val="bg1"/>
                </a:solidFill>
                <a:cs typeface="Arial" pitchFamily="34" charset="0"/>
              </a:rPr>
              <a:t>Submitted To: Dr. Monika Gupta</a:t>
            </a:r>
            <a:r>
              <a:rPr lang="en-US" altLang="ko-KR" sz="1200" dirty="0">
                <a:solidFill>
                  <a:schemeClr val="bg1"/>
                </a:solidFill>
                <a:cs typeface="Arial" pitchFamily="34" charset="0"/>
              </a:rPr>
              <a:t>.</a:t>
            </a:r>
            <a:r>
              <a:rPr lang="en-US" altLang="ko-KR" sz="300" dirty="0">
                <a:solidFill>
                  <a:schemeClr val="bg1"/>
                </a:solidFill>
                <a:cs typeface="Arial" pitchFamily="34" charset="0"/>
              </a:rPr>
              <a:t>.</a:t>
            </a:r>
            <a:br>
              <a:rPr lang="en-US" altLang="ko-KR" sz="2400" dirty="0">
                <a:solidFill>
                  <a:schemeClr val="bg1"/>
                </a:solidFill>
                <a:cs typeface="Arial" pitchFamily="34" charset="0"/>
              </a:rPr>
            </a:br>
            <a:r>
              <a:rPr lang="en-US" altLang="ko-KR" sz="2400" dirty="0">
                <a:solidFill>
                  <a:schemeClr val="bg1"/>
                </a:solidFill>
                <a:cs typeface="Arial" pitchFamily="34" charset="0"/>
              </a:rPr>
              <a:t> Dr. Randeep Kaur</a:t>
            </a:r>
            <a:endParaRPr lang="ko-KR" altLang="en-US" sz="2400" dirty="0">
              <a:solidFill>
                <a:schemeClr val="bg1"/>
              </a:solidFill>
              <a:cs typeface="Arial" pitchFamily="34" charset="0"/>
            </a:endParaRPr>
          </a:p>
        </p:txBody>
      </p:sp>
      <p:grpSp>
        <p:nvGrpSpPr>
          <p:cNvPr id="3" name="Group 2">
            <a:extLst>
              <a:ext uri="{FF2B5EF4-FFF2-40B4-BE49-F238E27FC236}">
                <a16:creationId xmlns:a16="http://schemas.microsoft.com/office/drawing/2014/main" id="{6572CC02-C48B-46EC-AFB2-287D413B097B}"/>
              </a:ext>
            </a:extLst>
          </p:cNvPr>
          <p:cNvGrpSpPr/>
          <p:nvPr/>
        </p:nvGrpSpPr>
        <p:grpSpPr>
          <a:xfrm rot="10800000">
            <a:off x="1064346" y="498479"/>
            <a:ext cx="3634011" cy="1097280"/>
            <a:chOff x="8230329" y="5360525"/>
            <a:chExt cx="3634011" cy="1097280"/>
          </a:xfrm>
        </p:grpSpPr>
        <p:sp>
          <p:nvSpPr>
            <p:cNvPr id="2" name="Rectangle 1">
              <a:extLst>
                <a:ext uri="{FF2B5EF4-FFF2-40B4-BE49-F238E27FC236}">
                  <a16:creationId xmlns:a16="http://schemas.microsoft.com/office/drawing/2014/main" id="{E36C07F8-24DD-4BA6-9092-8D41252A9213}"/>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729E8BAB-E2C5-4A59-A969-FC77F18BAD4E}"/>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Diamond 4">
            <a:extLst>
              <a:ext uri="{FF2B5EF4-FFF2-40B4-BE49-F238E27FC236}">
                <a16:creationId xmlns:a16="http://schemas.microsoft.com/office/drawing/2014/main" id="{C7FEC4FF-3B18-4C32-880D-24AF445B4CD5}"/>
              </a:ext>
            </a:extLst>
          </p:cNvPr>
          <p:cNvSpPr/>
          <p:nvPr/>
        </p:nvSpPr>
        <p:spPr>
          <a:xfrm>
            <a:off x="1497228" y="4873391"/>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iamond 30">
            <a:extLst>
              <a:ext uri="{FF2B5EF4-FFF2-40B4-BE49-F238E27FC236}">
                <a16:creationId xmlns:a16="http://schemas.microsoft.com/office/drawing/2014/main" id="{E50EA38B-23FC-4E7A-B7AA-8E3D0D22FD4D}"/>
              </a:ext>
            </a:extLst>
          </p:cNvPr>
          <p:cNvSpPr/>
          <p:nvPr/>
        </p:nvSpPr>
        <p:spPr>
          <a:xfrm>
            <a:off x="9221111" y="314508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iamond 31">
            <a:extLst>
              <a:ext uri="{FF2B5EF4-FFF2-40B4-BE49-F238E27FC236}">
                <a16:creationId xmlns:a16="http://schemas.microsoft.com/office/drawing/2014/main" id="{6DC3E00E-BC60-47A6-ACFF-D2A128A9F524}"/>
              </a:ext>
            </a:extLst>
          </p:cNvPr>
          <p:cNvSpPr/>
          <p:nvPr/>
        </p:nvSpPr>
        <p:spPr>
          <a:xfrm>
            <a:off x="6087497" y="3581675"/>
            <a:ext cx="436586"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iamond 32">
            <a:extLst>
              <a:ext uri="{FF2B5EF4-FFF2-40B4-BE49-F238E27FC236}">
                <a16:creationId xmlns:a16="http://schemas.microsoft.com/office/drawing/2014/main" id="{5AFF7729-CFFB-4020-A705-E805834C0FFB}"/>
              </a:ext>
            </a:extLst>
          </p:cNvPr>
          <p:cNvSpPr/>
          <p:nvPr/>
        </p:nvSpPr>
        <p:spPr>
          <a:xfrm>
            <a:off x="4774908" y="5034511"/>
            <a:ext cx="436586" cy="436586"/>
          </a:xfrm>
          <a:prstGeom prst="diamond">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9B3B3BA0-ACCE-4843-9FF5-CACAE6C136CA}"/>
              </a:ext>
            </a:extLst>
          </p:cNvPr>
          <p:cNvGrpSpPr/>
          <p:nvPr/>
        </p:nvGrpSpPr>
        <p:grpSpPr>
          <a:xfrm>
            <a:off x="7493643" y="4581508"/>
            <a:ext cx="3643536" cy="1106806"/>
            <a:chOff x="8230329" y="5360525"/>
            <a:chExt cx="3643536" cy="1106806"/>
          </a:xfrm>
        </p:grpSpPr>
        <p:sp>
          <p:nvSpPr>
            <p:cNvPr id="35" name="Rectangle 34">
              <a:extLst>
                <a:ext uri="{FF2B5EF4-FFF2-40B4-BE49-F238E27FC236}">
                  <a16:creationId xmlns:a16="http://schemas.microsoft.com/office/drawing/2014/main" id="{4FEDFB08-2847-47BC-812C-7E8BEE80C72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A2D24F03-F961-4F44-B1CE-1D5D0F7A691A}"/>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Diamond 21">
            <a:extLst>
              <a:ext uri="{FF2B5EF4-FFF2-40B4-BE49-F238E27FC236}">
                <a16:creationId xmlns:a16="http://schemas.microsoft.com/office/drawing/2014/main" id="{0CAE8180-B2E6-44FE-89C1-0A88EF32B703}"/>
              </a:ext>
            </a:extLst>
          </p:cNvPr>
          <p:cNvSpPr/>
          <p:nvPr/>
        </p:nvSpPr>
        <p:spPr>
          <a:xfrm>
            <a:off x="4460575" y="1329446"/>
            <a:ext cx="532626" cy="532626"/>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iamond 25">
            <a:extLst>
              <a:ext uri="{FF2B5EF4-FFF2-40B4-BE49-F238E27FC236}">
                <a16:creationId xmlns:a16="http://schemas.microsoft.com/office/drawing/2014/main" id="{FACFFFBF-F513-4171-A2F1-660E586D1529}"/>
              </a:ext>
            </a:extLst>
          </p:cNvPr>
          <p:cNvSpPr/>
          <p:nvPr/>
        </p:nvSpPr>
        <p:spPr>
          <a:xfrm>
            <a:off x="11393878" y="5829993"/>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74405D2-8C3E-406F-B39E-380FF0437A16}"/>
              </a:ext>
            </a:extLst>
          </p:cNvPr>
          <p:cNvGrpSpPr/>
          <p:nvPr/>
        </p:nvGrpSpPr>
        <p:grpSpPr>
          <a:xfrm>
            <a:off x="2152142" y="784526"/>
            <a:ext cx="2620319" cy="525185"/>
            <a:chOff x="1612709" y="1258934"/>
            <a:chExt cx="2620319" cy="525185"/>
          </a:xfrm>
        </p:grpSpPr>
        <p:sp>
          <p:nvSpPr>
            <p:cNvPr id="53" name="Freeform: Shape 52">
              <a:extLst>
                <a:ext uri="{FF2B5EF4-FFF2-40B4-BE49-F238E27FC236}">
                  <a16:creationId xmlns:a16="http://schemas.microsoft.com/office/drawing/2014/main" id="{06459C8E-9B2C-4EA7-A6CD-1F078E045F51}"/>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E611548-7B7B-4073-88EA-9417120F7704}"/>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A282257-C059-455D-8C25-02EB60353EC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FE9CC13D-BF56-4816-B845-338F849F09AE}"/>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20CCD1A-1935-4548-B37A-BF970583EEB8}"/>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CF545B7A-CD6D-4600-A6DC-AC1073708340}"/>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F0185C9-BE30-4E65-B113-E921386AB6DF}"/>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FB3E2D0B-DDD8-4EEC-B463-912F68359E68}"/>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35E34903-88D8-4BAA-B175-DC5E85CD3F94}"/>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9E12805-2E06-4AFC-8C32-D944A5B1CDAB}"/>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2E6BBE8C-58B8-41FE-9D83-B3FD1EF3A890}"/>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E8601E4E-7573-4036-8BA0-C5D5F54862C4}"/>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2B812893-DC43-4F70-9E22-617F7C40707C}"/>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852714A1-B043-4C72-9565-F337EA7F6977}"/>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384319DC-51BF-407C-80A0-C9FE13CB755C}"/>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2CD93FA-1821-442B-91D5-0979DE4E950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A70C58B-5D36-4447-ACA6-F8F526146088}"/>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3AC2A169-E29A-411E-86F9-33494C79D0DD}"/>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572753AE-3A87-44B4-A2FE-A6A708759737}"/>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3C052306-B275-4A41-BD0F-C784A5C9E5F1}"/>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24485376-1239-476E-A520-63229E452A8B}"/>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114" name="Group 113">
            <a:extLst>
              <a:ext uri="{FF2B5EF4-FFF2-40B4-BE49-F238E27FC236}">
                <a16:creationId xmlns:a16="http://schemas.microsoft.com/office/drawing/2014/main" id="{E57D6D50-1B6B-4A8F-9DD5-04FA7EE4A7CC}"/>
              </a:ext>
            </a:extLst>
          </p:cNvPr>
          <p:cNvGrpSpPr/>
          <p:nvPr/>
        </p:nvGrpSpPr>
        <p:grpSpPr>
          <a:xfrm>
            <a:off x="9524580" y="3190875"/>
            <a:ext cx="2620319" cy="525185"/>
            <a:chOff x="1612709" y="1258934"/>
            <a:chExt cx="2620319" cy="525185"/>
          </a:xfrm>
        </p:grpSpPr>
        <p:sp>
          <p:nvSpPr>
            <p:cNvPr id="115" name="Freeform: Shape 114">
              <a:extLst>
                <a:ext uri="{FF2B5EF4-FFF2-40B4-BE49-F238E27FC236}">
                  <a16:creationId xmlns:a16="http://schemas.microsoft.com/office/drawing/2014/main" id="{D59C00BA-A39F-4D7E-889E-B25842CA53AC}"/>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57C448EB-B79D-41BA-9646-AB0B71CFBDE3}"/>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0D48E348-4F2D-46A6-B15F-1DE62033A548}"/>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4F2318FA-7F9A-4941-B427-8327B3099DCA}"/>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11D17FE1-56BD-42C8-958C-3791EF3452C7}"/>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B324662D-172B-481B-AE07-481FBD3C1BFE}"/>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F764CF5-6156-49B3-9C0B-64CA00896F3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E35E758D-E385-487B-8C28-EB51C7D0FFA2}"/>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8B9FCEC6-F04C-470F-9EF7-8D5EB466AD2C}"/>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B2F82922-3FBB-480C-9EC0-EA9981CF9844}"/>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353444EA-7B1F-472A-B91F-97AA048D32B5}"/>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1B8C623E-ACA6-46CC-BBBF-EBB8DCF1F00D}"/>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392E33-123F-4FA4-93CF-E229273CB8D8}"/>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383FF851-9ECB-4E64-8B05-0F2D6B20B763}"/>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F428B28F-5100-4B29-A291-4A2617AB055E}"/>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B5E4AD8D-C5A2-4F29-B10A-6FACA727D5E8}"/>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99A3C00B-F733-4775-A82A-E37134C65700}"/>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470FFB39-45C0-4D9A-84C4-694F1D9C968A}"/>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2E56C65A-2633-43DD-B150-89E78EF4A801}"/>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6C67CA1-0189-470B-92A3-633CB976CF6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60FDA22-62F7-4D95-95E9-485433E52D04}"/>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077572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042C12F7-AE9B-40D2-A6C4-2F1B6BC860EE}"/>
              </a:ext>
            </a:extLst>
          </p:cNvPr>
          <p:cNvSpPr txBox="1"/>
          <p:nvPr/>
        </p:nvSpPr>
        <p:spPr>
          <a:xfrm>
            <a:off x="1067792" y="1606531"/>
            <a:ext cx="3479896" cy="923330"/>
          </a:xfrm>
          <a:prstGeom prst="rect">
            <a:avLst/>
          </a:prstGeom>
          <a:noFill/>
        </p:spPr>
        <p:txBody>
          <a:bodyPr wrap="square" rtlCol="0" anchor="ctr">
            <a:spAutoFit/>
          </a:bodyPr>
          <a:lstStyle/>
          <a:p>
            <a:r>
              <a:rPr lang="en-US" altLang="ko-KR" sz="5400" b="1" dirty="0">
                <a:solidFill>
                  <a:schemeClr val="bg1"/>
                </a:solidFill>
                <a:latin typeface="+mj-lt"/>
                <a:cs typeface="Arial" pitchFamily="34" charset="0"/>
              </a:rPr>
              <a:t>Matter:</a:t>
            </a:r>
            <a:endParaRPr lang="ko-KR" altLang="en-US" sz="5400" b="1" dirty="0">
              <a:solidFill>
                <a:schemeClr val="bg1"/>
              </a:solidFill>
              <a:latin typeface="+mj-lt"/>
              <a:cs typeface="Arial" pitchFamily="34" charset="0"/>
            </a:endParaRPr>
          </a:p>
        </p:txBody>
      </p:sp>
      <p:grpSp>
        <p:nvGrpSpPr>
          <p:cNvPr id="20" name="Group 19">
            <a:extLst>
              <a:ext uri="{FF2B5EF4-FFF2-40B4-BE49-F238E27FC236}">
                <a16:creationId xmlns:a16="http://schemas.microsoft.com/office/drawing/2014/main" id="{F2F7D63C-9C1E-483F-9F3C-623D625D2CE1}"/>
              </a:ext>
            </a:extLst>
          </p:cNvPr>
          <p:cNvGrpSpPr/>
          <p:nvPr/>
        </p:nvGrpSpPr>
        <p:grpSpPr>
          <a:xfrm rot="16200000" flipH="1">
            <a:off x="2129502" y="4082558"/>
            <a:ext cx="3634011" cy="1097280"/>
            <a:chOff x="8230329" y="5360525"/>
            <a:chExt cx="3634011" cy="1097280"/>
          </a:xfrm>
        </p:grpSpPr>
        <p:sp>
          <p:nvSpPr>
            <p:cNvPr id="21" name="Rectangle 20">
              <a:extLst>
                <a:ext uri="{FF2B5EF4-FFF2-40B4-BE49-F238E27FC236}">
                  <a16:creationId xmlns:a16="http://schemas.microsoft.com/office/drawing/2014/main" id="{703C245B-3C75-41B6-B64A-09E40959C5AD}"/>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90CF62E-B43D-4CFB-B3C2-60836643346E}"/>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7DDFDBBB-5FD1-4358-9ACC-967678FD5B83}"/>
              </a:ext>
            </a:extLst>
          </p:cNvPr>
          <p:cNvGrpSpPr/>
          <p:nvPr/>
        </p:nvGrpSpPr>
        <p:grpSpPr>
          <a:xfrm rot="16200000" flipV="1">
            <a:off x="-701217" y="1737214"/>
            <a:ext cx="3643536" cy="1106806"/>
            <a:chOff x="8230329" y="5360525"/>
            <a:chExt cx="3643536" cy="1106806"/>
          </a:xfrm>
        </p:grpSpPr>
        <p:sp>
          <p:nvSpPr>
            <p:cNvPr id="24" name="Rectangle 23">
              <a:extLst>
                <a:ext uri="{FF2B5EF4-FFF2-40B4-BE49-F238E27FC236}">
                  <a16:creationId xmlns:a16="http://schemas.microsoft.com/office/drawing/2014/main" id="{F0265A0C-13F4-4D76-8DF8-C9FD24BAB3EA}"/>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12C072D6-C945-4B11-B7E6-8019C6B738A1}"/>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Diamond 29">
            <a:extLst>
              <a:ext uri="{FF2B5EF4-FFF2-40B4-BE49-F238E27FC236}">
                <a16:creationId xmlns:a16="http://schemas.microsoft.com/office/drawing/2014/main" id="{65697609-5EA4-4D68-BE22-A65FB4074EBA}"/>
              </a:ext>
            </a:extLst>
          </p:cNvPr>
          <p:cNvSpPr/>
          <p:nvPr/>
        </p:nvSpPr>
        <p:spPr>
          <a:xfrm>
            <a:off x="1673954" y="841570"/>
            <a:ext cx="436586"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iamond 30">
            <a:extLst>
              <a:ext uri="{FF2B5EF4-FFF2-40B4-BE49-F238E27FC236}">
                <a16:creationId xmlns:a16="http://schemas.microsoft.com/office/drawing/2014/main" id="{6C3EB5A1-3CF0-4BD5-BB53-71BA76F7E118}"/>
              </a:ext>
            </a:extLst>
          </p:cNvPr>
          <p:cNvSpPr/>
          <p:nvPr/>
        </p:nvSpPr>
        <p:spPr>
          <a:xfrm>
            <a:off x="3765571" y="312001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iamond 31">
            <a:extLst>
              <a:ext uri="{FF2B5EF4-FFF2-40B4-BE49-F238E27FC236}">
                <a16:creationId xmlns:a16="http://schemas.microsoft.com/office/drawing/2014/main" id="{07DED52A-6554-4E8F-991E-8854317480D7}"/>
              </a:ext>
            </a:extLst>
          </p:cNvPr>
          <p:cNvSpPr/>
          <p:nvPr/>
        </p:nvSpPr>
        <p:spPr>
          <a:xfrm>
            <a:off x="2919541" y="528866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iamond 32">
            <a:extLst>
              <a:ext uri="{FF2B5EF4-FFF2-40B4-BE49-F238E27FC236}">
                <a16:creationId xmlns:a16="http://schemas.microsoft.com/office/drawing/2014/main" id="{9F0825D9-D869-4D5D-A365-028BEBB07060}"/>
              </a:ext>
            </a:extLst>
          </p:cNvPr>
          <p:cNvSpPr/>
          <p:nvPr/>
        </p:nvSpPr>
        <p:spPr>
          <a:xfrm>
            <a:off x="721718" y="3675799"/>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FD604367-943C-403F-9B88-218C6882CFA6}"/>
              </a:ext>
            </a:extLst>
          </p:cNvPr>
          <p:cNvGrpSpPr/>
          <p:nvPr/>
        </p:nvGrpSpPr>
        <p:grpSpPr>
          <a:xfrm>
            <a:off x="2503016" y="195331"/>
            <a:ext cx="2620319" cy="525185"/>
            <a:chOff x="1612709" y="1258934"/>
            <a:chExt cx="2620319" cy="525185"/>
          </a:xfrm>
        </p:grpSpPr>
        <p:sp>
          <p:nvSpPr>
            <p:cNvPr id="35" name="Freeform: Shape 34">
              <a:extLst>
                <a:ext uri="{FF2B5EF4-FFF2-40B4-BE49-F238E27FC236}">
                  <a16:creationId xmlns:a16="http://schemas.microsoft.com/office/drawing/2014/main" id="{4D0E9279-943C-47C1-87C2-A99E7169E72D}"/>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5D6F9E02-EC7B-4DD9-AABB-87D5B2470360}"/>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A24645F5-A4A4-45F5-AC05-8D40A1C4845E}"/>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999F2A4A-0840-46B3-B4DC-4525EA83D099}"/>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B8258BB-5865-4BCE-B48C-28720970F54A}"/>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0B4C3BB-13EF-4199-9BCD-7527C0DFA921}"/>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42BD141-5EC6-4346-9C74-04E4D8EC9A67}"/>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9A7E40AA-09BC-4937-A869-F76B02F25F73}"/>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A41C991-7B07-42C8-B4DF-D23ABDA6EDC5}"/>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83767DED-0590-42A3-AAAF-48C9CC30E2FB}"/>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2F7395E-5DCA-4B13-91EB-07008200AC6B}"/>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CF29E2B7-E58D-43D8-9172-3467DBA1FCC4}"/>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EABD1C83-9EB6-4ED0-A7DA-7A8132473658}"/>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297DC1C7-DF04-462B-8E28-8964FE847A15}"/>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03333193-419A-49C8-9331-26098059E70C}"/>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9482C051-0D48-46D7-AA0B-1C69777B5403}"/>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4EE5C538-F064-4894-9577-DFC67AC873C0}"/>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C7143FD2-CEF2-469E-884D-C46982770A47}"/>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4BCF759B-7521-48D7-962C-D1924C94507F}"/>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40772589-562D-4CC4-83DA-52BC04D5E04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50C1E096-F11A-45D8-9C92-C20E8F6214FD}"/>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56" name="Group 55">
            <a:extLst>
              <a:ext uri="{FF2B5EF4-FFF2-40B4-BE49-F238E27FC236}">
                <a16:creationId xmlns:a16="http://schemas.microsoft.com/office/drawing/2014/main" id="{78C26EEF-D283-4DD8-BA13-CA872CD5E88C}"/>
              </a:ext>
            </a:extLst>
          </p:cNvPr>
          <p:cNvGrpSpPr/>
          <p:nvPr/>
        </p:nvGrpSpPr>
        <p:grpSpPr>
          <a:xfrm>
            <a:off x="4282512" y="6126559"/>
            <a:ext cx="2620319" cy="525185"/>
            <a:chOff x="1612709" y="1258934"/>
            <a:chExt cx="2620319" cy="525185"/>
          </a:xfrm>
        </p:grpSpPr>
        <p:sp>
          <p:nvSpPr>
            <p:cNvPr id="57" name="Freeform: Shape 56">
              <a:extLst>
                <a:ext uri="{FF2B5EF4-FFF2-40B4-BE49-F238E27FC236}">
                  <a16:creationId xmlns:a16="http://schemas.microsoft.com/office/drawing/2014/main" id="{A9467519-5E0B-4E6B-9359-7E49C0706C2B}"/>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8AEFEB52-FE38-4D1D-B189-3A81736D9B49}"/>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2AA1CC3-41D1-415C-A91D-92587CBEE18E}"/>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B089BAA9-7096-4069-94C8-F31FA62FCA99}"/>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E1AE6A12-AF3E-4D92-B280-982F8F45A34C}"/>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CE7AE893-C87F-4E20-8338-207E7E402923}"/>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2D2B1CE0-3722-4429-9BCC-BCA8EA8C4599}"/>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435A21D-BB8D-47E6-B0C5-84D129A316CC}"/>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CD5C712-24B8-4B93-9E76-6E21E3193AF0}"/>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B6237FA5-50EE-4D3A-91D0-5532374AC4B2}"/>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1D586D65-0394-44D8-80E0-4B4A93DF26C6}"/>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CAFBE29C-3F71-4D3C-B2C1-72D45ACB7CA2}"/>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8437E719-DC10-4DA9-A443-CDD04893ACDA}"/>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6147AD15-8420-4CAD-8F30-F46A6E07F041}"/>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1B444EA-0EC8-4E21-931B-55F59305D867}"/>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751D0208-2E19-4715-B5ED-5797679ED22E}"/>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D0BBAC55-BC90-4750-B79F-D4846F53907A}"/>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CF9F9D1-DA89-4347-89D3-C0BE28BD22AD}"/>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ABA5B2F2-70DE-4DE5-8C19-2C08A5A2569A}"/>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FB708652-88ED-4B51-BD25-6EA651D81717}"/>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6AFD02C0-8DB8-4390-8108-FEFD943E4B67}"/>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79" name="Group 78">
            <a:extLst>
              <a:ext uri="{FF2B5EF4-FFF2-40B4-BE49-F238E27FC236}">
                <a16:creationId xmlns:a16="http://schemas.microsoft.com/office/drawing/2014/main" id="{458D45E1-3406-4A9F-936E-982BCC338E2E}"/>
              </a:ext>
            </a:extLst>
          </p:cNvPr>
          <p:cNvGrpSpPr/>
          <p:nvPr/>
        </p:nvGrpSpPr>
        <p:grpSpPr>
          <a:xfrm>
            <a:off x="6127001" y="996731"/>
            <a:ext cx="5674331" cy="1015663"/>
            <a:chOff x="6127001" y="975256"/>
            <a:chExt cx="5674331" cy="1015663"/>
          </a:xfrm>
        </p:grpSpPr>
        <p:sp>
          <p:nvSpPr>
            <p:cNvPr id="6" name="TextBox 5">
              <a:extLst>
                <a:ext uri="{FF2B5EF4-FFF2-40B4-BE49-F238E27FC236}">
                  <a16:creationId xmlns:a16="http://schemas.microsoft.com/office/drawing/2014/main" id="{95E3BD7D-EEC6-41FC-867D-95F2B71346B3}"/>
                </a:ext>
              </a:extLst>
            </p:cNvPr>
            <p:cNvSpPr txBox="1"/>
            <p:nvPr/>
          </p:nvSpPr>
          <p:spPr>
            <a:xfrm>
              <a:off x="6127001" y="975256"/>
              <a:ext cx="1431024" cy="1015663"/>
            </a:xfrm>
            <a:prstGeom prst="rect">
              <a:avLst/>
            </a:prstGeom>
            <a:noFill/>
          </p:spPr>
          <p:txBody>
            <a:bodyPr wrap="square" lIns="108000" rIns="108000" rtlCol="0">
              <a:spAutoFit/>
            </a:bodyPr>
            <a:lstStyle/>
            <a:p>
              <a:pPr algn="ctr"/>
              <a:r>
                <a:rPr lang="en-US" altLang="ko-KR" sz="6000" b="1" dirty="0">
                  <a:solidFill>
                    <a:schemeClr val="tx1">
                      <a:lumMod val="50000"/>
                      <a:lumOff val="50000"/>
                    </a:schemeClr>
                  </a:solidFill>
                  <a:cs typeface="Arial" pitchFamily="34" charset="0"/>
                </a:rPr>
                <a:t>01</a:t>
              </a:r>
              <a:endParaRPr lang="ko-KR" altLang="en-US" sz="6000" b="1" dirty="0">
                <a:solidFill>
                  <a:schemeClr val="tx1">
                    <a:lumMod val="50000"/>
                    <a:lumOff val="50000"/>
                  </a:schemeClr>
                </a:solidFill>
                <a:cs typeface="Arial" pitchFamily="34" charset="0"/>
              </a:endParaRPr>
            </a:p>
          </p:txBody>
        </p:sp>
        <p:sp>
          <p:nvSpPr>
            <p:cNvPr id="5" name="TextBox 4">
              <a:extLst>
                <a:ext uri="{FF2B5EF4-FFF2-40B4-BE49-F238E27FC236}">
                  <a16:creationId xmlns:a16="http://schemas.microsoft.com/office/drawing/2014/main" id="{8591A18A-7559-4485-BC2C-6ACBBA9F87DF}"/>
                </a:ext>
              </a:extLst>
            </p:cNvPr>
            <p:cNvSpPr txBox="1"/>
            <p:nvPr/>
          </p:nvSpPr>
          <p:spPr>
            <a:xfrm>
              <a:off x="7139492" y="1252254"/>
              <a:ext cx="4661840" cy="461665"/>
            </a:xfrm>
            <a:prstGeom prst="rect">
              <a:avLst/>
            </a:prstGeom>
            <a:noFill/>
          </p:spPr>
          <p:txBody>
            <a:bodyPr wrap="square" lIns="108000" rIns="108000" rtlCol="0">
              <a:spAutoFit/>
            </a:bodyPr>
            <a:lstStyle/>
            <a:p>
              <a:r>
                <a:rPr lang="en-US" altLang="ko-KR" sz="2400" b="1" dirty="0">
                  <a:solidFill>
                    <a:schemeClr val="accent4"/>
                  </a:solidFill>
                  <a:cs typeface="Arial" pitchFamily="34" charset="0"/>
                </a:rPr>
                <a:t>Introduction</a:t>
              </a:r>
              <a:endParaRPr lang="ko-KR" altLang="en-US" sz="2400" b="1" dirty="0">
                <a:solidFill>
                  <a:schemeClr val="accent4"/>
                </a:solidFill>
                <a:cs typeface="Arial" pitchFamily="34" charset="0"/>
              </a:endParaRPr>
            </a:p>
          </p:txBody>
        </p:sp>
      </p:grpSp>
      <p:sp>
        <p:nvSpPr>
          <p:cNvPr id="29" name="Diamond 28">
            <a:extLst>
              <a:ext uri="{FF2B5EF4-FFF2-40B4-BE49-F238E27FC236}">
                <a16:creationId xmlns:a16="http://schemas.microsoft.com/office/drawing/2014/main" id="{054C6852-9435-4614-9AEA-A0630E3781E5}"/>
              </a:ext>
            </a:extLst>
          </p:cNvPr>
          <p:cNvSpPr/>
          <p:nvPr/>
        </p:nvSpPr>
        <p:spPr>
          <a:xfrm>
            <a:off x="5307361" y="4691582"/>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8930E984-2898-446A-BBCC-972A4F5C8A11}"/>
              </a:ext>
            </a:extLst>
          </p:cNvPr>
          <p:cNvGrpSpPr/>
          <p:nvPr/>
        </p:nvGrpSpPr>
        <p:grpSpPr>
          <a:xfrm>
            <a:off x="6127001" y="2242275"/>
            <a:ext cx="5674331" cy="1015663"/>
            <a:chOff x="6127001" y="975256"/>
            <a:chExt cx="5674331" cy="1015663"/>
          </a:xfrm>
        </p:grpSpPr>
        <p:sp>
          <p:nvSpPr>
            <p:cNvPr id="81" name="TextBox 80">
              <a:extLst>
                <a:ext uri="{FF2B5EF4-FFF2-40B4-BE49-F238E27FC236}">
                  <a16:creationId xmlns:a16="http://schemas.microsoft.com/office/drawing/2014/main" id="{AB2ADD4C-C730-418D-8969-EBE392E13CE9}"/>
                </a:ext>
              </a:extLst>
            </p:cNvPr>
            <p:cNvSpPr txBox="1"/>
            <p:nvPr/>
          </p:nvSpPr>
          <p:spPr>
            <a:xfrm>
              <a:off x="6127001" y="975256"/>
              <a:ext cx="1431024" cy="1015663"/>
            </a:xfrm>
            <a:prstGeom prst="rect">
              <a:avLst/>
            </a:prstGeom>
            <a:noFill/>
          </p:spPr>
          <p:txBody>
            <a:bodyPr wrap="square" lIns="108000" rIns="108000" rtlCol="0">
              <a:spAutoFit/>
            </a:bodyPr>
            <a:lstStyle/>
            <a:p>
              <a:pPr algn="ctr"/>
              <a:r>
                <a:rPr lang="en-US" altLang="ko-KR" sz="6000" b="1" dirty="0">
                  <a:solidFill>
                    <a:schemeClr val="tx1">
                      <a:lumMod val="50000"/>
                      <a:lumOff val="50000"/>
                    </a:schemeClr>
                  </a:solidFill>
                  <a:cs typeface="Arial" pitchFamily="34" charset="0"/>
                </a:rPr>
                <a:t>02</a:t>
              </a:r>
              <a:endParaRPr lang="ko-KR" altLang="en-US" sz="6000" b="1" dirty="0">
                <a:solidFill>
                  <a:schemeClr val="tx1">
                    <a:lumMod val="50000"/>
                    <a:lumOff val="50000"/>
                  </a:schemeClr>
                </a:solidFill>
                <a:cs typeface="Arial" pitchFamily="34" charset="0"/>
              </a:endParaRPr>
            </a:p>
          </p:txBody>
        </p:sp>
        <p:grpSp>
          <p:nvGrpSpPr>
            <p:cNvPr id="82" name="Group 81">
              <a:extLst>
                <a:ext uri="{FF2B5EF4-FFF2-40B4-BE49-F238E27FC236}">
                  <a16:creationId xmlns:a16="http://schemas.microsoft.com/office/drawing/2014/main" id="{299552D3-BF5F-49CD-8C1E-24080FA49F94}"/>
                </a:ext>
              </a:extLst>
            </p:cNvPr>
            <p:cNvGrpSpPr/>
            <p:nvPr/>
          </p:nvGrpSpPr>
          <p:grpSpPr>
            <a:xfrm>
              <a:off x="6980591" y="1180783"/>
              <a:ext cx="4820741" cy="737713"/>
              <a:chOff x="6963013" y="1275719"/>
              <a:chExt cx="4820741" cy="737713"/>
            </a:xfrm>
          </p:grpSpPr>
          <p:sp>
            <p:nvSpPr>
              <p:cNvPr id="83" name="TextBox 82">
                <a:extLst>
                  <a:ext uri="{FF2B5EF4-FFF2-40B4-BE49-F238E27FC236}">
                    <a16:creationId xmlns:a16="http://schemas.microsoft.com/office/drawing/2014/main" id="{BC99D5C0-49FA-4E40-A44B-5CBF050E5027}"/>
                  </a:ext>
                </a:extLst>
              </p:cNvPr>
              <p:cNvSpPr txBox="1"/>
              <p:nvPr/>
            </p:nvSpPr>
            <p:spPr>
              <a:xfrm>
                <a:off x="6963013" y="1736433"/>
                <a:ext cx="4661840" cy="276999"/>
              </a:xfrm>
              <a:prstGeom prst="rect">
                <a:avLst/>
              </a:prstGeom>
              <a:noFill/>
            </p:spPr>
            <p:txBody>
              <a:bodyPr wrap="square" rtlCol="0">
                <a:spAutoFit/>
              </a:bodyPr>
              <a:lstStyle/>
              <a:p>
                <a:endParaRPr lang="en-US" altLang="ko-KR" sz="1200" dirty="0">
                  <a:solidFill>
                    <a:schemeClr val="bg1"/>
                  </a:solidFill>
                  <a:cs typeface="Arial" pitchFamily="34" charset="0"/>
                </a:endParaRPr>
              </a:p>
            </p:txBody>
          </p:sp>
          <p:sp>
            <p:nvSpPr>
              <p:cNvPr id="84" name="TextBox 83">
                <a:extLst>
                  <a:ext uri="{FF2B5EF4-FFF2-40B4-BE49-F238E27FC236}">
                    <a16:creationId xmlns:a16="http://schemas.microsoft.com/office/drawing/2014/main" id="{C2D60BF5-734C-4822-B3C3-C1F81420029C}"/>
                  </a:ext>
                </a:extLst>
              </p:cNvPr>
              <p:cNvSpPr txBox="1"/>
              <p:nvPr/>
            </p:nvSpPr>
            <p:spPr>
              <a:xfrm>
                <a:off x="7121914" y="1275719"/>
                <a:ext cx="4661840" cy="461665"/>
              </a:xfrm>
              <a:prstGeom prst="rect">
                <a:avLst/>
              </a:prstGeom>
              <a:noFill/>
            </p:spPr>
            <p:txBody>
              <a:bodyPr wrap="square" lIns="108000" rIns="108000" rtlCol="0">
                <a:spAutoFit/>
              </a:bodyPr>
              <a:lstStyle/>
              <a:p>
                <a:r>
                  <a:rPr lang="en-US" altLang="ko-KR" sz="2400" b="1" dirty="0">
                    <a:solidFill>
                      <a:schemeClr val="accent1"/>
                    </a:solidFill>
                    <a:cs typeface="Arial" pitchFamily="34" charset="0"/>
                  </a:rPr>
                  <a:t>Technology Used</a:t>
                </a:r>
                <a:endParaRPr lang="ko-KR" altLang="en-US" sz="2400" b="1" dirty="0">
                  <a:solidFill>
                    <a:schemeClr val="accent1"/>
                  </a:solidFill>
                  <a:cs typeface="Arial" pitchFamily="34" charset="0"/>
                </a:endParaRPr>
              </a:p>
            </p:txBody>
          </p:sp>
        </p:grpSp>
      </p:grpSp>
      <p:grpSp>
        <p:nvGrpSpPr>
          <p:cNvPr id="85" name="Group 84">
            <a:extLst>
              <a:ext uri="{FF2B5EF4-FFF2-40B4-BE49-F238E27FC236}">
                <a16:creationId xmlns:a16="http://schemas.microsoft.com/office/drawing/2014/main" id="{68CA6C78-DA6C-4275-82EC-3787DFB5550A}"/>
              </a:ext>
            </a:extLst>
          </p:cNvPr>
          <p:cNvGrpSpPr/>
          <p:nvPr/>
        </p:nvGrpSpPr>
        <p:grpSpPr>
          <a:xfrm>
            <a:off x="6127001" y="3487819"/>
            <a:ext cx="5674331" cy="1015663"/>
            <a:chOff x="6127001" y="975256"/>
            <a:chExt cx="5674331" cy="1015663"/>
          </a:xfrm>
        </p:grpSpPr>
        <p:sp>
          <p:nvSpPr>
            <p:cNvPr id="86" name="TextBox 85">
              <a:extLst>
                <a:ext uri="{FF2B5EF4-FFF2-40B4-BE49-F238E27FC236}">
                  <a16:creationId xmlns:a16="http://schemas.microsoft.com/office/drawing/2014/main" id="{5C3C1ED3-456D-48B3-A18D-AA9B10A97955}"/>
                </a:ext>
              </a:extLst>
            </p:cNvPr>
            <p:cNvSpPr txBox="1"/>
            <p:nvPr/>
          </p:nvSpPr>
          <p:spPr>
            <a:xfrm>
              <a:off x="6127001" y="975256"/>
              <a:ext cx="1431024" cy="1015663"/>
            </a:xfrm>
            <a:prstGeom prst="rect">
              <a:avLst/>
            </a:prstGeom>
            <a:noFill/>
          </p:spPr>
          <p:txBody>
            <a:bodyPr wrap="square" lIns="108000" rIns="108000" rtlCol="0">
              <a:spAutoFit/>
            </a:bodyPr>
            <a:lstStyle/>
            <a:p>
              <a:pPr algn="ctr"/>
              <a:r>
                <a:rPr lang="en-US" altLang="ko-KR" sz="6000" b="1" dirty="0">
                  <a:solidFill>
                    <a:schemeClr val="tx1">
                      <a:lumMod val="50000"/>
                      <a:lumOff val="50000"/>
                    </a:schemeClr>
                  </a:solidFill>
                  <a:cs typeface="Arial" pitchFamily="34" charset="0"/>
                </a:rPr>
                <a:t>03</a:t>
              </a:r>
              <a:endParaRPr lang="ko-KR" altLang="en-US" sz="6000" b="1" dirty="0">
                <a:solidFill>
                  <a:schemeClr val="tx1">
                    <a:lumMod val="50000"/>
                    <a:lumOff val="50000"/>
                  </a:schemeClr>
                </a:solidFill>
                <a:cs typeface="Arial" pitchFamily="34" charset="0"/>
              </a:endParaRPr>
            </a:p>
          </p:txBody>
        </p:sp>
        <p:grpSp>
          <p:nvGrpSpPr>
            <p:cNvPr id="87" name="Group 86">
              <a:extLst>
                <a:ext uri="{FF2B5EF4-FFF2-40B4-BE49-F238E27FC236}">
                  <a16:creationId xmlns:a16="http://schemas.microsoft.com/office/drawing/2014/main" id="{B3097DBA-A06A-4720-9655-E7F6DE5CE17B}"/>
                </a:ext>
              </a:extLst>
            </p:cNvPr>
            <p:cNvGrpSpPr/>
            <p:nvPr/>
          </p:nvGrpSpPr>
          <p:grpSpPr>
            <a:xfrm>
              <a:off x="6980591" y="1205138"/>
              <a:ext cx="4820741" cy="713358"/>
              <a:chOff x="6963013" y="1300074"/>
              <a:chExt cx="4820741" cy="713358"/>
            </a:xfrm>
          </p:grpSpPr>
          <p:sp>
            <p:nvSpPr>
              <p:cNvPr id="88" name="TextBox 87">
                <a:extLst>
                  <a:ext uri="{FF2B5EF4-FFF2-40B4-BE49-F238E27FC236}">
                    <a16:creationId xmlns:a16="http://schemas.microsoft.com/office/drawing/2014/main" id="{07A5FCA3-532E-4C20-ABEF-9B1BBB37AA2C}"/>
                  </a:ext>
                </a:extLst>
              </p:cNvPr>
              <p:cNvSpPr txBox="1"/>
              <p:nvPr/>
            </p:nvSpPr>
            <p:spPr>
              <a:xfrm>
                <a:off x="6963013" y="1736433"/>
                <a:ext cx="4661840" cy="276999"/>
              </a:xfrm>
              <a:prstGeom prst="rect">
                <a:avLst/>
              </a:prstGeom>
              <a:noFill/>
            </p:spPr>
            <p:txBody>
              <a:bodyPr wrap="square" rtlCol="0">
                <a:spAutoFit/>
              </a:bodyPr>
              <a:lstStyle/>
              <a:p>
                <a:endParaRPr lang="en-US" altLang="ko-KR" sz="1200" dirty="0">
                  <a:solidFill>
                    <a:schemeClr val="bg1"/>
                  </a:solidFill>
                  <a:cs typeface="Arial" pitchFamily="34" charset="0"/>
                </a:endParaRPr>
              </a:p>
            </p:txBody>
          </p:sp>
          <p:sp>
            <p:nvSpPr>
              <p:cNvPr id="89" name="TextBox 88">
                <a:extLst>
                  <a:ext uri="{FF2B5EF4-FFF2-40B4-BE49-F238E27FC236}">
                    <a16:creationId xmlns:a16="http://schemas.microsoft.com/office/drawing/2014/main" id="{FAA994B7-3E11-497F-B303-F940B1BA2CA3}"/>
                  </a:ext>
                </a:extLst>
              </p:cNvPr>
              <p:cNvSpPr txBox="1"/>
              <p:nvPr/>
            </p:nvSpPr>
            <p:spPr>
              <a:xfrm>
                <a:off x="7121914" y="1300074"/>
                <a:ext cx="4661840" cy="461665"/>
              </a:xfrm>
              <a:prstGeom prst="rect">
                <a:avLst/>
              </a:prstGeom>
              <a:noFill/>
            </p:spPr>
            <p:txBody>
              <a:bodyPr wrap="square" lIns="108000" rIns="108000" rtlCol="0">
                <a:spAutoFit/>
              </a:bodyPr>
              <a:lstStyle/>
              <a:p>
                <a:r>
                  <a:rPr lang="en-US" altLang="ko-KR" sz="2400" b="1" dirty="0">
                    <a:solidFill>
                      <a:schemeClr val="accent2"/>
                    </a:solidFill>
                    <a:cs typeface="Arial" pitchFamily="34" charset="0"/>
                  </a:rPr>
                  <a:t>Role and Purpose</a:t>
                </a:r>
                <a:endParaRPr lang="ko-KR" altLang="en-US" sz="2400" b="1" dirty="0">
                  <a:solidFill>
                    <a:schemeClr val="accent2"/>
                  </a:solidFill>
                  <a:cs typeface="Arial" pitchFamily="34" charset="0"/>
                </a:endParaRPr>
              </a:p>
            </p:txBody>
          </p:sp>
        </p:grpSp>
      </p:grpSp>
      <p:grpSp>
        <p:nvGrpSpPr>
          <p:cNvPr id="90" name="Group 89">
            <a:extLst>
              <a:ext uri="{FF2B5EF4-FFF2-40B4-BE49-F238E27FC236}">
                <a16:creationId xmlns:a16="http://schemas.microsoft.com/office/drawing/2014/main" id="{E9B6C371-5C94-42CD-86BA-EE65CCA8A0A3}"/>
              </a:ext>
            </a:extLst>
          </p:cNvPr>
          <p:cNvGrpSpPr/>
          <p:nvPr/>
        </p:nvGrpSpPr>
        <p:grpSpPr>
          <a:xfrm>
            <a:off x="6127001" y="4733363"/>
            <a:ext cx="5674331" cy="1015663"/>
            <a:chOff x="6127001" y="975256"/>
            <a:chExt cx="5674331" cy="1015663"/>
          </a:xfrm>
        </p:grpSpPr>
        <p:sp>
          <p:nvSpPr>
            <p:cNvPr id="91" name="TextBox 90">
              <a:extLst>
                <a:ext uri="{FF2B5EF4-FFF2-40B4-BE49-F238E27FC236}">
                  <a16:creationId xmlns:a16="http://schemas.microsoft.com/office/drawing/2014/main" id="{F9430735-CE10-49F3-A6C7-1CCE8BAAA7F2}"/>
                </a:ext>
              </a:extLst>
            </p:cNvPr>
            <p:cNvSpPr txBox="1"/>
            <p:nvPr/>
          </p:nvSpPr>
          <p:spPr>
            <a:xfrm>
              <a:off x="6127001" y="975256"/>
              <a:ext cx="1431024" cy="1015663"/>
            </a:xfrm>
            <a:prstGeom prst="rect">
              <a:avLst/>
            </a:prstGeom>
            <a:noFill/>
          </p:spPr>
          <p:txBody>
            <a:bodyPr wrap="square" lIns="108000" rIns="108000" rtlCol="0">
              <a:spAutoFit/>
            </a:bodyPr>
            <a:lstStyle/>
            <a:p>
              <a:pPr algn="ctr"/>
              <a:r>
                <a:rPr lang="en-US" altLang="ko-KR" sz="6000" b="1" dirty="0">
                  <a:solidFill>
                    <a:schemeClr val="tx1">
                      <a:lumMod val="50000"/>
                      <a:lumOff val="50000"/>
                    </a:schemeClr>
                  </a:solidFill>
                  <a:cs typeface="Arial" pitchFamily="34" charset="0"/>
                </a:rPr>
                <a:t>04</a:t>
              </a:r>
              <a:endParaRPr lang="ko-KR" altLang="en-US" sz="6000" b="1" dirty="0">
                <a:solidFill>
                  <a:schemeClr val="tx1">
                    <a:lumMod val="50000"/>
                    <a:lumOff val="50000"/>
                  </a:schemeClr>
                </a:solidFill>
                <a:cs typeface="Arial" pitchFamily="34" charset="0"/>
              </a:endParaRPr>
            </a:p>
          </p:txBody>
        </p:sp>
        <p:grpSp>
          <p:nvGrpSpPr>
            <p:cNvPr id="92" name="Group 91">
              <a:extLst>
                <a:ext uri="{FF2B5EF4-FFF2-40B4-BE49-F238E27FC236}">
                  <a16:creationId xmlns:a16="http://schemas.microsoft.com/office/drawing/2014/main" id="{A2E68FA5-2752-4A25-A67B-5C0AE2DB84FC}"/>
                </a:ext>
              </a:extLst>
            </p:cNvPr>
            <p:cNvGrpSpPr/>
            <p:nvPr/>
          </p:nvGrpSpPr>
          <p:grpSpPr>
            <a:xfrm>
              <a:off x="7044098" y="1170987"/>
              <a:ext cx="4757234" cy="717425"/>
              <a:chOff x="7026520" y="1265923"/>
              <a:chExt cx="4757234" cy="717425"/>
            </a:xfrm>
          </p:grpSpPr>
          <p:sp>
            <p:nvSpPr>
              <p:cNvPr id="93" name="TextBox 92">
                <a:extLst>
                  <a:ext uri="{FF2B5EF4-FFF2-40B4-BE49-F238E27FC236}">
                    <a16:creationId xmlns:a16="http://schemas.microsoft.com/office/drawing/2014/main" id="{5C42DF97-C8D5-45F6-9BF3-B650D985AC89}"/>
                  </a:ext>
                </a:extLst>
              </p:cNvPr>
              <p:cNvSpPr txBox="1"/>
              <p:nvPr/>
            </p:nvSpPr>
            <p:spPr>
              <a:xfrm>
                <a:off x="7026520" y="1706349"/>
                <a:ext cx="4661840" cy="276999"/>
              </a:xfrm>
              <a:prstGeom prst="rect">
                <a:avLst/>
              </a:prstGeom>
              <a:noFill/>
            </p:spPr>
            <p:txBody>
              <a:bodyPr wrap="square" rtlCol="0">
                <a:spAutoFit/>
              </a:bodyPr>
              <a:lstStyle/>
              <a:p>
                <a:endParaRPr lang="en-US" altLang="ko-KR" sz="1200" dirty="0">
                  <a:solidFill>
                    <a:schemeClr val="bg1"/>
                  </a:solidFill>
                  <a:cs typeface="Arial" pitchFamily="34" charset="0"/>
                </a:endParaRPr>
              </a:p>
            </p:txBody>
          </p:sp>
          <p:sp>
            <p:nvSpPr>
              <p:cNvPr id="94" name="TextBox 93">
                <a:extLst>
                  <a:ext uri="{FF2B5EF4-FFF2-40B4-BE49-F238E27FC236}">
                    <a16:creationId xmlns:a16="http://schemas.microsoft.com/office/drawing/2014/main" id="{44E65764-3AA6-4F74-89F2-7ACE88A1A06E}"/>
                  </a:ext>
                </a:extLst>
              </p:cNvPr>
              <p:cNvSpPr txBox="1"/>
              <p:nvPr/>
            </p:nvSpPr>
            <p:spPr>
              <a:xfrm>
                <a:off x="7121914" y="1265923"/>
                <a:ext cx="4661840" cy="400110"/>
              </a:xfrm>
              <a:prstGeom prst="rect">
                <a:avLst/>
              </a:prstGeom>
              <a:noFill/>
            </p:spPr>
            <p:txBody>
              <a:bodyPr wrap="square" lIns="108000" rIns="108000" rtlCol="0">
                <a:spAutoFit/>
              </a:bodyPr>
              <a:lstStyle/>
              <a:p>
                <a:r>
                  <a:rPr lang="en-US" altLang="ko-KR" sz="2000" b="1" dirty="0">
                    <a:solidFill>
                      <a:schemeClr val="accent3"/>
                    </a:solidFill>
                    <a:cs typeface="Arial" pitchFamily="34" charset="0"/>
                  </a:rPr>
                  <a:t>Project Overview</a:t>
                </a:r>
                <a:endParaRPr lang="ko-KR" altLang="en-US" sz="2000" b="1" dirty="0">
                  <a:solidFill>
                    <a:schemeClr val="accent3"/>
                  </a:solidFill>
                  <a:cs typeface="Arial" pitchFamily="34" charset="0"/>
                </a:endParaRPr>
              </a:p>
            </p:txBody>
          </p:sp>
        </p:grpSp>
      </p:grpSp>
      <p:sp>
        <p:nvSpPr>
          <p:cNvPr id="2" name="Rectangle 1">
            <a:extLst>
              <a:ext uri="{FF2B5EF4-FFF2-40B4-BE49-F238E27FC236}">
                <a16:creationId xmlns:a16="http://schemas.microsoft.com/office/drawing/2014/main" id="{7D346E3C-D0AB-8E5A-C676-45D6EC8DE30A}"/>
              </a:ext>
            </a:extLst>
          </p:cNvPr>
          <p:cNvSpPr/>
          <p:nvPr/>
        </p:nvSpPr>
        <p:spPr>
          <a:xfrm>
            <a:off x="11705938" y="1216152"/>
            <a:ext cx="45719" cy="51299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3" name="Freeform 32">
            <a:extLst>
              <a:ext uri="{FF2B5EF4-FFF2-40B4-BE49-F238E27FC236}">
                <a16:creationId xmlns:a16="http://schemas.microsoft.com/office/drawing/2014/main" id="{90DB4CD4-9BBA-1AC2-94AC-55A02D737DCE}"/>
              </a:ext>
            </a:extLst>
          </p:cNvPr>
          <p:cNvSpPr/>
          <p:nvPr/>
        </p:nvSpPr>
        <p:spPr>
          <a:xfrm flipV="1">
            <a:off x="615465" y="719873"/>
            <a:ext cx="45719" cy="3290152"/>
          </a:xfrm>
          <a:custGeom>
            <a:avLst/>
            <a:gdLst>
              <a:gd name="connsiteX0" fmla="*/ 0 w 4124325"/>
              <a:gd name="connsiteY0" fmla="*/ 0 h 838200"/>
              <a:gd name="connsiteX1" fmla="*/ 0 w 4124325"/>
              <a:gd name="connsiteY1" fmla="*/ 0 h 838200"/>
              <a:gd name="connsiteX2" fmla="*/ 85725 w 4124325"/>
              <a:gd name="connsiteY2" fmla="*/ 9525 h 838200"/>
              <a:gd name="connsiteX3" fmla="*/ 123825 w 4124325"/>
              <a:gd name="connsiteY3" fmla="*/ 19050 h 838200"/>
              <a:gd name="connsiteX4" fmla="*/ 209550 w 4124325"/>
              <a:gd name="connsiteY4" fmla="*/ 28575 h 838200"/>
              <a:gd name="connsiteX5" fmla="*/ 285750 w 4124325"/>
              <a:gd name="connsiteY5" fmla="*/ 38100 h 838200"/>
              <a:gd name="connsiteX6" fmla="*/ 323850 w 4124325"/>
              <a:gd name="connsiteY6" fmla="*/ 57150 h 838200"/>
              <a:gd name="connsiteX7" fmla="*/ 323850 w 4124325"/>
              <a:gd name="connsiteY7" fmla="*/ 57150 h 838200"/>
              <a:gd name="connsiteX8" fmla="*/ 238125 w 4124325"/>
              <a:gd name="connsiteY8" fmla="*/ 352425 h 838200"/>
              <a:gd name="connsiteX9" fmla="*/ 971550 w 4124325"/>
              <a:gd name="connsiteY9" fmla="*/ 257175 h 838200"/>
              <a:gd name="connsiteX10" fmla="*/ 800100 w 4124325"/>
              <a:gd name="connsiteY10" fmla="*/ 609600 h 838200"/>
              <a:gd name="connsiteX11" fmla="*/ 2524125 w 4124325"/>
              <a:gd name="connsiteY11" fmla="*/ 495300 h 838200"/>
              <a:gd name="connsiteX12" fmla="*/ 2190750 w 4124325"/>
              <a:gd name="connsiteY12" fmla="*/ 838200 h 838200"/>
              <a:gd name="connsiteX13" fmla="*/ 4124325 w 4124325"/>
              <a:gd name="connsiteY13" fmla="*/ 704850 h 838200"/>
              <a:gd name="connsiteX0" fmla="*/ 0 w 4124325"/>
              <a:gd name="connsiteY0" fmla="*/ 0 h 838200"/>
              <a:gd name="connsiteX1" fmla="*/ 0 w 4124325"/>
              <a:gd name="connsiteY1" fmla="*/ 0 h 838200"/>
              <a:gd name="connsiteX2" fmla="*/ 85725 w 4124325"/>
              <a:gd name="connsiteY2" fmla="*/ 9525 h 838200"/>
              <a:gd name="connsiteX3" fmla="*/ 123825 w 4124325"/>
              <a:gd name="connsiteY3" fmla="*/ 19050 h 838200"/>
              <a:gd name="connsiteX4" fmla="*/ 285750 w 4124325"/>
              <a:gd name="connsiteY4" fmla="*/ 38100 h 838200"/>
              <a:gd name="connsiteX5" fmla="*/ 323850 w 4124325"/>
              <a:gd name="connsiteY5" fmla="*/ 57150 h 838200"/>
              <a:gd name="connsiteX6" fmla="*/ 323850 w 4124325"/>
              <a:gd name="connsiteY6" fmla="*/ 57150 h 838200"/>
              <a:gd name="connsiteX7" fmla="*/ 238125 w 4124325"/>
              <a:gd name="connsiteY7" fmla="*/ 352425 h 838200"/>
              <a:gd name="connsiteX8" fmla="*/ 971550 w 4124325"/>
              <a:gd name="connsiteY8" fmla="*/ 257175 h 838200"/>
              <a:gd name="connsiteX9" fmla="*/ 800100 w 4124325"/>
              <a:gd name="connsiteY9" fmla="*/ 609600 h 838200"/>
              <a:gd name="connsiteX10" fmla="*/ 2524125 w 4124325"/>
              <a:gd name="connsiteY10" fmla="*/ 495300 h 838200"/>
              <a:gd name="connsiteX11" fmla="*/ 2190750 w 4124325"/>
              <a:gd name="connsiteY11" fmla="*/ 838200 h 838200"/>
              <a:gd name="connsiteX12" fmla="*/ 4124325 w 4124325"/>
              <a:gd name="connsiteY12" fmla="*/ 704850 h 838200"/>
              <a:gd name="connsiteX0" fmla="*/ 0 w 4124325"/>
              <a:gd name="connsiteY0" fmla="*/ 0 h 838200"/>
              <a:gd name="connsiteX1" fmla="*/ 0 w 4124325"/>
              <a:gd name="connsiteY1" fmla="*/ 0 h 838200"/>
              <a:gd name="connsiteX2" fmla="*/ 85725 w 4124325"/>
              <a:gd name="connsiteY2" fmla="*/ 9525 h 838200"/>
              <a:gd name="connsiteX3" fmla="*/ 285750 w 4124325"/>
              <a:gd name="connsiteY3" fmla="*/ 38100 h 838200"/>
              <a:gd name="connsiteX4" fmla="*/ 323850 w 4124325"/>
              <a:gd name="connsiteY4" fmla="*/ 57150 h 838200"/>
              <a:gd name="connsiteX5" fmla="*/ 323850 w 4124325"/>
              <a:gd name="connsiteY5" fmla="*/ 57150 h 838200"/>
              <a:gd name="connsiteX6" fmla="*/ 238125 w 4124325"/>
              <a:gd name="connsiteY6" fmla="*/ 352425 h 838200"/>
              <a:gd name="connsiteX7" fmla="*/ 971550 w 4124325"/>
              <a:gd name="connsiteY7" fmla="*/ 257175 h 838200"/>
              <a:gd name="connsiteX8" fmla="*/ 800100 w 4124325"/>
              <a:gd name="connsiteY8" fmla="*/ 609600 h 838200"/>
              <a:gd name="connsiteX9" fmla="*/ 2524125 w 4124325"/>
              <a:gd name="connsiteY9" fmla="*/ 495300 h 838200"/>
              <a:gd name="connsiteX10" fmla="*/ 2190750 w 4124325"/>
              <a:gd name="connsiteY10" fmla="*/ 838200 h 838200"/>
              <a:gd name="connsiteX11" fmla="*/ 4124325 w 4124325"/>
              <a:gd name="connsiteY11" fmla="*/ 704850 h 838200"/>
              <a:gd name="connsiteX0" fmla="*/ 0 w 4124325"/>
              <a:gd name="connsiteY0" fmla="*/ 0 h 838200"/>
              <a:gd name="connsiteX1" fmla="*/ 0 w 4124325"/>
              <a:gd name="connsiteY1" fmla="*/ 0 h 838200"/>
              <a:gd name="connsiteX2" fmla="*/ 285750 w 4124325"/>
              <a:gd name="connsiteY2" fmla="*/ 38100 h 838200"/>
              <a:gd name="connsiteX3" fmla="*/ 323850 w 4124325"/>
              <a:gd name="connsiteY3" fmla="*/ 57150 h 838200"/>
              <a:gd name="connsiteX4" fmla="*/ 323850 w 4124325"/>
              <a:gd name="connsiteY4" fmla="*/ 57150 h 838200"/>
              <a:gd name="connsiteX5" fmla="*/ 238125 w 4124325"/>
              <a:gd name="connsiteY5" fmla="*/ 352425 h 838200"/>
              <a:gd name="connsiteX6" fmla="*/ 971550 w 4124325"/>
              <a:gd name="connsiteY6" fmla="*/ 257175 h 838200"/>
              <a:gd name="connsiteX7" fmla="*/ 800100 w 4124325"/>
              <a:gd name="connsiteY7" fmla="*/ 609600 h 838200"/>
              <a:gd name="connsiteX8" fmla="*/ 2524125 w 4124325"/>
              <a:gd name="connsiteY8" fmla="*/ 495300 h 838200"/>
              <a:gd name="connsiteX9" fmla="*/ 2190750 w 4124325"/>
              <a:gd name="connsiteY9" fmla="*/ 838200 h 838200"/>
              <a:gd name="connsiteX10" fmla="*/ 4124325 w 4124325"/>
              <a:gd name="connsiteY10" fmla="*/ 704850 h 838200"/>
              <a:gd name="connsiteX0" fmla="*/ 0 w 4124325"/>
              <a:gd name="connsiteY0" fmla="*/ 0 h 838200"/>
              <a:gd name="connsiteX1" fmla="*/ 0 w 4124325"/>
              <a:gd name="connsiteY1" fmla="*/ 0 h 838200"/>
              <a:gd name="connsiteX2" fmla="*/ 323850 w 4124325"/>
              <a:gd name="connsiteY2" fmla="*/ 57150 h 838200"/>
              <a:gd name="connsiteX3" fmla="*/ 323850 w 4124325"/>
              <a:gd name="connsiteY3" fmla="*/ 57150 h 838200"/>
              <a:gd name="connsiteX4" fmla="*/ 238125 w 4124325"/>
              <a:gd name="connsiteY4" fmla="*/ 352425 h 838200"/>
              <a:gd name="connsiteX5" fmla="*/ 971550 w 4124325"/>
              <a:gd name="connsiteY5" fmla="*/ 257175 h 838200"/>
              <a:gd name="connsiteX6" fmla="*/ 800100 w 4124325"/>
              <a:gd name="connsiteY6" fmla="*/ 609600 h 838200"/>
              <a:gd name="connsiteX7" fmla="*/ 2524125 w 4124325"/>
              <a:gd name="connsiteY7" fmla="*/ 495300 h 838200"/>
              <a:gd name="connsiteX8" fmla="*/ 2190750 w 4124325"/>
              <a:gd name="connsiteY8" fmla="*/ 838200 h 838200"/>
              <a:gd name="connsiteX9" fmla="*/ 4124325 w 4124325"/>
              <a:gd name="connsiteY9" fmla="*/ 704850 h 838200"/>
              <a:gd name="connsiteX0" fmla="*/ 0 w 4124325"/>
              <a:gd name="connsiteY0" fmla="*/ 19050 h 857250"/>
              <a:gd name="connsiteX1" fmla="*/ 0 w 4124325"/>
              <a:gd name="connsiteY1" fmla="*/ 19050 h 857250"/>
              <a:gd name="connsiteX2" fmla="*/ 323850 w 4124325"/>
              <a:gd name="connsiteY2" fmla="*/ 76200 h 857250"/>
              <a:gd name="connsiteX3" fmla="*/ 400050 w 4124325"/>
              <a:gd name="connsiteY3" fmla="*/ 0 h 857250"/>
              <a:gd name="connsiteX4" fmla="*/ 238125 w 4124325"/>
              <a:gd name="connsiteY4" fmla="*/ 371475 h 857250"/>
              <a:gd name="connsiteX5" fmla="*/ 971550 w 4124325"/>
              <a:gd name="connsiteY5" fmla="*/ 276225 h 857250"/>
              <a:gd name="connsiteX6" fmla="*/ 800100 w 4124325"/>
              <a:gd name="connsiteY6" fmla="*/ 628650 h 857250"/>
              <a:gd name="connsiteX7" fmla="*/ 2524125 w 4124325"/>
              <a:gd name="connsiteY7" fmla="*/ 514350 h 857250"/>
              <a:gd name="connsiteX8" fmla="*/ 2190750 w 4124325"/>
              <a:gd name="connsiteY8" fmla="*/ 857250 h 857250"/>
              <a:gd name="connsiteX9" fmla="*/ 4124325 w 4124325"/>
              <a:gd name="connsiteY9" fmla="*/ 723900 h 85725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284758 w 4124325"/>
              <a:gd name="connsiteY6" fmla="*/ 437570 h 838200"/>
              <a:gd name="connsiteX7" fmla="*/ 2524125 w 4124325"/>
              <a:gd name="connsiteY7" fmla="*/ 495300 h 838200"/>
              <a:gd name="connsiteX8" fmla="*/ 2190750 w 4124325"/>
              <a:gd name="connsiteY8" fmla="*/ 838200 h 838200"/>
              <a:gd name="connsiteX9" fmla="*/ 4124325 w 4124325"/>
              <a:gd name="connsiteY9"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698"/>
              <a:gd name="connsiteX1" fmla="*/ 0 w 4124325"/>
              <a:gd name="connsiteY1" fmla="*/ 0 h 838698"/>
              <a:gd name="connsiteX2" fmla="*/ 323850 w 4124325"/>
              <a:gd name="connsiteY2" fmla="*/ 57150 h 838698"/>
              <a:gd name="connsiteX3" fmla="*/ 238125 w 4124325"/>
              <a:gd name="connsiteY3" fmla="*/ 352425 h 838698"/>
              <a:gd name="connsiteX4" fmla="*/ 971550 w 4124325"/>
              <a:gd name="connsiteY4" fmla="*/ 257175 h 838698"/>
              <a:gd name="connsiteX5" fmla="*/ 704684 w 4124325"/>
              <a:gd name="connsiteY5" fmla="*/ 629478 h 838698"/>
              <a:gd name="connsiteX6" fmla="*/ 2524125 w 4124325"/>
              <a:gd name="connsiteY6" fmla="*/ 495300 h 838698"/>
              <a:gd name="connsiteX7" fmla="*/ 2190750 w 4124325"/>
              <a:gd name="connsiteY7" fmla="*/ 838200 h 838698"/>
              <a:gd name="connsiteX8" fmla="*/ 4124325 w 4124325"/>
              <a:gd name="connsiteY8" fmla="*/ 704850 h 838698"/>
              <a:gd name="connsiteX0" fmla="*/ 0 w 5281240"/>
              <a:gd name="connsiteY0" fmla="*/ 0 h 838698"/>
              <a:gd name="connsiteX1" fmla="*/ 0 w 5281240"/>
              <a:gd name="connsiteY1" fmla="*/ 0 h 838698"/>
              <a:gd name="connsiteX2" fmla="*/ 323850 w 5281240"/>
              <a:gd name="connsiteY2" fmla="*/ 57150 h 838698"/>
              <a:gd name="connsiteX3" fmla="*/ 238125 w 5281240"/>
              <a:gd name="connsiteY3" fmla="*/ 352425 h 838698"/>
              <a:gd name="connsiteX4" fmla="*/ 971550 w 5281240"/>
              <a:gd name="connsiteY4" fmla="*/ 257175 h 838698"/>
              <a:gd name="connsiteX5" fmla="*/ 704684 w 5281240"/>
              <a:gd name="connsiteY5" fmla="*/ 629478 h 838698"/>
              <a:gd name="connsiteX6" fmla="*/ 2524125 w 5281240"/>
              <a:gd name="connsiteY6" fmla="*/ 495300 h 838698"/>
              <a:gd name="connsiteX7" fmla="*/ 2190750 w 5281240"/>
              <a:gd name="connsiteY7" fmla="*/ 838200 h 838698"/>
              <a:gd name="connsiteX8" fmla="*/ 5281240 w 5281240"/>
              <a:gd name="connsiteY8" fmla="*/ 617385 h 838698"/>
              <a:gd name="connsiteX0" fmla="*/ 0 w 7139742"/>
              <a:gd name="connsiteY0" fmla="*/ 0 h 838698"/>
              <a:gd name="connsiteX1" fmla="*/ 0 w 7139742"/>
              <a:gd name="connsiteY1" fmla="*/ 0 h 838698"/>
              <a:gd name="connsiteX2" fmla="*/ 323850 w 7139742"/>
              <a:gd name="connsiteY2" fmla="*/ 57150 h 838698"/>
              <a:gd name="connsiteX3" fmla="*/ 238125 w 7139742"/>
              <a:gd name="connsiteY3" fmla="*/ 352425 h 838698"/>
              <a:gd name="connsiteX4" fmla="*/ 971550 w 7139742"/>
              <a:gd name="connsiteY4" fmla="*/ 257175 h 838698"/>
              <a:gd name="connsiteX5" fmla="*/ 704684 w 7139742"/>
              <a:gd name="connsiteY5" fmla="*/ 629478 h 838698"/>
              <a:gd name="connsiteX6" fmla="*/ 2524125 w 7139742"/>
              <a:gd name="connsiteY6" fmla="*/ 495300 h 838698"/>
              <a:gd name="connsiteX7" fmla="*/ 2190750 w 7139742"/>
              <a:gd name="connsiteY7" fmla="*/ 838200 h 838698"/>
              <a:gd name="connsiteX8" fmla="*/ 7139742 w 7139742"/>
              <a:gd name="connsiteY8" fmla="*/ 608318 h 838698"/>
              <a:gd name="connsiteX0" fmla="*/ 0 w 7239467"/>
              <a:gd name="connsiteY0" fmla="*/ 0 h 838698"/>
              <a:gd name="connsiteX1" fmla="*/ 0 w 7239467"/>
              <a:gd name="connsiteY1" fmla="*/ 0 h 838698"/>
              <a:gd name="connsiteX2" fmla="*/ 323850 w 7239467"/>
              <a:gd name="connsiteY2" fmla="*/ 57150 h 838698"/>
              <a:gd name="connsiteX3" fmla="*/ 238125 w 7239467"/>
              <a:gd name="connsiteY3" fmla="*/ 352425 h 838698"/>
              <a:gd name="connsiteX4" fmla="*/ 971550 w 7239467"/>
              <a:gd name="connsiteY4" fmla="*/ 257175 h 838698"/>
              <a:gd name="connsiteX5" fmla="*/ 704684 w 7239467"/>
              <a:gd name="connsiteY5" fmla="*/ 629478 h 838698"/>
              <a:gd name="connsiteX6" fmla="*/ 2524125 w 7239467"/>
              <a:gd name="connsiteY6" fmla="*/ 495300 h 838698"/>
              <a:gd name="connsiteX7" fmla="*/ 2190750 w 7239467"/>
              <a:gd name="connsiteY7" fmla="*/ 838200 h 838698"/>
              <a:gd name="connsiteX8" fmla="*/ 7239467 w 723946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94137" h="838698">
                <a:moveTo>
                  <a:pt x="0" y="0"/>
                </a:moveTo>
                <a:lnTo>
                  <a:pt x="0" y="0"/>
                </a:lnTo>
                <a:cubicBezTo>
                  <a:pt x="107950" y="19050"/>
                  <a:pt x="386654" y="-32693"/>
                  <a:pt x="323850" y="57150"/>
                </a:cubicBezTo>
                <a:cubicBezTo>
                  <a:pt x="233116" y="186948"/>
                  <a:pt x="70540" y="342942"/>
                  <a:pt x="238125" y="352425"/>
                </a:cubicBezTo>
                <a:cubicBezTo>
                  <a:pt x="482600" y="320675"/>
                  <a:pt x="985493" y="129899"/>
                  <a:pt x="971550" y="257175"/>
                </a:cubicBezTo>
                <a:cubicBezTo>
                  <a:pt x="942229" y="426333"/>
                  <a:pt x="475587" y="595492"/>
                  <a:pt x="704684" y="629478"/>
                </a:cubicBezTo>
                <a:cubicBezTo>
                  <a:pt x="963446" y="669165"/>
                  <a:pt x="2681964" y="361122"/>
                  <a:pt x="2524125" y="495300"/>
                </a:cubicBezTo>
                <a:cubicBezTo>
                  <a:pt x="2413000" y="609600"/>
                  <a:pt x="1912261" y="851121"/>
                  <a:pt x="2190750" y="838200"/>
                </a:cubicBezTo>
                <a:cubicBezTo>
                  <a:pt x="3220913" y="764595"/>
                  <a:pt x="6218369" y="618462"/>
                  <a:pt x="7194137" y="608318"/>
                </a:cubicBezTo>
              </a:path>
            </a:pathLst>
          </a:custGeom>
          <a:ln w="349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grpSp>
        <p:nvGrpSpPr>
          <p:cNvPr id="4" name="Group 3">
            <a:extLst>
              <a:ext uri="{FF2B5EF4-FFF2-40B4-BE49-F238E27FC236}">
                <a16:creationId xmlns:a16="http://schemas.microsoft.com/office/drawing/2014/main" id="{35EC37B6-48D7-003D-A9DD-5B5BE2AA754B}"/>
              </a:ext>
            </a:extLst>
          </p:cNvPr>
          <p:cNvGrpSpPr/>
          <p:nvPr/>
        </p:nvGrpSpPr>
        <p:grpSpPr>
          <a:xfrm rot="2206929">
            <a:off x="171503" y="4410900"/>
            <a:ext cx="1590610" cy="1945476"/>
            <a:chOff x="1018679" y="1848460"/>
            <a:chExt cx="2952312" cy="3670229"/>
          </a:xfrm>
        </p:grpSpPr>
        <p:sp>
          <p:nvSpPr>
            <p:cNvPr id="7" name="Oval 1">
              <a:extLst>
                <a:ext uri="{FF2B5EF4-FFF2-40B4-BE49-F238E27FC236}">
                  <a16:creationId xmlns:a16="http://schemas.microsoft.com/office/drawing/2014/main" id="{1093C1FF-F66D-3EEC-40B3-C8086A684E62}"/>
                </a:ext>
              </a:extLst>
            </p:cNvPr>
            <p:cNvSpPr/>
            <p:nvPr/>
          </p:nvSpPr>
          <p:spPr>
            <a:xfrm rot="19043010">
              <a:off x="1018679" y="1848460"/>
              <a:ext cx="2271442" cy="2335067"/>
            </a:xfrm>
            <a:custGeom>
              <a:avLst/>
              <a:gdLst/>
              <a:ahLst/>
              <a:cxnLst/>
              <a:rect l="l" t="t" r="r" b="b"/>
              <a:pathLst>
                <a:path w="2552017" h="2623501">
                  <a:moveTo>
                    <a:pt x="960593" y="2481474"/>
                  </a:moveTo>
                  <a:lnTo>
                    <a:pt x="1639506" y="2481474"/>
                  </a:lnTo>
                  <a:cubicBezTo>
                    <a:pt x="1671635" y="2481474"/>
                    <a:pt x="1697681" y="2507520"/>
                    <a:pt x="1697681" y="2539649"/>
                  </a:cubicBezTo>
                  <a:lnTo>
                    <a:pt x="1697681" y="2565326"/>
                  </a:lnTo>
                  <a:cubicBezTo>
                    <a:pt x="1697681" y="2597455"/>
                    <a:pt x="1671635" y="2623501"/>
                    <a:pt x="1639506" y="2623501"/>
                  </a:cubicBezTo>
                  <a:lnTo>
                    <a:pt x="960593" y="2623501"/>
                  </a:lnTo>
                  <a:cubicBezTo>
                    <a:pt x="928464" y="2623501"/>
                    <a:pt x="902418" y="2597455"/>
                    <a:pt x="902418" y="2565326"/>
                  </a:cubicBezTo>
                  <a:lnTo>
                    <a:pt x="902418" y="2539649"/>
                  </a:lnTo>
                  <a:cubicBezTo>
                    <a:pt x="902418" y="2507520"/>
                    <a:pt x="928464" y="2481474"/>
                    <a:pt x="960593" y="2481474"/>
                  </a:cubicBezTo>
                  <a:close/>
                  <a:moveTo>
                    <a:pt x="932191" y="2289251"/>
                  </a:moveTo>
                  <a:lnTo>
                    <a:pt x="1667909" y="2289251"/>
                  </a:lnTo>
                  <a:cubicBezTo>
                    <a:pt x="1700037" y="2289251"/>
                    <a:pt x="1726082" y="2315296"/>
                    <a:pt x="1726082" y="2347425"/>
                  </a:cubicBezTo>
                  <a:lnTo>
                    <a:pt x="1726082" y="2373104"/>
                  </a:lnTo>
                  <a:cubicBezTo>
                    <a:pt x="1726082" y="2405232"/>
                    <a:pt x="1700037" y="2431279"/>
                    <a:pt x="1667909" y="2431279"/>
                  </a:cubicBezTo>
                  <a:lnTo>
                    <a:pt x="932191" y="2431279"/>
                  </a:lnTo>
                  <a:cubicBezTo>
                    <a:pt x="900060" y="2431279"/>
                    <a:pt x="874016" y="2405232"/>
                    <a:pt x="874016" y="2373104"/>
                  </a:cubicBezTo>
                  <a:lnTo>
                    <a:pt x="874016" y="2347425"/>
                  </a:lnTo>
                  <a:cubicBezTo>
                    <a:pt x="874016" y="2315296"/>
                    <a:pt x="900060" y="2289251"/>
                    <a:pt x="932191" y="2289251"/>
                  </a:cubicBezTo>
                  <a:close/>
                  <a:moveTo>
                    <a:pt x="2552017" y="936595"/>
                  </a:moveTo>
                  <a:lnTo>
                    <a:pt x="2552017" y="1134206"/>
                  </a:lnTo>
                  <a:lnTo>
                    <a:pt x="2269715" y="1094683"/>
                  </a:lnTo>
                  <a:lnTo>
                    <a:pt x="2269715" y="976116"/>
                  </a:lnTo>
                  <a:close/>
                  <a:moveTo>
                    <a:pt x="0" y="936595"/>
                  </a:moveTo>
                  <a:lnTo>
                    <a:pt x="282302" y="976116"/>
                  </a:lnTo>
                  <a:lnTo>
                    <a:pt x="282302" y="1094683"/>
                  </a:lnTo>
                  <a:lnTo>
                    <a:pt x="0" y="1134206"/>
                  </a:lnTo>
                  <a:close/>
                  <a:moveTo>
                    <a:pt x="1294602" y="538610"/>
                  </a:moveTo>
                  <a:cubicBezTo>
                    <a:pt x="913173" y="539058"/>
                    <a:pt x="604117" y="848419"/>
                    <a:pt x="604117" y="1229963"/>
                  </a:cubicBezTo>
                  <a:cubicBezTo>
                    <a:pt x="604117" y="1488254"/>
                    <a:pt x="788458" y="1743173"/>
                    <a:pt x="933602" y="1859635"/>
                  </a:cubicBezTo>
                  <a:cubicBezTo>
                    <a:pt x="999780" y="1936202"/>
                    <a:pt x="994533" y="1937770"/>
                    <a:pt x="1021427" y="2035767"/>
                  </a:cubicBezTo>
                  <a:cubicBezTo>
                    <a:pt x="1030792" y="2095827"/>
                    <a:pt x="1015388" y="2108637"/>
                    <a:pt x="1052591" y="2112393"/>
                  </a:cubicBezTo>
                  <a:lnTo>
                    <a:pt x="1054999" y="2125056"/>
                  </a:lnTo>
                  <a:lnTo>
                    <a:pt x="1550433" y="2125056"/>
                  </a:lnTo>
                  <a:lnTo>
                    <a:pt x="1553159" y="2110727"/>
                  </a:lnTo>
                  <a:cubicBezTo>
                    <a:pt x="1573723" y="2104124"/>
                    <a:pt x="1563459" y="2087417"/>
                    <a:pt x="1571512" y="2035767"/>
                  </a:cubicBezTo>
                  <a:cubicBezTo>
                    <a:pt x="1598405" y="1937770"/>
                    <a:pt x="1593158" y="1936202"/>
                    <a:pt x="1659337" y="1859635"/>
                  </a:cubicBezTo>
                  <a:cubicBezTo>
                    <a:pt x="1804480" y="1743173"/>
                    <a:pt x="1988823" y="1488254"/>
                    <a:pt x="1988823" y="1229963"/>
                  </a:cubicBezTo>
                  <a:cubicBezTo>
                    <a:pt x="1988823" y="848419"/>
                    <a:pt x="1679767" y="539058"/>
                    <a:pt x="1298337" y="538610"/>
                  </a:cubicBezTo>
                  <a:lnTo>
                    <a:pt x="1298337" y="538781"/>
                  </a:lnTo>
                  <a:lnTo>
                    <a:pt x="1296470" y="538638"/>
                  </a:lnTo>
                  <a:lnTo>
                    <a:pt x="1294602" y="538781"/>
                  </a:lnTo>
                  <a:close/>
                  <a:moveTo>
                    <a:pt x="1294881" y="366993"/>
                  </a:moveTo>
                  <a:lnTo>
                    <a:pt x="1296470" y="367115"/>
                  </a:lnTo>
                  <a:lnTo>
                    <a:pt x="1298059" y="366993"/>
                  </a:lnTo>
                  <a:cubicBezTo>
                    <a:pt x="1765638" y="366993"/>
                    <a:pt x="2144688" y="746041"/>
                    <a:pt x="2144688" y="1213621"/>
                  </a:cubicBezTo>
                  <a:cubicBezTo>
                    <a:pt x="2144688" y="1530035"/>
                    <a:pt x="1918769" y="1842315"/>
                    <a:pt x="1741015" y="1984856"/>
                  </a:cubicBezTo>
                  <a:cubicBezTo>
                    <a:pt x="1688059" y="2045866"/>
                    <a:pt x="1711430" y="2077925"/>
                    <a:pt x="1700050" y="2157459"/>
                  </a:cubicBezTo>
                  <a:cubicBezTo>
                    <a:pt x="1670466" y="2218857"/>
                    <a:pt x="1644003" y="2238490"/>
                    <a:pt x="1591710" y="2238490"/>
                  </a:cubicBezTo>
                  <a:lnTo>
                    <a:pt x="1296470" y="2237434"/>
                  </a:lnTo>
                  <a:lnTo>
                    <a:pt x="1001230" y="2238490"/>
                  </a:lnTo>
                  <a:cubicBezTo>
                    <a:pt x="948937" y="2238490"/>
                    <a:pt x="922474" y="2218857"/>
                    <a:pt x="892888" y="2157459"/>
                  </a:cubicBezTo>
                  <a:cubicBezTo>
                    <a:pt x="881509" y="2077925"/>
                    <a:pt x="904880" y="2045866"/>
                    <a:pt x="851923" y="1984856"/>
                  </a:cubicBezTo>
                  <a:cubicBezTo>
                    <a:pt x="674170" y="1842315"/>
                    <a:pt x="448251" y="1530035"/>
                    <a:pt x="448251" y="1213621"/>
                  </a:cubicBezTo>
                  <a:cubicBezTo>
                    <a:pt x="448251" y="746041"/>
                    <a:pt x="827300" y="366993"/>
                    <a:pt x="1294881" y="366993"/>
                  </a:cubicBezTo>
                  <a:close/>
                  <a:moveTo>
                    <a:pt x="2017322" y="195354"/>
                  </a:moveTo>
                  <a:lnTo>
                    <a:pt x="2168700" y="322376"/>
                  </a:lnTo>
                  <a:lnTo>
                    <a:pt x="1956964" y="513228"/>
                  </a:lnTo>
                  <a:lnTo>
                    <a:pt x="1866137" y="437013"/>
                  </a:lnTo>
                  <a:close/>
                  <a:moveTo>
                    <a:pt x="520680" y="195354"/>
                  </a:moveTo>
                  <a:lnTo>
                    <a:pt x="671864" y="437013"/>
                  </a:lnTo>
                  <a:lnTo>
                    <a:pt x="581036" y="513228"/>
                  </a:lnTo>
                  <a:lnTo>
                    <a:pt x="369300" y="322376"/>
                  </a:lnTo>
                  <a:close/>
                  <a:moveTo>
                    <a:pt x="1197664" y="0"/>
                  </a:moveTo>
                  <a:lnTo>
                    <a:pt x="1395275" y="0"/>
                  </a:lnTo>
                  <a:lnTo>
                    <a:pt x="1355752" y="282302"/>
                  </a:lnTo>
                  <a:lnTo>
                    <a:pt x="1237185" y="2823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8" name="Group 7">
              <a:extLst>
                <a:ext uri="{FF2B5EF4-FFF2-40B4-BE49-F238E27FC236}">
                  <a16:creationId xmlns:a16="http://schemas.microsoft.com/office/drawing/2014/main" id="{7F79297C-980D-CE42-34BE-B6E2C7700579}"/>
                </a:ext>
              </a:extLst>
            </p:cNvPr>
            <p:cNvGrpSpPr/>
            <p:nvPr/>
          </p:nvGrpSpPr>
          <p:grpSpPr>
            <a:xfrm>
              <a:off x="1561179" y="2495177"/>
              <a:ext cx="2409812" cy="3023512"/>
              <a:chOff x="1561179" y="2495177"/>
              <a:chExt cx="2409812" cy="3023512"/>
            </a:xfrm>
          </p:grpSpPr>
          <p:grpSp>
            <p:nvGrpSpPr>
              <p:cNvPr id="9" name="Group 18">
                <a:extLst>
                  <a:ext uri="{FF2B5EF4-FFF2-40B4-BE49-F238E27FC236}">
                    <a16:creationId xmlns:a16="http://schemas.microsoft.com/office/drawing/2014/main" id="{1C6A4E20-2EBB-4C69-605B-1D76E7E5AD7D}"/>
                  </a:ext>
                </a:extLst>
              </p:cNvPr>
              <p:cNvGrpSpPr/>
              <p:nvPr/>
            </p:nvGrpSpPr>
            <p:grpSpPr>
              <a:xfrm rot="19043010">
                <a:off x="3312156" y="3670884"/>
                <a:ext cx="658835" cy="1847805"/>
                <a:chOff x="6208048" y="3967120"/>
                <a:chExt cx="864096" cy="2231240"/>
              </a:xfrm>
            </p:grpSpPr>
            <p:sp>
              <p:nvSpPr>
                <p:cNvPr id="100" name="Rectangle 13">
                  <a:extLst>
                    <a:ext uri="{FF2B5EF4-FFF2-40B4-BE49-F238E27FC236}">
                      <a16:creationId xmlns:a16="http://schemas.microsoft.com/office/drawing/2014/main" id="{26E2988A-BC5A-F1CD-7272-38A36A535801}"/>
                    </a:ext>
                  </a:extLst>
                </p:cNvPr>
                <p:cNvSpPr/>
                <p:nvPr/>
              </p:nvSpPr>
              <p:spPr>
                <a:xfrm>
                  <a:off x="6208144" y="3967120"/>
                  <a:ext cx="864000" cy="1416860"/>
                </a:xfrm>
                <a:prstGeom prst="rect">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01" name="Isosceles Triangle 14">
                  <a:extLst>
                    <a:ext uri="{FF2B5EF4-FFF2-40B4-BE49-F238E27FC236}">
                      <a16:creationId xmlns:a16="http://schemas.microsoft.com/office/drawing/2014/main" id="{F0FE0755-D17D-F580-3329-4F8C78A5BB1C}"/>
                    </a:ext>
                  </a:extLst>
                </p:cNvPr>
                <p:cNvSpPr/>
                <p:nvPr/>
              </p:nvSpPr>
              <p:spPr>
                <a:xfrm rot="10800000">
                  <a:off x="6485344" y="5887981"/>
                  <a:ext cx="309600" cy="310379"/>
                </a:xfrm>
                <a:prstGeom prst="triangle">
                  <a:avLst/>
                </a:prstGeom>
                <a:solidFill>
                  <a:schemeClr val="bg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p>
              </p:txBody>
            </p:sp>
            <p:sp>
              <p:nvSpPr>
                <p:cNvPr id="102" name="Trapezoid 12">
                  <a:extLst>
                    <a:ext uri="{FF2B5EF4-FFF2-40B4-BE49-F238E27FC236}">
                      <a16:creationId xmlns:a16="http://schemas.microsoft.com/office/drawing/2014/main" id="{61D65BB8-85CB-0E89-929A-1881D0532090}"/>
                    </a:ext>
                  </a:extLst>
                </p:cNvPr>
                <p:cNvSpPr/>
                <p:nvPr/>
              </p:nvSpPr>
              <p:spPr>
                <a:xfrm rot="10800000">
                  <a:off x="6208048" y="5189849"/>
                  <a:ext cx="864096" cy="696733"/>
                </a:xfrm>
                <a:custGeom>
                  <a:avLst/>
                  <a:gdLst>
                    <a:gd name="connsiteX0" fmla="*/ 0 w 864096"/>
                    <a:gd name="connsiteY0" fmla="*/ 504000 h 504000"/>
                    <a:gd name="connsiteX1" fmla="*/ 278218 w 864096"/>
                    <a:gd name="connsiteY1" fmla="*/ 0 h 504000"/>
                    <a:gd name="connsiteX2" fmla="*/ 585878 w 864096"/>
                    <a:gd name="connsiteY2" fmla="*/ 0 h 504000"/>
                    <a:gd name="connsiteX3" fmla="*/ 864096 w 864096"/>
                    <a:gd name="connsiteY3" fmla="*/ 504000 h 504000"/>
                    <a:gd name="connsiteX4" fmla="*/ 0 w 864096"/>
                    <a:gd name="connsiteY4" fmla="*/ 504000 h 504000"/>
                    <a:gd name="connsiteX0" fmla="*/ 0 w 864096"/>
                    <a:gd name="connsiteY0" fmla="*/ 504000 h 504000"/>
                    <a:gd name="connsiteX1" fmla="*/ 278218 w 864096"/>
                    <a:gd name="connsiteY1" fmla="*/ 0 h 504000"/>
                    <a:gd name="connsiteX2" fmla="*/ 585878 w 864096"/>
                    <a:gd name="connsiteY2" fmla="*/ 0 h 504000"/>
                    <a:gd name="connsiteX3" fmla="*/ 864096 w 864096"/>
                    <a:gd name="connsiteY3" fmla="*/ 504000 h 504000"/>
                    <a:gd name="connsiteX4" fmla="*/ 654389 w 864096"/>
                    <a:gd name="connsiteY4" fmla="*/ 502269 h 504000"/>
                    <a:gd name="connsiteX5" fmla="*/ 0 w 864096"/>
                    <a:gd name="connsiteY5" fmla="*/ 504000 h 504000"/>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0 w 864096"/>
                    <a:gd name="connsiteY5"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0 w 864096"/>
                    <a:gd name="connsiteY5" fmla="*/ 504000 h 692597"/>
                    <a:gd name="connsiteX0" fmla="*/ 0 w 864096"/>
                    <a:gd name="connsiteY0" fmla="*/ 504000 h 693799"/>
                    <a:gd name="connsiteX1" fmla="*/ 278218 w 864096"/>
                    <a:gd name="connsiteY1" fmla="*/ 0 h 693799"/>
                    <a:gd name="connsiteX2" fmla="*/ 585878 w 864096"/>
                    <a:gd name="connsiteY2" fmla="*/ 0 h 693799"/>
                    <a:gd name="connsiteX3" fmla="*/ 864096 w 864096"/>
                    <a:gd name="connsiteY3" fmla="*/ 504000 h 693799"/>
                    <a:gd name="connsiteX4" fmla="*/ 646114 w 864096"/>
                    <a:gd name="connsiteY4" fmla="*/ 692597 h 693799"/>
                    <a:gd name="connsiteX5" fmla="*/ 418548 w 864096"/>
                    <a:gd name="connsiteY5" fmla="*/ 580882 h 693799"/>
                    <a:gd name="connsiteX6" fmla="*/ 0 w 864096"/>
                    <a:gd name="connsiteY6" fmla="*/ 504000 h 693799"/>
                    <a:gd name="connsiteX0" fmla="*/ 0 w 864096"/>
                    <a:gd name="connsiteY0" fmla="*/ 504000 h 693347"/>
                    <a:gd name="connsiteX1" fmla="*/ 278218 w 864096"/>
                    <a:gd name="connsiteY1" fmla="*/ 0 h 693347"/>
                    <a:gd name="connsiteX2" fmla="*/ 585878 w 864096"/>
                    <a:gd name="connsiteY2" fmla="*/ 0 h 693347"/>
                    <a:gd name="connsiteX3" fmla="*/ 864096 w 864096"/>
                    <a:gd name="connsiteY3" fmla="*/ 504000 h 693347"/>
                    <a:gd name="connsiteX4" fmla="*/ 646114 w 864096"/>
                    <a:gd name="connsiteY4" fmla="*/ 692597 h 693347"/>
                    <a:gd name="connsiteX5" fmla="*/ 418548 w 864096"/>
                    <a:gd name="connsiteY5" fmla="*/ 518819 h 693347"/>
                    <a:gd name="connsiteX6" fmla="*/ 0 w 864096"/>
                    <a:gd name="connsiteY6" fmla="*/ 504000 h 69334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18548 w 864096"/>
                    <a:gd name="connsiteY5" fmla="*/ 518819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18548 w 864096"/>
                    <a:gd name="connsiteY5" fmla="*/ 518819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162 w 864258"/>
                    <a:gd name="connsiteY0" fmla="*/ 504000 h 692597"/>
                    <a:gd name="connsiteX1" fmla="*/ 278380 w 864258"/>
                    <a:gd name="connsiteY1" fmla="*/ 0 h 692597"/>
                    <a:gd name="connsiteX2" fmla="*/ 586040 w 864258"/>
                    <a:gd name="connsiteY2" fmla="*/ 0 h 692597"/>
                    <a:gd name="connsiteX3" fmla="*/ 864258 w 864258"/>
                    <a:gd name="connsiteY3" fmla="*/ 504000 h 692597"/>
                    <a:gd name="connsiteX4" fmla="*/ 646276 w 864258"/>
                    <a:gd name="connsiteY4" fmla="*/ 692597 h 692597"/>
                    <a:gd name="connsiteX5" fmla="*/ 422848 w 864258"/>
                    <a:gd name="connsiteY5" fmla="*/ 489856 h 692597"/>
                    <a:gd name="connsiteX6" fmla="*/ 240795 w 864258"/>
                    <a:gd name="connsiteY6" fmla="*/ 576744 h 692597"/>
                    <a:gd name="connsiteX7" fmla="*/ 162 w 864258"/>
                    <a:gd name="connsiteY7" fmla="*/ 504000 h 692597"/>
                    <a:gd name="connsiteX0" fmla="*/ 153 w 864249"/>
                    <a:gd name="connsiteY0" fmla="*/ 504000 h 692597"/>
                    <a:gd name="connsiteX1" fmla="*/ 278371 w 864249"/>
                    <a:gd name="connsiteY1" fmla="*/ 0 h 692597"/>
                    <a:gd name="connsiteX2" fmla="*/ 586031 w 864249"/>
                    <a:gd name="connsiteY2" fmla="*/ 0 h 692597"/>
                    <a:gd name="connsiteX3" fmla="*/ 864249 w 864249"/>
                    <a:gd name="connsiteY3" fmla="*/ 504000 h 692597"/>
                    <a:gd name="connsiteX4" fmla="*/ 646267 w 864249"/>
                    <a:gd name="connsiteY4" fmla="*/ 692597 h 692597"/>
                    <a:gd name="connsiteX5" fmla="*/ 422839 w 864249"/>
                    <a:gd name="connsiteY5" fmla="*/ 489856 h 692597"/>
                    <a:gd name="connsiteX6" fmla="*/ 253199 w 864249"/>
                    <a:gd name="connsiteY6" fmla="*/ 688458 h 692597"/>
                    <a:gd name="connsiteX7" fmla="*/ 153 w 864249"/>
                    <a:gd name="connsiteY7" fmla="*/ 504000 h 692597"/>
                    <a:gd name="connsiteX0" fmla="*/ 153 w 864249"/>
                    <a:gd name="connsiteY0" fmla="*/ 504000 h 692597"/>
                    <a:gd name="connsiteX1" fmla="*/ 278371 w 864249"/>
                    <a:gd name="connsiteY1" fmla="*/ 0 h 692597"/>
                    <a:gd name="connsiteX2" fmla="*/ 586031 w 864249"/>
                    <a:gd name="connsiteY2" fmla="*/ 0 h 692597"/>
                    <a:gd name="connsiteX3" fmla="*/ 864249 w 864249"/>
                    <a:gd name="connsiteY3" fmla="*/ 504000 h 692597"/>
                    <a:gd name="connsiteX4" fmla="*/ 646267 w 864249"/>
                    <a:gd name="connsiteY4" fmla="*/ 692597 h 692597"/>
                    <a:gd name="connsiteX5" fmla="*/ 422839 w 864249"/>
                    <a:gd name="connsiteY5" fmla="*/ 489856 h 692597"/>
                    <a:gd name="connsiteX6" fmla="*/ 253199 w 864249"/>
                    <a:gd name="connsiteY6" fmla="*/ 688458 h 692597"/>
                    <a:gd name="connsiteX7" fmla="*/ 153 w 864249"/>
                    <a:gd name="connsiteY7" fmla="*/ 504000 h 692597"/>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43514 w 864237"/>
                    <a:gd name="connsiteY5" fmla="*/ 481581 h 696774"/>
                    <a:gd name="connsiteX6" fmla="*/ 269737 w 864237"/>
                    <a:gd name="connsiteY6" fmla="*/ 696733 h 696774"/>
                    <a:gd name="connsiteX7" fmla="*/ 141 w 864237"/>
                    <a:gd name="connsiteY7" fmla="*/ 504000 h 696774"/>
                    <a:gd name="connsiteX0" fmla="*/ 187 w 864283"/>
                    <a:gd name="connsiteY0" fmla="*/ 504000 h 696733"/>
                    <a:gd name="connsiteX1" fmla="*/ 278405 w 864283"/>
                    <a:gd name="connsiteY1" fmla="*/ 0 h 696733"/>
                    <a:gd name="connsiteX2" fmla="*/ 586065 w 864283"/>
                    <a:gd name="connsiteY2" fmla="*/ 0 h 696733"/>
                    <a:gd name="connsiteX3" fmla="*/ 864283 w 864283"/>
                    <a:gd name="connsiteY3" fmla="*/ 504000 h 696733"/>
                    <a:gd name="connsiteX4" fmla="*/ 646301 w 864283"/>
                    <a:gd name="connsiteY4" fmla="*/ 692597 h 696733"/>
                    <a:gd name="connsiteX5" fmla="*/ 443560 w 864283"/>
                    <a:gd name="connsiteY5" fmla="*/ 481581 h 696733"/>
                    <a:gd name="connsiteX6" fmla="*/ 269783 w 864283"/>
                    <a:gd name="connsiteY6" fmla="*/ 696733 h 696733"/>
                    <a:gd name="connsiteX7" fmla="*/ 187 w 864283"/>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481581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4096" h="696733">
                      <a:moveTo>
                        <a:pt x="0" y="504000"/>
                      </a:moveTo>
                      <a:lnTo>
                        <a:pt x="278218" y="0"/>
                      </a:lnTo>
                      <a:lnTo>
                        <a:pt x="585878" y="0"/>
                      </a:lnTo>
                      <a:lnTo>
                        <a:pt x="864096" y="504000"/>
                      </a:lnTo>
                      <a:lnTo>
                        <a:pt x="646114" y="692597"/>
                      </a:lnTo>
                      <a:cubicBezTo>
                        <a:pt x="555306" y="618523"/>
                        <a:pt x="538646" y="587490"/>
                        <a:pt x="443373" y="506406"/>
                      </a:cubicBezTo>
                      <a:cubicBezTo>
                        <a:pt x="342692" y="607086"/>
                        <a:pt x="319356" y="636450"/>
                        <a:pt x="269596" y="696733"/>
                      </a:cubicBezTo>
                      <a:cubicBezTo>
                        <a:pt x="145360" y="616339"/>
                        <a:pt x="130275" y="612536"/>
                        <a:pt x="0" y="504000"/>
                      </a:cubicBezTo>
                      <a:close/>
                    </a:path>
                  </a:pathLst>
                </a:cu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grpSp>
          <p:grpSp>
            <p:nvGrpSpPr>
              <p:cNvPr id="10" name="Group 9">
                <a:extLst>
                  <a:ext uri="{FF2B5EF4-FFF2-40B4-BE49-F238E27FC236}">
                    <a16:creationId xmlns:a16="http://schemas.microsoft.com/office/drawing/2014/main" id="{E03ADC60-FED8-9C9D-61FE-861DB84A72BF}"/>
                  </a:ext>
                </a:extLst>
              </p:cNvPr>
              <p:cNvGrpSpPr/>
              <p:nvPr/>
            </p:nvGrpSpPr>
            <p:grpSpPr>
              <a:xfrm>
                <a:off x="1561179" y="2495177"/>
                <a:ext cx="1063915" cy="1178548"/>
                <a:chOff x="1561179" y="2495177"/>
                <a:chExt cx="1063915" cy="1178548"/>
              </a:xfrm>
            </p:grpSpPr>
            <p:sp>
              <p:nvSpPr>
                <p:cNvPr id="11" name="Freeform 23">
                  <a:extLst>
                    <a:ext uri="{FF2B5EF4-FFF2-40B4-BE49-F238E27FC236}">
                      <a16:creationId xmlns:a16="http://schemas.microsoft.com/office/drawing/2014/main" id="{688D2DBC-35C7-974C-0A12-FDFFAE8675BE}"/>
                    </a:ext>
                  </a:extLst>
                </p:cNvPr>
                <p:cNvSpPr/>
                <p:nvPr/>
              </p:nvSpPr>
              <p:spPr>
                <a:xfrm rot="19043010">
                  <a:off x="2359639" y="3192186"/>
                  <a:ext cx="105125" cy="481539"/>
                </a:xfrm>
                <a:custGeom>
                  <a:avLst/>
                  <a:gdLst>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Lst>
                  <a:ahLst/>
                  <a:cxnLst>
                    <a:cxn ang="0">
                      <a:pos x="connsiteX0" y="connsiteY0"/>
                    </a:cxn>
                    <a:cxn ang="0">
                      <a:pos x="connsiteX1" y="connsiteY1"/>
                    </a:cxn>
                    <a:cxn ang="0">
                      <a:pos x="connsiteX2" y="connsiteY2"/>
                    </a:cxn>
                    <a:cxn ang="0">
                      <a:pos x="connsiteX3" y="connsiteY3"/>
                    </a:cxn>
                  </a:cxnLst>
                  <a:rect l="l" t="t" r="r" b="b"/>
                  <a:pathLst>
                    <a:path w="118110" h="541020">
                      <a:moveTo>
                        <a:pt x="0" y="0"/>
                      </a:moveTo>
                      <a:cubicBezTo>
                        <a:pt x="123190" y="153670"/>
                        <a:pt x="116840" y="356870"/>
                        <a:pt x="118110" y="541020"/>
                      </a:cubicBezTo>
                      <a:lnTo>
                        <a:pt x="118110" y="541020"/>
                      </a:lnTo>
                      <a:lnTo>
                        <a:pt x="118110" y="541020"/>
                      </a:lnTo>
                    </a:path>
                  </a:pathLst>
                </a:custGeom>
                <a:ln w="508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12" name="Freeform 24">
                  <a:extLst>
                    <a:ext uri="{FF2B5EF4-FFF2-40B4-BE49-F238E27FC236}">
                      <a16:creationId xmlns:a16="http://schemas.microsoft.com/office/drawing/2014/main" id="{BFFEACB2-C2FB-659D-AE7F-04B2AE575092}"/>
                    </a:ext>
                  </a:extLst>
                </p:cNvPr>
                <p:cNvSpPr/>
                <p:nvPr/>
              </p:nvSpPr>
              <p:spPr>
                <a:xfrm rot="19043010" flipH="1">
                  <a:off x="2519969" y="3044668"/>
                  <a:ext cx="105125" cy="481539"/>
                </a:xfrm>
                <a:custGeom>
                  <a:avLst/>
                  <a:gdLst>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Lst>
                  <a:ahLst/>
                  <a:cxnLst>
                    <a:cxn ang="0">
                      <a:pos x="connsiteX0" y="connsiteY0"/>
                    </a:cxn>
                    <a:cxn ang="0">
                      <a:pos x="connsiteX1" y="connsiteY1"/>
                    </a:cxn>
                    <a:cxn ang="0">
                      <a:pos x="connsiteX2" y="connsiteY2"/>
                    </a:cxn>
                    <a:cxn ang="0">
                      <a:pos x="connsiteX3" y="connsiteY3"/>
                    </a:cxn>
                  </a:cxnLst>
                  <a:rect l="l" t="t" r="r" b="b"/>
                  <a:pathLst>
                    <a:path w="118110" h="541020">
                      <a:moveTo>
                        <a:pt x="0" y="0"/>
                      </a:moveTo>
                      <a:cubicBezTo>
                        <a:pt x="123190" y="153670"/>
                        <a:pt x="116840" y="356870"/>
                        <a:pt x="118110" y="541020"/>
                      </a:cubicBezTo>
                      <a:lnTo>
                        <a:pt x="118110" y="541020"/>
                      </a:lnTo>
                      <a:lnTo>
                        <a:pt x="118110" y="541020"/>
                      </a:lnTo>
                    </a:path>
                  </a:pathLst>
                </a:custGeom>
                <a:noFill/>
                <a:ln w="508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grpSp>
              <p:nvGrpSpPr>
                <p:cNvPr id="13" name="그룹 7">
                  <a:extLst>
                    <a:ext uri="{FF2B5EF4-FFF2-40B4-BE49-F238E27FC236}">
                      <a16:creationId xmlns:a16="http://schemas.microsoft.com/office/drawing/2014/main" id="{BFAA936A-7441-64B3-9CC1-4D6CECAF5760}"/>
                    </a:ext>
                  </a:extLst>
                </p:cNvPr>
                <p:cNvGrpSpPr/>
                <p:nvPr/>
              </p:nvGrpSpPr>
              <p:grpSpPr>
                <a:xfrm rot="19020000">
                  <a:off x="1561179" y="2495177"/>
                  <a:ext cx="1058138" cy="791152"/>
                  <a:chOff x="3323392" y="61421"/>
                  <a:chExt cx="4436326" cy="3316965"/>
                </a:xfrm>
              </p:grpSpPr>
              <p:sp>
                <p:nvSpPr>
                  <p:cNvPr id="14" name="자유형: 도형 3">
                    <a:extLst>
                      <a:ext uri="{FF2B5EF4-FFF2-40B4-BE49-F238E27FC236}">
                        <a16:creationId xmlns:a16="http://schemas.microsoft.com/office/drawing/2014/main" id="{43B81B45-B8E9-B4CE-B52B-5BAB8F32B60C}"/>
                      </a:ext>
                    </a:extLst>
                  </p:cNvPr>
                  <p:cNvSpPr/>
                  <p:nvPr/>
                </p:nvSpPr>
                <p:spPr>
                  <a:xfrm>
                    <a:off x="5565729" y="61421"/>
                    <a:ext cx="2193989" cy="3316965"/>
                  </a:xfrm>
                  <a:custGeom>
                    <a:avLst/>
                    <a:gdLst>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1983 h 3520436"/>
                      <a:gd name="connsiteX1" fmla="*/ 991074 w 2385391"/>
                      <a:gd name="connsiteY1" fmla="*/ 363058 h 3520436"/>
                      <a:gd name="connsiteX2" fmla="*/ 1630018 w 2385391"/>
                      <a:gd name="connsiteY2" fmla="*/ 270340 h 3520436"/>
                      <a:gd name="connsiteX3" fmla="*/ 1789044 w 2385391"/>
                      <a:gd name="connsiteY3" fmla="*/ 717601 h 3520436"/>
                      <a:gd name="connsiteX4" fmla="*/ 2216426 w 2385391"/>
                      <a:gd name="connsiteY4" fmla="*/ 1065470 h 3520436"/>
                      <a:gd name="connsiteX5" fmla="*/ 2037522 w 2385391"/>
                      <a:gd name="connsiteY5" fmla="*/ 1641940 h 3520436"/>
                      <a:gd name="connsiteX6" fmla="*/ 2385391 w 2385391"/>
                      <a:gd name="connsiteY6" fmla="*/ 2059383 h 3520436"/>
                      <a:gd name="connsiteX7" fmla="*/ 1938131 w 2385391"/>
                      <a:gd name="connsiteY7" fmla="*/ 2645792 h 3520436"/>
                      <a:gd name="connsiteX8" fmla="*/ 1719470 w 2385391"/>
                      <a:gd name="connsiteY8" fmla="*/ 3301775 h 3520436"/>
                      <a:gd name="connsiteX9" fmla="*/ 1033670 w 2385391"/>
                      <a:gd name="connsiteY9" fmla="*/ 3351470 h 3520436"/>
                      <a:gd name="connsiteX10" fmla="*/ 357809 w 2385391"/>
                      <a:gd name="connsiteY10" fmla="*/ 3520436 h 3520436"/>
                      <a:gd name="connsiteX11" fmla="*/ 0 w 2385391"/>
                      <a:gd name="connsiteY11" fmla="*/ 2735244 h 3520436"/>
                      <a:gd name="connsiteX12" fmla="*/ 9939 w 2385391"/>
                      <a:gd name="connsiteY12" fmla="*/ 538696 h 3520436"/>
                      <a:gd name="connsiteX13" fmla="*/ 467139 w 2385391"/>
                      <a:gd name="connsiteY13" fmla="*/ 1983 h 3520436"/>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95068 w 2385391"/>
                      <a:gd name="connsiteY5" fmla="*/ 1640113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27050 h 3521874"/>
                      <a:gd name="connsiteX6" fmla="*/ 2352734 w 2352734"/>
                      <a:gd name="connsiteY6" fmla="*/ 2080415 h 3521874"/>
                      <a:gd name="connsiteX7" fmla="*/ 1938131 w 2352734"/>
                      <a:gd name="connsiteY7" fmla="*/ 2647230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27050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21104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40112 h 3521874"/>
                      <a:gd name="connsiteX6" fmla="*/ 2352734 w 2352734"/>
                      <a:gd name="connsiteY6" fmla="*/ 2080415 h 3521874"/>
                      <a:gd name="connsiteX7" fmla="*/ 1882614 w 2352734"/>
                      <a:gd name="connsiteY7" fmla="*/ 2608041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760"/>
                      <a:gd name="connsiteY0" fmla="*/ 3421 h 3521874"/>
                      <a:gd name="connsiteX1" fmla="*/ 991074 w 2352760"/>
                      <a:gd name="connsiteY1" fmla="*/ 364496 h 3521874"/>
                      <a:gd name="connsiteX2" fmla="*/ 1597361 w 2352760"/>
                      <a:gd name="connsiteY2" fmla="*/ 304435 h 3521874"/>
                      <a:gd name="connsiteX3" fmla="*/ 1762919 w 2352760"/>
                      <a:gd name="connsiteY3" fmla="*/ 741899 h 3521874"/>
                      <a:gd name="connsiteX4" fmla="*/ 2190300 w 2352760"/>
                      <a:gd name="connsiteY4" fmla="*/ 1096300 h 3521874"/>
                      <a:gd name="connsiteX5" fmla="*/ 1982005 w 2352760"/>
                      <a:gd name="connsiteY5" fmla="*/ 1640112 h 3521874"/>
                      <a:gd name="connsiteX6" fmla="*/ 2352734 w 2352760"/>
                      <a:gd name="connsiteY6" fmla="*/ 2080415 h 3521874"/>
                      <a:gd name="connsiteX7" fmla="*/ 1882614 w 2352760"/>
                      <a:gd name="connsiteY7" fmla="*/ 2608041 h 3521874"/>
                      <a:gd name="connsiteX8" fmla="*/ 1719470 w 2352760"/>
                      <a:gd name="connsiteY8" fmla="*/ 3303213 h 3521874"/>
                      <a:gd name="connsiteX9" fmla="*/ 1033670 w 2352760"/>
                      <a:gd name="connsiteY9" fmla="*/ 3352908 h 3521874"/>
                      <a:gd name="connsiteX10" fmla="*/ 357809 w 2352760"/>
                      <a:gd name="connsiteY10" fmla="*/ 3521874 h 3521874"/>
                      <a:gd name="connsiteX11" fmla="*/ 0 w 2352760"/>
                      <a:gd name="connsiteY11" fmla="*/ 2736682 h 3521874"/>
                      <a:gd name="connsiteX12" fmla="*/ 9939 w 2352760"/>
                      <a:gd name="connsiteY12" fmla="*/ 540134 h 3521874"/>
                      <a:gd name="connsiteX13" fmla="*/ 467139 w 2352760"/>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82614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484067"/>
                      <a:gd name="connsiteX1" fmla="*/ 991074 w 2349495"/>
                      <a:gd name="connsiteY1" fmla="*/ 364496 h 3484067"/>
                      <a:gd name="connsiteX2" fmla="*/ 1597361 w 2349495"/>
                      <a:gd name="connsiteY2" fmla="*/ 304435 h 3484067"/>
                      <a:gd name="connsiteX3" fmla="*/ 1762919 w 2349495"/>
                      <a:gd name="connsiteY3" fmla="*/ 741899 h 3484067"/>
                      <a:gd name="connsiteX4" fmla="*/ 2190300 w 2349495"/>
                      <a:gd name="connsiteY4" fmla="*/ 1096300 h 3484067"/>
                      <a:gd name="connsiteX5" fmla="*/ 1982005 w 2349495"/>
                      <a:gd name="connsiteY5" fmla="*/ 1640112 h 3484067"/>
                      <a:gd name="connsiteX6" fmla="*/ 2349468 w 2349495"/>
                      <a:gd name="connsiteY6" fmla="*/ 2100010 h 3484067"/>
                      <a:gd name="connsiteX7" fmla="*/ 1869551 w 2349495"/>
                      <a:gd name="connsiteY7" fmla="*/ 2608041 h 3484067"/>
                      <a:gd name="connsiteX8" fmla="*/ 1686813 w 2349495"/>
                      <a:gd name="connsiteY8" fmla="*/ 3254228 h 3484067"/>
                      <a:gd name="connsiteX9" fmla="*/ 1108782 w 2349495"/>
                      <a:gd name="connsiteY9" fmla="*/ 3333313 h 3484067"/>
                      <a:gd name="connsiteX10" fmla="*/ 364340 w 2349495"/>
                      <a:gd name="connsiteY10" fmla="*/ 3469622 h 3484067"/>
                      <a:gd name="connsiteX11" fmla="*/ 0 w 2349495"/>
                      <a:gd name="connsiteY11" fmla="*/ 2736682 h 3484067"/>
                      <a:gd name="connsiteX12" fmla="*/ 9939 w 2349495"/>
                      <a:gd name="connsiteY12" fmla="*/ 540134 h 3484067"/>
                      <a:gd name="connsiteX13" fmla="*/ 467139 w 2349495"/>
                      <a:gd name="connsiteY13" fmla="*/ 3421 h 3484067"/>
                      <a:gd name="connsiteX0" fmla="*/ 467139 w 2349495"/>
                      <a:gd name="connsiteY0" fmla="*/ 3421 h 3480224"/>
                      <a:gd name="connsiteX1" fmla="*/ 991074 w 2349495"/>
                      <a:gd name="connsiteY1" fmla="*/ 364496 h 3480224"/>
                      <a:gd name="connsiteX2" fmla="*/ 1597361 w 2349495"/>
                      <a:gd name="connsiteY2" fmla="*/ 304435 h 3480224"/>
                      <a:gd name="connsiteX3" fmla="*/ 1762919 w 2349495"/>
                      <a:gd name="connsiteY3" fmla="*/ 741899 h 3480224"/>
                      <a:gd name="connsiteX4" fmla="*/ 2190300 w 2349495"/>
                      <a:gd name="connsiteY4" fmla="*/ 1096300 h 3480224"/>
                      <a:gd name="connsiteX5" fmla="*/ 1982005 w 2349495"/>
                      <a:gd name="connsiteY5" fmla="*/ 1640112 h 3480224"/>
                      <a:gd name="connsiteX6" fmla="*/ 2349468 w 2349495"/>
                      <a:gd name="connsiteY6" fmla="*/ 2100010 h 3480224"/>
                      <a:gd name="connsiteX7" fmla="*/ 1869551 w 2349495"/>
                      <a:gd name="connsiteY7" fmla="*/ 2608041 h 3480224"/>
                      <a:gd name="connsiteX8" fmla="*/ 1686813 w 2349495"/>
                      <a:gd name="connsiteY8" fmla="*/ 3254228 h 3480224"/>
                      <a:gd name="connsiteX9" fmla="*/ 1108782 w 2349495"/>
                      <a:gd name="connsiteY9" fmla="*/ 3333313 h 3480224"/>
                      <a:gd name="connsiteX10" fmla="*/ 370871 w 2349495"/>
                      <a:gd name="connsiteY10" fmla="*/ 3459825 h 3480224"/>
                      <a:gd name="connsiteX11" fmla="*/ 0 w 2349495"/>
                      <a:gd name="connsiteY11" fmla="*/ 2736682 h 3480224"/>
                      <a:gd name="connsiteX12" fmla="*/ 9939 w 2349495"/>
                      <a:gd name="connsiteY12" fmla="*/ 540134 h 3480224"/>
                      <a:gd name="connsiteX13" fmla="*/ 467139 w 2349495"/>
                      <a:gd name="connsiteY13" fmla="*/ 3421 h 3480224"/>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233 w 2349589"/>
                      <a:gd name="connsiteY0" fmla="*/ 3421 h 3552207"/>
                      <a:gd name="connsiteX1" fmla="*/ 991168 w 2349589"/>
                      <a:gd name="connsiteY1" fmla="*/ 364496 h 3552207"/>
                      <a:gd name="connsiteX2" fmla="*/ 1597455 w 2349589"/>
                      <a:gd name="connsiteY2" fmla="*/ 304435 h 3552207"/>
                      <a:gd name="connsiteX3" fmla="*/ 1763013 w 2349589"/>
                      <a:gd name="connsiteY3" fmla="*/ 741899 h 3552207"/>
                      <a:gd name="connsiteX4" fmla="*/ 2190394 w 2349589"/>
                      <a:gd name="connsiteY4" fmla="*/ 1096300 h 3552207"/>
                      <a:gd name="connsiteX5" fmla="*/ 1982099 w 2349589"/>
                      <a:gd name="connsiteY5" fmla="*/ 1640112 h 3552207"/>
                      <a:gd name="connsiteX6" fmla="*/ 2349562 w 2349589"/>
                      <a:gd name="connsiteY6" fmla="*/ 2100010 h 3552207"/>
                      <a:gd name="connsiteX7" fmla="*/ 1869645 w 2349589"/>
                      <a:gd name="connsiteY7" fmla="*/ 2608041 h 3552207"/>
                      <a:gd name="connsiteX8" fmla="*/ 1686907 w 2349589"/>
                      <a:gd name="connsiteY8" fmla="*/ 3254228 h 3552207"/>
                      <a:gd name="connsiteX9" fmla="*/ 1108876 w 2349589"/>
                      <a:gd name="connsiteY9" fmla="*/ 3333313 h 3552207"/>
                      <a:gd name="connsiteX10" fmla="*/ 370965 w 2349589"/>
                      <a:gd name="connsiteY10" fmla="*/ 3459825 h 3552207"/>
                      <a:gd name="connsiteX11" fmla="*/ 94 w 2349589"/>
                      <a:gd name="connsiteY11" fmla="*/ 2736682 h 3552207"/>
                      <a:gd name="connsiteX12" fmla="*/ 10033 w 2349589"/>
                      <a:gd name="connsiteY12" fmla="*/ 540134 h 3552207"/>
                      <a:gd name="connsiteX13" fmla="*/ 467233 w 2349589"/>
                      <a:gd name="connsiteY13" fmla="*/ 3421 h 355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9589" h="3552207">
                        <a:moveTo>
                          <a:pt x="467233" y="3421"/>
                        </a:moveTo>
                        <a:cubicBezTo>
                          <a:pt x="734407" y="-24266"/>
                          <a:pt x="981985" y="117864"/>
                          <a:pt x="991168" y="364496"/>
                        </a:cubicBezTo>
                        <a:cubicBezTo>
                          <a:pt x="1194352" y="121319"/>
                          <a:pt x="1498773" y="227572"/>
                          <a:pt x="1597455" y="304435"/>
                        </a:cubicBezTo>
                        <a:cubicBezTo>
                          <a:pt x="1689652" y="352285"/>
                          <a:pt x="1788382" y="579749"/>
                          <a:pt x="1763013" y="741899"/>
                        </a:cubicBezTo>
                        <a:cubicBezTo>
                          <a:pt x="1943573" y="782744"/>
                          <a:pt x="2133931" y="882371"/>
                          <a:pt x="2190394" y="1096300"/>
                        </a:cubicBezTo>
                        <a:cubicBezTo>
                          <a:pt x="2247236" y="1330910"/>
                          <a:pt x="2127731" y="1529599"/>
                          <a:pt x="1982099" y="1640112"/>
                        </a:cubicBezTo>
                        <a:cubicBezTo>
                          <a:pt x="2152484" y="1693262"/>
                          <a:pt x="2352260" y="1890106"/>
                          <a:pt x="2349562" y="2100010"/>
                        </a:cubicBezTo>
                        <a:cubicBezTo>
                          <a:pt x="2319129" y="2527345"/>
                          <a:pt x="2047035" y="2618311"/>
                          <a:pt x="1869645" y="2608041"/>
                        </a:cubicBezTo>
                        <a:cubicBezTo>
                          <a:pt x="1950246" y="2898548"/>
                          <a:pt x="1812046" y="3097616"/>
                          <a:pt x="1686907" y="3254228"/>
                        </a:cubicBezTo>
                        <a:cubicBezTo>
                          <a:pt x="1508381" y="3391624"/>
                          <a:pt x="1336387" y="3401657"/>
                          <a:pt x="1108876" y="3333313"/>
                        </a:cubicBezTo>
                        <a:cubicBezTo>
                          <a:pt x="969586" y="3611704"/>
                          <a:pt x="680072" y="3589648"/>
                          <a:pt x="370965" y="3459825"/>
                        </a:cubicBezTo>
                        <a:cubicBezTo>
                          <a:pt x="103649" y="3346140"/>
                          <a:pt x="-3644" y="3069170"/>
                          <a:pt x="94" y="2736682"/>
                        </a:cubicBezTo>
                        <a:lnTo>
                          <a:pt x="10033" y="540134"/>
                        </a:lnTo>
                        <a:cubicBezTo>
                          <a:pt x="2413" y="246930"/>
                          <a:pt x="200533" y="45165"/>
                          <a:pt x="467233" y="3421"/>
                        </a:cubicBezTo>
                        <a:close/>
                      </a:path>
                    </a:pathLst>
                  </a:cu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15" name="그룹 42">
                    <a:extLst>
                      <a:ext uri="{FF2B5EF4-FFF2-40B4-BE49-F238E27FC236}">
                        <a16:creationId xmlns:a16="http://schemas.microsoft.com/office/drawing/2014/main" id="{64BE6093-2CD3-B01A-EC3E-762401D67346}"/>
                      </a:ext>
                    </a:extLst>
                  </p:cNvPr>
                  <p:cNvGrpSpPr/>
                  <p:nvPr/>
                </p:nvGrpSpPr>
                <p:grpSpPr>
                  <a:xfrm>
                    <a:off x="5560358" y="66818"/>
                    <a:ext cx="2194998" cy="3306170"/>
                    <a:chOff x="6150565" y="3254095"/>
                    <a:chExt cx="979312" cy="1475068"/>
                  </a:xfrm>
                </p:grpSpPr>
                <p:sp>
                  <p:nvSpPr>
                    <p:cNvPr id="95" name="자유형: 도형 43">
                      <a:extLst>
                        <a:ext uri="{FF2B5EF4-FFF2-40B4-BE49-F238E27FC236}">
                          <a16:creationId xmlns:a16="http://schemas.microsoft.com/office/drawing/2014/main" id="{BD6B5648-8CA6-F127-978C-88EFE3DB314D}"/>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96" name="자유형: 도형 44">
                      <a:extLst>
                        <a:ext uri="{FF2B5EF4-FFF2-40B4-BE49-F238E27FC236}">
                          <a16:creationId xmlns:a16="http://schemas.microsoft.com/office/drawing/2014/main" id="{E4E1DC99-9693-8DD5-EBEE-FF90084E89DD}"/>
                        </a:ext>
                      </a:extLst>
                    </p:cNvPr>
                    <p:cNvSpPr/>
                    <p:nvPr/>
                  </p:nvSpPr>
                  <p:spPr>
                    <a:xfrm>
                      <a:off x="6646452" y="3560646"/>
                      <a:ext cx="483425" cy="785841"/>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42808">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35403" y="1017236"/>
                            <a:pt x="384825" y="1042808"/>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97" name="자유형: 도형 45">
                      <a:extLst>
                        <a:ext uri="{FF2B5EF4-FFF2-40B4-BE49-F238E27FC236}">
                          <a16:creationId xmlns:a16="http://schemas.microsoft.com/office/drawing/2014/main" id="{9D2A99EB-74F4-3338-C904-940D0268B780}"/>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98" name="자유형: 도형 46">
                      <a:extLst>
                        <a:ext uri="{FF2B5EF4-FFF2-40B4-BE49-F238E27FC236}">
                          <a16:creationId xmlns:a16="http://schemas.microsoft.com/office/drawing/2014/main" id="{C50B7E95-9CD7-0193-24D4-8F4E3990EA76}"/>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99" name="직선 연결선 47">
                      <a:extLst>
                        <a:ext uri="{FF2B5EF4-FFF2-40B4-BE49-F238E27FC236}">
                          <a16:creationId xmlns:a16="http://schemas.microsoft.com/office/drawing/2014/main" id="{11357038-4BA0-C7A4-BEA8-229334A21C03}"/>
                        </a:ext>
                      </a:extLst>
                    </p:cNvPr>
                    <p:cNvCxnSpPr>
                      <a:cxnSpLocks/>
                    </p:cNvCxnSpPr>
                    <p:nvPr/>
                  </p:nvCxnSpPr>
                  <p:spPr>
                    <a:xfrm flipH="1">
                      <a:off x="6152008" y="3476077"/>
                      <a:ext cx="1188" cy="9747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자유형: 도형 95">
                    <a:extLst>
                      <a:ext uri="{FF2B5EF4-FFF2-40B4-BE49-F238E27FC236}">
                        <a16:creationId xmlns:a16="http://schemas.microsoft.com/office/drawing/2014/main" id="{5487FC8F-6266-7B90-AD4C-FF76190A808A}"/>
                      </a:ext>
                    </a:extLst>
                  </p:cNvPr>
                  <p:cNvSpPr/>
                  <p:nvPr/>
                </p:nvSpPr>
                <p:spPr>
                  <a:xfrm flipH="1">
                    <a:off x="3323392" y="61421"/>
                    <a:ext cx="2193989" cy="3316965"/>
                  </a:xfrm>
                  <a:custGeom>
                    <a:avLst/>
                    <a:gdLst>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1983 h 3520436"/>
                      <a:gd name="connsiteX1" fmla="*/ 991074 w 2385391"/>
                      <a:gd name="connsiteY1" fmla="*/ 363058 h 3520436"/>
                      <a:gd name="connsiteX2" fmla="*/ 1630018 w 2385391"/>
                      <a:gd name="connsiteY2" fmla="*/ 270340 h 3520436"/>
                      <a:gd name="connsiteX3" fmla="*/ 1789044 w 2385391"/>
                      <a:gd name="connsiteY3" fmla="*/ 717601 h 3520436"/>
                      <a:gd name="connsiteX4" fmla="*/ 2216426 w 2385391"/>
                      <a:gd name="connsiteY4" fmla="*/ 1065470 h 3520436"/>
                      <a:gd name="connsiteX5" fmla="*/ 2037522 w 2385391"/>
                      <a:gd name="connsiteY5" fmla="*/ 1641940 h 3520436"/>
                      <a:gd name="connsiteX6" fmla="*/ 2385391 w 2385391"/>
                      <a:gd name="connsiteY6" fmla="*/ 2059383 h 3520436"/>
                      <a:gd name="connsiteX7" fmla="*/ 1938131 w 2385391"/>
                      <a:gd name="connsiteY7" fmla="*/ 2645792 h 3520436"/>
                      <a:gd name="connsiteX8" fmla="*/ 1719470 w 2385391"/>
                      <a:gd name="connsiteY8" fmla="*/ 3301775 h 3520436"/>
                      <a:gd name="connsiteX9" fmla="*/ 1033670 w 2385391"/>
                      <a:gd name="connsiteY9" fmla="*/ 3351470 h 3520436"/>
                      <a:gd name="connsiteX10" fmla="*/ 357809 w 2385391"/>
                      <a:gd name="connsiteY10" fmla="*/ 3520436 h 3520436"/>
                      <a:gd name="connsiteX11" fmla="*/ 0 w 2385391"/>
                      <a:gd name="connsiteY11" fmla="*/ 2735244 h 3520436"/>
                      <a:gd name="connsiteX12" fmla="*/ 9939 w 2385391"/>
                      <a:gd name="connsiteY12" fmla="*/ 538696 h 3520436"/>
                      <a:gd name="connsiteX13" fmla="*/ 467139 w 2385391"/>
                      <a:gd name="connsiteY13" fmla="*/ 1983 h 3520436"/>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95068 w 2385391"/>
                      <a:gd name="connsiteY5" fmla="*/ 1640113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27050 h 3521874"/>
                      <a:gd name="connsiteX6" fmla="*/ 2352734 w 2352734"/>
                      <a:gd name="connsiteY6" fmla="*/ 2080415 h 3521874"/>
                      <a:gd name="connsiteX7" fmla="*/ 1938131 w 2352734"/>
                      <a:gd name="connsiteY7" fmla="*/ 2647230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27050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21104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40112 h 3521874"/>
                      <a:gd name="connsiteX6" fmla="*/ 2352734 w 2352734"/>
                      <a:gd name="connsiteY6" fmla="*/ 2080415 h 3521874"/>
                      <a:gd name="connsiteX7" fmla="*/ 1882614 w 2352734"/>
                      <a:gd name="connsiteY7" fmla="*/ 2608041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760"/>
                      <a:gd name="connsiteY0" fmla="*/ 3421 h 3521874"/>
                      <a:gd name="connsiteX1" fmla="*/ 991074 w 2352760"/>
                      <a:gd name="connsiteY1" fmla="*/ 364496 h 3521874"/>
                      <a:gd name="connsiteX2" fmla="*/ 1597361 w 2352760"/>
                      <a:gd name="connsiteY2" fmla="*/ 304435 h 3521874"/>
                      <a:gd name="connsiteX3" fmla="*/ 1762919 w 2352760"/>
                      <a:gd name="connsiteY3" fmla="*/ 741899 h 3521874"/>
                      <a:gd name="connsiteX4" fmla="*/ 2190300 w 2352760"/>
                      <a:gd name="connsiteY4" fmla="*/ 1096300 h 3521874"/>
                      <a:gd name="connsiteX5" fmla="*/ 1982005 w 2352760"/>
                      <a:gd name="connsiteY5" fmla="*/ 1640112 h 3521874"/>
                      <a:gd name="connsiteX6" fmla="*/ 2352734 w 2352760"/>
                      <a:gd name="connsiteY6" fmla="*/ 2080415 h 3521874"/>
                      <a:gd name="connsiteX7" fmla="*/ 1882614 w 2352760"/>
                      <a:gd name="connsiteY7" fmla="*/ 2608041 h 3521874"/>
                      <a:gd name="connsiteX8" fmla="*/ 1719470 w 2352760"/>
                      <a:gd name="connsiteY8" fmla="*/ 3303213 h 3521874"/>
                      <a:gd name="connsiteX9" fmla="*/ 1033670 w 2352760"/>
                      <a:gd name="connsiteY9" fmla="*/ 3352908 h 3521874"/>
                      <a:gd name="connsiteX10" fmla="*/ 357809 w 2352760"/>
                      <a:gd name="connsiteY10" fmla="*/ 3521874 h 3521874"/>
                      <a:gd name="connsiteX11" fmla="*/ 0 w 2352760"/>
                      <a:gd name="connsiteY11" fmla="*/ 2736682 h 3521874"/>
                      <a:gd name="connsiteX12" fmla="*/ 9939 w 2352760"/>
                      <a:gd name="connsiteY12" fmla="*/ 540134 h 3521874"/>
                      <a:gd name="connsiteX13" fmla="*/ 467139 w 2352760"/>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82614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484067"/>
                      <a:gd name="connsiteX1" fmla="*/ 991074 w 2349495"/>
                      <a:gd name="connsiteY1" fmla="*/ 364496 h 3484067"/>
                      <a:gd name="connsiteX2" fmla="*/ 1597361 w 2349495"/>
                      <a:gd name="connsiteY2" fmla="*/ 304435 h 3484067"/>
                      <a:gd name="connsiteX3" fmla="*/ 1762919 w 2349495"/>
                      <a:gd name="connsiteY3" fmla="*/ 741899 h 3484067"/>
                      <a:gd name="connsiteX4" fmla="*/ 2190300 w 2349495"/>
                      <a:gd name="connsiteY4" fmla="*/ 1096300 h 3484067"/>
                      <a:gd name="connsiteX5" fmla="*/ 1982005 w 2349495"/>
                      <a:gd name="connsiteY5" fmla="*/ 1640112 h 3484067"/>
                      <a:gd name="connsiteX6" fmla="*/ 2349468 w 2349495"/>
                      <a:gd name="connsiteY6" fmla="*/ 2100010 h 3484067"/>
                      <a:gd name="connsiteX7" fmla="*/ 1869551 w 2349495"/>
                      <a:gd name="connsiteY7" fmla="*/ 2608041 h 3484067"/>
                      <a:gd name="connsiteX8" fmla="*/ 1686813 w 2349495"/>
                      <a:gd name="connsiteY8" fmla="*/ 3254228 h 3484067"/>
                      <a:gd name="connsiteX9" fmla="*/ 1108782 w 2349495"/>
                      <a:gd name="connsiteY9" fmla="*/ 3333313 h 3484067"/>
                      <a:gd name="connsiteX10" fmla="*/ 364340 w 2349495"/>
                      <a:gd name="connsiteY10" fmla="*/ 3469622 h 3484067"/>
                      <a:gd name="connsiteX11" fmla="*/ 0 w 2349495"/>
                      <a:gd name="connsiteY11" fmla="*/ 2736682 h 3484067"/>
                      <a:gd name="connsiteX12" fmla="*/ 9939 w 2349495"/>
                      <a:gd name="connsiteY12" fmla="*/ 540134 h 3484067"/>
                      <a:gd name="connsiteX13" fmla="*/ 467139 w 2349495"/>
                      <a:gd name="connsiteY13" fmla="*/ 3421 h 3484067"/>
                      <a:gd name="connsiteX0" fmla="*/ 467139 w 2349495"/>
                      <a:gd name="connsiteY0" fmla="*/ 3421 h 3480224"/>
                      <a:gd name="connsiteX1" fmla="*/ 991074 w 2349495"/>
                      <a:gd name="connsiteY1" fmla="*/ 364496 h 3480224"/>
                      <a:gd name="connsiteX2" fmla="*/ 1597361 w 2349495"/>
                      <a:gd name="connsiteY2" fmla="*/ 304435 h 3480224"/>
                      <a:gd name="connsiteX3" fmla="*/ 1762919 w 2349495"/>
                      <a:gd name="connsiteY3" fmla="*/ 741899 h 3480224"/>
                      <a:gd name="connsiteX4" fmla="*/ 2190300 w 2349495"/>
                      <a:gd name="connsiteY4" fmla="*/ 1096300 h 3480224"/>
                      <a:gd name="connsiteX5" fmla="*/ 1982005 w 2349495"/>
                      <a:gd name="connsiteY5" fmla="*/ 1640112 h 3480224"/>
                      <a:gd name="connsiteX6" fmla="*/ 2349468 w 2349495"/>
                      <a:gd name="connsiteY6" fmla="*/ 2100010 h 3480224"/>
                      <a:gd name="connsiteX7" fmla="*/ 1869551 w 2349495"/>
                      <a:gd name="connsiteY7" fmla="*/ 2608041 h 3480224"/>
                      <a:gd name="connsiteX8" fmla="*/ 1686813 w 2349495"/>
                      <a:gd name="connsiteY8" fmla="*/ 3254228 h 3480224"/>
                      <a:gd name="connsiteX9" fmla="*/ 1108782 w 2349495"/>
                      <a:gd name="connsiteY9" fmla="*/ 3333313 h 3480224"/>
                      <a:gd name="connsiteX10" fmla="*/ 370871 w 2349495"/>
                      <a:gd name="connsiteY10" fmla="*/ 3459825 h 3480224"/>
                      <a:gd name="connsiteX11" fmla="*/ 0 w 2349495"/>
                      <a:gd name="connsiteY11" fmla="*/ 2736682 h 3480224"/>
                      <a:gd name="connsiteX12" fmla="*/ 9939 w 2349495"/>
                      <a:gd name="connsiteY12" fmla="*/ 540134 h 3480224"/>
                      <a:gd name="connsiteX13" fmla="*/ 467139 w 2349495"/>
                      <a:gd name="connsiteY13" fmla="*/ 3421 h 3480224"/>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233 w 2349589"/>
                      <a:gd name="connsiteY0" fmla="*/ 3421 h 3552207"/>
                      <a:gd name="connsiteX1" fmla="*/ 991168 w 2349589"/>
                      <a:gd name="connsiteY1" fmla="*/ 364496 h 3552207"/>
                      <a:gd name="connsiteX2" fmla="*/ 1597455 w 2349589"/>
                      <a:gd name="connsiteY2" fmla="*/ 304435 h 3552207"/>
                      <a:gd name="connsiteX3" fmla="*/ 1763013 w 2349589"/>
                      <a:gd name="connsiteY3" fmla="*/ 741899 h 3552207"/>
                      <a:gd name="connsiteX4" fmla="*/ 2190394 w 2349589"/>
                      <a:gd name="connsiteY4" fmla="*/ 1096300 h 3552207"/>
                      <a:gd name="connsiteX5" fmla="*/ 1982099 w 2349589"/>
                      <a:gd name="connsiteY5" fmla="*/ 1640112 h 3552207"/>
                      <a:gd name="connsiteX6" fmla="*/ 2349562 w 2349589"/>
                      <a:gd name="connsiteY6" fmla="*/ 2100010 h 3552207"/>
                      <a:gd name="connsiteX7" fmla="*/ 1869645 w 2349589"/>
                      <a:gd name="connsiteY7" fmla="*/ 2608041 h 3552207"/>
                      <a:gd name="connsiteX8" fmla="*/ 1686907 w 2349589"/>
                      <a:gd name="connsiteY8" fmla="*/ 3254228 h 3552207"/>
                      <a:gd name="connsiteX9" fmla="*/ 1108876 w 2349589"/>
                      <a:gd name="connsiteY9" fmla="*/ 3333313 h 3552207"/>
                      <a:gd name="connsiteX10" fmla="*/ 370965 w 2349589"/>
                      <a:gd name="connsiteY10" fmla="*/ 3459825 h 3552207"/>
                      <a:gd name="connsiteX11" fmla="*/ 94 w 2349589"/>
                      <a:gd name="connsiteY11" fmla="*/ 2736682 h 3552207"/>
                      <a:gd name="connsiteX12" fmla="*/ 10033 w 2349589"/>
                      <a:gd name="connsiteY12" fmla="*/ 540134 h 3552207"/>
                      <a:gd name="connsiteX13" fmla="*/ 467233 w 2349589"/>
                      <a:gd name="connsiteY13" fmla="*/ 3421 h 355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9589" h="3552207">
                        <a:moveTo>
                          <a:pt x="467233" y="3421"/>
                        </a:moveTo>
                        <a:cubicBezTo>
                          <a:pt x="734407" y="-24266"/>
                          <a:pt x="981985" y="117864"/>
                          <a:pt x="991168" y="364496"/>
                        </a:cubicBezTo>
                        <a:cubicBezTo>
                          <a:pt x="1194352" y="121319"/>
                          <a:pt x="1498773" y="227572"/>
                          <a:pt x="1597455" y="304435"/>
                        </a:cubicBezTo>
                        <a:cubicBezTo>
                          <a:pt x="1689652" y="352285"/>
                          <a:pt x="1788382" y="579749"/>
                          <a:pt x="1763013" y="741899"/>
                        </a:cubicBezTo>
                        <a:cubicBezTo>
                          <a:pt x="1943573" y="782744"/>
                          <a:pt x="2133931" y="882371"/>
                          <a:pt x="2190394" y="1096300"/>
                        </a:cubicBezTo>
                        <a:cubicBezTo>
                          <a:pt x="2247236" y="1330910"/>
                          <a:pt x="2127731" y="1529599"/>
                          <a:pt x="1982099" y="1640112"/>
                        </a:cubicBezTo>
                        <a:cubicBezTo>
                          <a:pt x="2152484" y="1693262"/>
                          <a:pt x="2352260" y="1890106"/>
                          <a:pt x="2349562" y="2100010"/>
                        </a:cubicBezTo>
                        <a:cubicBezTo>
                          <a:pt x="2319129" y="2527345"/>
                          <a:pt x="2047035" y="2618311"/>
                          <a:pt x="1869645" y="2608041"/>
                        </a:cubicBezTo>
                        <a:cubicBezTo>
                          <a:pt x="1950246" y="2898548"/>
                          <a:pt x="1812046" y="3097616"/>
                          <a:pt x="1686907" y="3254228"/>
                        </a:cubicBezTo>
                        <a:cubicBezTo>
                          <a:pt x="1508381" y="3391624"/>
                          <a:pt x="1336387" y="3401657"/>
                          <a:pt x="1108876" y="3333313"/>
                        </a:cubicBezTo>
                        <a:cubicBezTo>
                          <a:pt x="969586" y="3611704"/>
                          <a:pt x="680072" y="3589648"/>
                          <a:pt x="370965" y="3459825"/>
                        </a:cubicBezTo>
                        <a:cubicBezTo>
                          <a:pt x="103649" y="3346140"/>
                          <a:pt x="-3644" y="3069170"/>
                          <a:pt x="94" y="2736682"/>
                        </a:cubicBezTo>
                        <a:lnTo>
                          <a:pt x="10033" y="540134"/>
                        </a:lnTo>
                        <a:cubicBezTo>
                          <a:pt x="2413" y="246930"/>
                          <a:pt x="200533" y="45165"/>
                          <a:pt x="467233" y="3421"/>
                        </a:cubicBezTo>
                        <a:close/>
                      </a:path>
                    </a:pathLst>
                  </a:cu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17" name="그룹 96">
                    <a:extLst>
                      <a:ext uri="{FF2B5EF4-FFF2-40B4-BE49-F238E27FC236}">
                        <a16:creationId xmlns:a16="http://schemas.microsoft.com/office/drawing/2014/main" id="{1BE0A6C5-692A-73CB-86E4-50D4F7CB69F9}"/>
                      </a:ext>
                    </a:extLst>
                  </p:cNvPr>
                  <p:cNvGrpSpPr/>
                  <p:nvPr/>
                </p:nvGrpSpPr>
                <p:grpSpPr>
                  <a:xfrm flipH="1">
                    <a:off x="3326867" y="66818"/>
                    <a:ext cx="2194998" cy="3306170"/>
                    <a:chOff x="6150565" y="3254095"/>
                    <a:chExt cx="979312" cy="1475068"/>
                  </a:xfrm>
                </p:grpSpPr>
                <p:sp>
                  <p:nvSpPr>
                    <p:cNvPr id="18" name="자유형: 도형 97">
                      <a:extLst>
                        <a:ext uri="{FF2B5EF4-FFF2-40B4-BE49-F238E27FC236}">
                          <a16:creationId xmlns:a16="http://schemas.microsoft.com/office/drawing/2014/main" id="{7B1B7E58-7E69-4C87-5F03-8A6B67456DD2}"/>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6" name="자유형: 도형 98">
                      <a:extLst>
                        <a:ext uri="{FF2B5EF4-FFF2-40B4-BE49-F238E27FC236}">
                          <a16:creationId xmlns:a16="http://schemas.microsoft.com/office/drawing/2014/main" id="{5B50BB30-6437-C34F-42C0-5D447CE50E44}"/>
                        </a:ext>
                      </a:extLst>
                    </p:cNvPr>
                    <p:cNvSpPr/>
                    <p:nvPr/>
                  </p:nvSpPr>
                  <p:spPr>
                    <a:xfrm>
                      <a:off x="6646452" y="3560646"/>
                      <a:ext cx="483425" cy="785841"/>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42808">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35403" y="1017236"/>
                            <a:pt x="384825" y="1042808"/>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7" name="자유형: 도형 99">
                      <a:extLst>
                        <a:ext uri="{FF2B5EF4-FFF2-40B4-BE49-F238E27FC236}">
                          <a16:creationId xmlns:a16="http://schemas.microsoft.com/office/drawing/2014/main" id="{DB9792FA-00BF-B326-9C05-FD0309F746B4}"/>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8" name="자유형: 도형 100">
                      <a:extLst>
                        <a:ext uri="{FF2B5EF4-FFF2-40B4-BE49-F238E27FC236}">
                          <a16:creationId xmlns:a16="http://schemas.microsoft.com/office/drawing/2014/main" id="{DE1734E9-8AB4-B5CF-9CBA-712D4FC24AC1}"/>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78" name="직선 연결선 101">
                      <a:extLst>
                        <a:ext uri="{FF2B5EF4-FFF2-40B4-BE49-F238E27FC236}">
                          <a16:creationId xmlns:a16="http://schemas.microsoft.com/office/drawing/2014/main" id="{E10FBB22-1824-4687-6824-1E9908CC538B}"/>
                        </a:ext>
                      </a:extLst>
                    </p:cNvPr>
                    <p:cNvCxnSpPr>
                      <a:cxnSpLocks/>
                    </p:cNvCxnSpPr>
                    <p:nvPr/>
                  </p:nvCxnSpPr>
                  <p:spPr>
                    <a:xfrm flipH="1">
                      <a:off x="6152008" y="3476077"/>
                      <a:ext cx="1188" cy="9747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spTree>
    <p:extLst>
      <p:ext uri="{BB962C8B-B14F-4D97-AF65-F5344CB8AC3E}">
        <p14:creationId xmlns:p14="http://schemas.microsoft.com/office/powerpoint/2010/main" val="6240625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572CC02-C48B-46EC-AFB2-287D413B097B}"/>
              </a:ext>
            </a:extLst>
          </p:cNvPr>
          <p:cNvGrpSpPr/>
          <p:nvPr/>
        </p:nvGrpSpPr>
        <p:grpSpPr>
          <a:xfrm rot="10800000">
            <a:off x="1064346" y="498479"/>
            <a:ext cx="3634011" cy="1097280"/>
            <a:chOff x="8230329" y="5360525"/>
            <a:chExt cx="3634011" cy="1097280"/>
          </a:xfrm>
        </p:grpSpPr>
        <p:sp>
          <p:nvSpPr>
            <p:cNvPr id="2" name="Rectangle 1">
              <a:extLst>
                <a:ext uri="{FF2B5EF4-FFF2-40B4-BE49-F238E27FC236}">
                  <a16:creationId xmlns:a16="http://schemas.microsoft.com/office/drawing/2014/main" id="{E36C07F8-24DD-4BA6-9092-8D41252A9213}"/>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729E8BAB-E2C5-4A59-A969-FC77F18BAD4E}"/>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Diamond 4">
            <a:extLst>
              <a:ext uri="{FF2B5EF4-FFF2-40B4-BE49-F238E27FC236}">
                <a16:creationId xmlns:a16="http://schemas.microsoft.com/office/drawing/2014/main" id="{C7FEC4FF-3B18-4C32-880D-24AF445B4CD5}"/>
              </a:ext>
            </a:extLst>
          </p:cNvPr>
          <p:cNvSpPr/>
          <p:nvPr/>
        </p:nvSpPr>
        <p:spPr>
          <a:xfrm>
            <a:off x="1497228" y="4873391"/>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iamond 31">
            <a:extLst>
              <a:ext uri="{FF2B5EF4-FFF2-40B4-BE49-F238E27FC236}">
                <a16:creationId xmlns:a16="http://schemas.microsoft.com/office/drawing/2014/main" id="{6DC3E00E-BC60-47A6-ACFF-D2A128A9F524}"/>
              </a:ext>
            </a:extLst>
          </p:cNvPr>
          <p:cNvSpPr/>
          <p:nvPr/>
        </p:nvSpPr>
        <p:spPr>
          <a:xfrm>
            <a:off x="10982450" y="280186"/>
            <a:ext cx="436586"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iamond 32">
            <a:extLst>
              <a:ext uri="{FF2B5EF4-FFF2-40B4-BE49-F238E27FC236}">
                <a16:creationId xmlns:a16="http://schemas.microsoft.com/office/drawing/2014/main" id="{5AFF7729-CFFB-4020-A705-E805834C0FFB}"/>
              </a:ext>
            </a:extLst>
          </p:cNvPr>
          <p:cNvSpPr/>
          <p:nvPr/>
        </p:nvSpPr>
        <p:spPr>
          <a:xfrm>
            <a:off x="4774908" y="6195799"/>
            <a:ext cx="436586" cy="436586"/>
          </a:xfrm>
          <a:prstGeom prst="diamond">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9B3B3BA0-ACCE-4843-9FF5-CACAE6C136CA}"/>
              </a:ext>
            </a:extLst>
          </p:cNvPr>
          <p:cNvGrpSpPr/>
          <p:nvPr/>
        </p:nvGrpSpPr>
        <p:grpSpPr>
          <a:xfrm>
            <a:off x="7493643" y="4581508"/>
            <a:ext cx="3643536" cy="1106806"/>
            <a:chOff x="8230329" y="5360525"/>
            <a:chExt cx="3643536" cy="1106806"/>
          </a:xfrm>
        </p:grpSpPr>
        <p:sp>
          <p:nvSpPr>
            <p:cNvPr id="35" name="Rectangle 34">
              <a:extLst>
                <a:ext uri="{FF2B5EF4-FFF2-40B4-BE49-F238E27FC236}">
                  <a16:creationId xmlns:a16="http://schemas.microsoft.com/office/drawing/2014/main" id="{4FEDFB08-2847-47BC-812C-7E8BEE80C72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A2D24F03-F961-4F44-B1CE-1D5D0F7A691A}"/>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Diamond 21">
            <a:extLst>
              <a:ext uri="{FF2B5EF4-FFF2-40B4-BE49-F238E27FC236}">
                <a16:creationId xmlns:a16="http://schemas.microsoft.com/office/drawing/2014/main" id="{0CAE8180-B2E6-44FE-89C1-0A88EF32B703}"/>
              </a:ext>
            </a:extLst>
          </p:cNvPr>
          <p:cNvSpPr/>
          <p:nvPr/>
        </p:nvSpPr>
        <p:spPr>
          <a:xfrm>
            <a:off x="409559" y="784526"/>
            <a:ext cx="532626" cy="532626"/>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iamond 25">
            <a:extLst>
              <a:ext uri="{FF2B5EF4-FFF2-40B4-BE49-F238E27FC236}">
                <a16:creationId xmlns:a16="http://schemas.microsoft.com/office/drawing/2014/main" id="{FACFFFBF-F513-4171-A2F1-660E586D1529}"/>
              </a:ext>
            </a:extLst>
          </p:cNvPr>
          <p:cNvSpPr/>
          <p:nvPr/>
        </p:nvSpPr>
        <p:spPr>
          <a:xfrm>
            <a:off x="11393878" y="5829993"/>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74405D2-8C3E-406F-B39E-380FF0437A16}"/>
              </a:ext>
            </a:extLst>
          </p:cNvPr>
          <p:cNvGrpSpPr/>
          <p:nvPr/>
        </p:nvGrpSpPr>
        <p:grpSpPr>
          <a:xfrm>
            <a:off x="1303495" y="712132"/>
            <a:ext cx="1239942" cy="334987"/>
            <a:chOff x="1612709" y="1258934"/>
            <a:chExt cx="2620319" cy="525185"/>
          </a:xfrm>
        </p:grpSpPr>
        <p:sp>
          <p:nvSpPr>
            <p:cNvPr id="53" name="Freeform: Shape 52">
              <a:extLst>
                <a:ext uri="{FF2B5EF4-FFF2-40B4-BE49-F238E27FC236}">
                  <a16:creationId xmlns:a16="http://schemas.microsoft.com/office/drawing/2014/main" id="{06459C8E-9B2C-4EA7-A6CD-1F078E045F51}"/>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E611548-7B7B-4073-88EA-9417120F7704}"/>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A282257-C059-455D-8C25-02EB60353EC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FE9CC13D-BF56-4816-B845-338F849F09AE}"/>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20CCD1A-1935-4548-B37A-BF970583EEB8}"/>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CF545B7A-CD6D-4600-A6DC-AC1073708340}"/>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F0185C9-BE30-4E65-B113-E921386AB6DF}"/>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FB3E2D0B-DDD8-4EEC-B463-912F68359E68}"/>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35E34903-88D8-4BAA-B175-DC5E85CD3F94}"/>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9E12805-2E06-4AFC-8C32-D944A5B1CDAB}"/>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2E6BBE8C-58B8-41FE-9D83-B3FD1EF3A890}"/>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E8601E4E-7573-4036-8BA0-C5D5F54862C4}"/>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2B812893-DC43-4F70-9E22-617F7C40707C}"/>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852714A1-B043-4C72-9565-F337EA7F6977}"/>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384319DC-51BF-407C-80A0-C9FE13CB755C}"/>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2CD93FA-1821-442B-91D5-0979DE4E950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A70C58B-5D36-4447-ACA6-F8F526146088}"/>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3AC2A169-E29A-411E-86F9-33494C79D0DD}"/>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572753AE-3A87-44B4-A2FE-A6A708759737}"/>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3C052306-B275-4A41-BD0F-C784A5C9E5F1}"/>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24485376-1239-476E-A520-63229E452A8B}"/>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114" name="Group 113">
            <a:extLst>
              <a:ext uri="{FF2B5EF4-FFF2-40B4-BE49-F238E27FC236}">
                <a16:creationId xmlns:a16="http://schemas.microsoft.com/office/drawing/2014/main" id="{E57D6D50-1B6B-4A8F-9DD5-04FA7EE4A7CC}"/>
              </a:ext>
            </a:extLst>
          </p:cNvPr>
          <p:cNvGrpSpPr/>
          <p:nvPr/>
        </p:nvGrpSpPr>
        <p:grpSpPr>
          <a:xfrm>
            <a:off x="8425420" y="4911257"/>
            <a:ext cx="2620319" cy="525185"/>
            <a:chOff x="1612709" y="1258934"/>
            <a:chExt cx="2620319" cy="525185"/>
          </a:xfrm>
        </p:grpSpPr>
        <p:sp>
          <p:nvSpPr>
            <p:cNvPr id="115" name="Freeform: Shape 114">
              <a:extLst>
                <a:ext uri="{FF2B5EF4-FFF2-40B4-BE49-F238E27FC236}">
                  <a16:creationId xmlns:a16="http://schemas.microsoft.com/office/drawing/2014/main" id="{D59C00BA-A39F-4D7E-889E-B25842CA53AC}"/>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57C448EB-B79D-41BA-9646-AB0B71CFBDE3}"/>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0D48E348-4F2D-46A6-B15F-1DE62033A548}"/>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4F2318FA-7F9A-4941-B427-8327B3099DCA}"/>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11D17FE1-56BD-42C8-958C-3791EF3452C7}"/>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B324662D-172B-481B-AE07-481FBD3C1BFE}"/>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F764CF5-6156-49B3-9C0B-64CA00896F3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E35E758D-E385-487B-8C28-EB51C7D0FFA2}"/>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8B9FCEC6-F04C-470F-9EF7-8D5EB466AD2C}"/>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B2F82922-3FBB-480C-9EC0-EA9981CF9844}"/>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353444EA-7B1F-472A-B91F-97AA048D32B5}"/>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1B8C623E-ACA6-46CC-BBBF-EBB8DCF1F00D}"/>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392E33-123F-4FA4-93CF-E229273CB8D8}"/>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383FF851-9ECB-4E64-8B05-0F2D6B20B763}"/>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F428B28F-5100-4B29-A291-4A2617AB055E}"/>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B5E4AD8D-C5A2-4F29-B10A-6FACA727D5E8}"/>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99A3C00B-F733-4775-A82A-E37134C65700}"/>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470FFB39-45C0-4D9A-84C4-694F1D9C968A}"/>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2E56C65A-2633-43DD-B150-89E78EF4A801}"/>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6C67CA1-0189-470B-92A3-633CB976CF6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60FDA22-62F7-4D95-95E9-485433E52D04}"/>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sp>
        <p:nvSpPr>
          <p:cNvPr id="7" name="TextBox 6">
            <a:extLst>
              <a:ext uri="{FF2B5EF4-FFF2-40B4-BE49-F238E27FC236}">
                <a16:creationId xmlns:a16="http://schemas.microsoft.com/office/drawing/2014/main" id="{0B12D2E2-AC07-9970-2414-D7BE58EA1AB3}"/>
              </a:ext>
            </a:extLst>
          </p:cNvPr>
          <p:cNvSpPr txBox="1"/>
          <p:nvPr/>
        </p:nvSpPr>
        <p:spPr>
          <a:xfrm>
            <a:off x="1155786" y="2221161"/>
            <a:ext cx="9997091" cy="3046988"/>
          </a:xfrm>
          <a:prstGeom prst="rect">
            <a:avLst/>
          </a:prstGeom>
          <a:solidFill>
            <a:schemeClr val="tx1">
              <a:alpha val="48000"/>
            </a:schemeClr>
          </a:solidFill>
          <a:effectLst>
            <a:softEdge rad="317500"/>
          </a:effectLst>
        </p:spPr>
        <p:txBody>
          <a:bodyPr wrap="square">
            <a:spAutoFit/>
          </a:bodyPr>
          <a:lstStyle/>
          <a:p>
            <a:pPr algn="just"/>
            <a:endParaRPr lang="en-US" sz="2400" dirty="0">
              <a:solidFill>
                <a:schemeClr val="bg1"/>
              </a:solidFill>
            </a:endParaRPr>
          </a:p>
          <a:p>
            <a:pPr marL="342900" indent="-342900" algn="just">
              <a:buFont typeface="Wingdings" panose="05000000000000000000" pitchFamily="2" charset="2"/>
              <a:buChar char="Ø"/>
            </a:pPr>
            <a:r>
              <a:rPr lang="en-US" sz="2400" dirty="0">
                <a:solidFill>
                  <a:schemeClr val="bg1"/>
                </a:solidFill>
              </a:rPr>
              <a:t>Welcome to my project presentation, where we dive into the art of </a:t>
            </a:r>
            <a:r>
              <a:rPr lang="en-US" sz="2400" b="1" dirty="0">
                <a:solidFill>
                  <a:schemeClr val="bg1"/>
                </a:solidFill>
              </a:rPr>
              <a:t>horology and web design</a:t>
            </a:r>
            <a:r>
              <a:rPr lang="en-US" sz="2400" dirty="0">
                <a:solidFill>
                  <a:schemeClr val="bg1"/>
                </a:solidFill>
              </a:rPr>
              <a:t>, merging the timeless elegance of watches with the sleek functionality of an intuitive user interface. </a:t>
            </a:r>
          </a:p>
          <a:p>
            <a:pPr algn="just"/>
            <a:endParaRPr lang="en-US" sz="2400" dirty="0">
              <a:solidFill>
                <a:schemeClr val="bg1"/>
              </a:solidFill>
            </a:endParaRPr>
          </a:p>
          <a:p>
            <a:pPr marL="342900" indent="-342900" algn="just">
              <a:buFont typeface="Wingdings" panose="05000000000000000000" pitchFamily="2" charset="2"/>
              <a:buChar char="Ø"/>
            </a:pPr>
            <a:r>
              <a:rPr lang="en-US" sz="2400" dirty="0">
                <a:solidFill>
                  <a:schemeClr val="bg1"/>
                </a:solidFill>
              </a:rPr>
              <a:t>Join me as I unveil the journey of crafting the front end of my exquisite watch website, where every click is a step towards luxury and sophistication.</a:t>
            </a:r>
          </a:p>
        </p:txBody>
      </p:sp>
      <p:sp>
        <p:nvSpPr>
          <p:cNvPr id="9" name="TextBox 8">
            <a:extLst>
              <a:ext uri="{FF2B5EF4-FFF2-40B4-BE49-F238E27FC236}">
                <a16:creationId xmlns:a16="http://schemas.microsoft.com/office/drawing/2014/main" id="{F8D45750-3D53-C73F-FB33-74056BBAF6E6}"/>
              </a:ext>
            </a:extLst>
          </p:cNvPr>
          <p:cNvSpPr txBox="1"/>
          <p:nvPr/>
        </p:nvSpPr>
        <p:spPr>
          <a:xfrm>
            <a:off x="2004683" y="1004515"/>
            <a:ext cx="7642352" cy="1200329"/>
          </a:xfrm>
          <a:prstGeom prst="rect">
            <a:avLst/>
          </a:prstGeom>
          <a:solidFill>
            <a:schemeClr val="bg1">
              <a:alpha val="74000"/>
            </a:schemeClr>
          </a:solidFill>
          <a:effectLst>
            <a:softEdge rad="63500"/>
          </a:effectLst>
        </p:spPr>
        <p:txBody>
          <a:bodyPr wrap="square">
            <a:spAutoFit/>
          </a:bodyPr>
          <a:lstStyle/>
          <a:p>
            <a:pPr algn="ctr"/>
            <a:r>
              <a:rPr lang="en-US" sz="3600" b="1" dirty="0"/>
              <a:t>Elegance Unveiled: Crafting the Front-End of Our Watch Website</a:t>
            </a:r>
          </a:p>
        </p:txBody>
      </p:sp>
    </p:spTree>
    <p:extLst>
      <p:ext uri="{BB962C8B-B14F-4D97-AF65-F5344CB8AC3E}">
        <p14:creationId xmlns:p14="http://schemas.microsoft.com/office/powerpoint/2010/main" val="3833463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prstGeom prst="rect">
            <a:avLst/>
          </a:prstGeom>
        </p:spPr>
        <p:txBody>
          <a:bodyPr/>
          <a:lstStyle/>
          <a:p>
            <a:r>
              <a:rPr lang="en-US" b="1" dirty="0"/>
              <a:t>Technology Used</a:t>
            </a:r>
          </a:p>
        </p:txBody>
      </p:sp>
      <p:sp>
        <p:nvSpPr>
          <p:cNvPr id="3" name="Freeform 32">
            <a:extLst>
              <a:ext uri="{FF2B5EF4-FFF2-40B4-BE49-F238E27FC236}">
                <a16:creationId xmlns:a16="http://schemas.microsoft.com/office/drawing/2014/main" id="{9825D9EE-E832-4A2E-8A0A-F25AFB82D9E6}"/>
              </a:ext>
            </a:extLst>
          </p:cNvPr>
          <p:cNvSpPr/>
          <p:nvPr/>
        </p:nvSpPr>
        <p:spPr>
          <a:xfrm rot="964692">
            <a:off x="1354231" y="5473360"/>
            <a:ext cx="4739160" cy="919486"/>
          </a:xfrm>
          <a:custGeom>
            <a:avLst/>
            <a:gdLst>
              <a:gd name="connsiteX0" fmla="*/ 0 w 4124325"/>
              <a:gd name="connsiteY0" fmla="*/ 0 h 838200"/>
              <a:gd name="connsiteX1" fmla="*/ 0 w 4124325"/>
              <a:gd name="connsiteY1" fmla="*/ 0 h 838200"/>
              <a:gd name="connsiteX2" fmla="*/ 85725 w 4124325"/>
              <a:gd name="connsiteY2" fmla="*/ 9525 h 838200"/>
              <a:gd name="connsiteX3" fmla="*/ 123825 w 4124325"/>
              <a:gd name="connsiteY3" fmla="*/ 19050 h 838200"/>
              <a:gd name="connsiteX4" fmla="*/ 209550 w 4124325"/>
              <a:gd name="connsiteY4" fmla="*/ 28575 h 838200"/>
              <a:gd name="connsiteX5" fmla="*/ 285750 w 4124325"/>
              <a:gd name="connsiteY5" fmla="*/ 38100 h 838200"/>
              <a:gd name="connsiteX6" fmla="*/ 323850 w 4124325"/>
              <a:gd name="connsiteY6" fmla="*/ 57150 h 838200"/>
              <a:gd name="connsiteX7" fmla="*/ 323850 w 4124325"/>
              <a:gd name="connsiteY7" fmla="*/ 57150 h 838200"/>
              <a:gd name="connsiteX8" fmla="*/ 238125 w 4124325"/>
              <a:gd name="connsiteY8" fmla="*/ 352425 h 838200"/>
              <a:gd name="connsiteX9" fmla="*/ 971550 w 4124325"/>
              <a:gd name="connsiteY9" fmla="*/ 257175 h 838200"/>
              <a:gd name="connsiteX10" fmla="*/ 800100 w 4124325"/>
              <a:gd name="connsiteY10" fmla="*/ 609600 h 838200"/>
              <a:gd name="connsiteX11" fmla="*/ 2524125 w 4124325"/>
              <a:gd name="connsiteY11" fmla="*/ 495300 h 838200"/>
              <a:gd name="connsiteX12" fmla="*/ 2190750 w 4124325"/>
              <a:gd name="connsiteY12" fmla="*/ 838200 h 838200"/>
              <a:gd name="connsiteX13" fmla="*/ 4124325 w 4124325"/>
              <a:gd name="connsiteY13" fmla="*/ 704850 h 838200"/>
              <a:gd name="connsiteX0" fmla="*/ 0 w 4124325"/>
              <a:gd name="connsiteY0" fmla="*/ 0 h 838200"/>
              <a:gd name="connsiteX1" fmla="*/ 0 w 4124325"/>
              <a:gd name="connsiteY1" fmla="*/ 0 h 838200"/>
              <a:gd name="connsiteX2" fmla="*/ 85725 w 4124325"/>
              <a:gd name="connsiteY2" fmla="*/ 9525 h 838200"/>
              <a:gd name="connsiteX3" fmla="*/ 123825 w 4124325"/>
              <a:gd name="connsiteY3" fmla="*/ 19050 h 838200"/>
              <a:gd name="connsiteX4" fmla="*/ 285750 w 4124325"/>
              <a:gd name="connsiteY4" fmla="*/ 38100 h 838200"/>
              <a:gd name="connsiteX5" fmla="*/ 323850 w 4124325"/>
              <a:gd name="connsiteY5" fmla="*/ 57150 h 838200"/>
              <a:gd name="connsiteX6" fmla="*/ 323850 w 4124325"/>
              <a:gd name="connsiteY6" fmla="*/ 57150 h 838200"/>
              <a:gd name="connsiteX7" fmla="*/ 238125 w 4124325"/>
              <a:gd name="connsiteY7" fmla="*/ 352425 h 838200"/>
              <a:gd name="connsiteX8" fmla="*/ 971550 w 4124325"/>
              <a:gd name="connsiteY8" fmla="*/ 257175 h 838200"/>
              <a:gd name="connsiteX9" fmla="*/ 800100 w 4124325"/>
              <a:gd name="connsiteY9" fmla="*/ 609600 h 838200"/>
              <a:gd name="connsiteX10" fmla="*/ 2524125 w 4124325"/>
              <a:gd name="connsiteY10" fmla="*/ 495300 h 838200"/>
              <a:gd name="connsiteX11" fmla="*/ 2190750 w 4124325"/>
              <a:gd name="connsiteY11" fmla="*/ 838200 h 838200"/>
              <a:gd name="connsiteX12" fmla="*/ 4124325 w 4124325"/>
              <a:gd name="connsiteY12" fmla="*/ 704850 h 838200"/>
              <a:gd name="connsiteX0" fmla="*/ 0 w 4124325"/>
              <a:gd name="connsiteY0" fmla="*/ 0 h 838200"/>
              <a:gd name="connsiteX1" fmla="*/ 0 w 4124325"/>
              <a:gd name="connsiteY1" fmla="*/ 0 h 838200"/>
              <a:gd name="connsiteX2" fmla="*/ 85725 w 4124325"/>
              <a:gd name="connsiteY2" fmla="*/ 9525 h 838200"/>
              <a:gd name="connsiteX3" fmla="*/ 285750 w 4124325"/>
              <a:gd name="connsiteY3" fmla="*/ 38100 h 838200"/>
              <a:gd name="connsiteX4" fmla="*/ 323850 w 4124325"/>
              <a:gd name="connsiteY4" fmla="*/ 57150 h 838200"/>
              <a:gd name="connsiteX5" fmla="*/ 323850 w 4124325"/>
              <a:gd name="connsiteY5" fmla="*/ 57150 h 838200"/>
              <a:gd name="connsiteX6" fmla="*/ 238125 w 4124325"/>
              <a:gd name="connsiteY6" fmla="*/ 352425 h 838200"/>
              <a:gd name="connsiteX7" fmla="*/ 971550 w 4124325"/>
              <a:gd name="connsiteY7" fmla="*/ 257175 h 838200"/>
              <a:gd name="connsiteX8" fmla="*/ 800100 w 4124325"/>
              <a:gd name="connsiteY8" fmla="*/ 609600 h 838200"/>
              <a:gd name="connsiteX9" fmla="*/ 2524125 w 4124325"/>
              <a:gd name="connsiteY9" fmla="*/ 495300 h 838200"/>
              <a:gd name="connsiteX10" fmla="*/ 2190750 w 4124325"/>
              <a:gd name="connsiteY10" fmla="*/ 838200 h 838200"/>
              <a:gd name="connsiteX11" fmla="*/ 4124325 w 4124325"/>
              <a:gd name="connsiteY11" fmla="*/ 704850 h 838200"/>
              <a:gd name="connsiteX0" fmla="*/ 0 w 4124325"/>
              <a:gd name="connsiteY0" fmla="*/ 0 h 838200"/>
              <a:gd name="connsiteX1" fmla="*/ 0 w 4124325"/>
              <a:gd name="connsiteY1" fmla="*/ 0 h 838200"/>
              <a:gd name="connsiteX2" fmla="*/ 285750 w 4124325"/>
              <a:gd name="connsiteY2" fmla="*/ 38100 h 838200"/>
              <a:gd name="connsiteX3" fmla="*/ 323850 w 4124325"/>
              <a:gd name="connsiteY3" fmla="*/ 57150 h 838200"/>
              <a:gd name="connsiteX4" fmla="*/ 323850 w 4124325"/>
              <a:gd name="connsiteY4" fmla="*/ 57150 h 838200"/>
              <a:gd name="connsiteX5" fmla="*/ 238125 w 4124325"/>
              <a:gd name="connsiteY5" fmla="*/ 352425 h 838200"/>
              <a:gd name="connsiteX6" fmla="*/ 971550 w 4124325"/>
              <a:gd name="connsiteY6" fmla="*/ 257175 h 838200"/>
              <a:gd name="connsiteX7" fmla="*/ 800100 w 4124325"/>
              <a:gd name="connsiteY7" fmla="*/ 609600 h 838200"/>
              <a:gd name="connsiteX8" fmla="*/ 2524125 w 4124325"/>
              <a:gd name="connsiteY8" fmla="*/ 495300 h 838200"/>
              <a:gd name="connsiteX9" fmla="*/ 2190750 w 4124325"/>
              <a:gd name="connsiteY9" fmla="*/ 838200 h 838200"/>
              <a:gd name="connsiteX10" fmla="*/ 4124325 w 4124325"/>
              <a:gd name="connsiteY10" fmla="*/ 704850 h 838200"/>
              <a:gd name="connsiteX0" fmla="*/ 0 w 4124325"/>
              <a:gd name="connsiteY0" fmla="*/ 0 h 838200"/>
              <a:gd name="connsiteX1" fmla="*/ 0 w 4124325"/>
              <a:gd name="connsiteY1" fmla="*/ 0 h 838200"/>
              <a:gd name="connsiteX2" fmla="*/ 323850 w 4124325"/>
              <a:gd name="connsiteY2" fmla="*/ 57150 h 838200"/>
              <a:gd name="connsiteX3" fmla="*/ 323850 w 4124325"/>
              <a:gd name="connsiteY3" fmla="*/ 57150 h 838200"/>
              <a:gd name="connsiteX4" fmla="*/ 238125 w 4124325"/>
              <a:gd name="connsiteY4" fmla="*/ 352425 h 838200"/>
              <a:gd name="connsiteX5" fmla="*/ 971550 w 4124325"/>
              <a:gd name="connsiteY5" fmla="*/ 257175 h 838200"/>
              <a:gd name="connsiteX6" fmla="*/ 800100 w 4124325"/>
              <a:gd name="connsiteY6" fmla="*/ 609600 h 838200"/>
              <a:gd name="connsiteX7" fmla="*/ 2524125 w 4124325"/>
              <a:gd name="connsiteY7" fmla="*/ 495300 h 838200"/>
              <a:gd name="connsiteX8" fmla="*/ 2190750 w 4124325"/>
              <a:gd name="connsiteY8" fmla="*/ 838200 h 838200"/>
              <a:gd name="connsiteX9" fmla="*/ 4124325 w 4124325"/>
              <a:gd name="connsiteY9" fmla="*/ 704850 h 838200"/>
              <a:gd name="connsiteX0" fmla="*/ 0 w 4124325"/>
              <a:gd name="connsiteY0" fmla="*/ 19050 h 857250"/>
              <a:gd name="connsiteX1" fmla="*/ 0 w 4124325"/>
              <a:gd name="connsiteY1" fmla="*/ 19050 h 857250"/>
              <a:gd name="connsiteX2" fmla="*/ 323850 w 4124325"/>
              <a:gd name="connsiteY2" fmla="*/ 76200 h 857250"/>
              <a:gd name="connsiteX3" fmla="*/ 400050 w 4124325"/>
              <a:gd name="connsiteY3" fmla="*/ 0 h 857250"/>
              <a:gd name="connsiteX4" fmla="*/ 238125 w 4124325"/>
              <a:gd name="connsiteY4" fmla="*/ 371475 h 857250"/>
              <a:gd name="connsiteX5" fmla="*/ 971550 w 4124325"/>
              <a:gd name="connsiteY5" fmla="*/ 276225 h 857250"/>
              <a:gd name="connsiteX6" fmla="*/ 800100 w 4124325"/>
              <a:gd name="connsiteY6" fmla="*/ 628650 h 857250"/>
              <a:gd name="connsiteX7" fmla="*/ 2524125 w 4124325"/>
              <a:gd name="connsiteY7" fmla="*/ 514350 h 857250"/>
              <a:gd name="connsiteX8" fmla="*/ 2190750 w 4124325"/>
              <a:gd name="connsiteY8" fmla="*/ 857250 h 857250"/>
              <a:gd name="connsiteX9" fmla="*/ 4124325 w 4124325"/>
              <a:gd name="connsiteY9" fmla="*/ 723900 h 85725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284758 w 4124325"/>
              <a:gd name="connsiteY6" fmla="*/ 437570 h 838200"/>
              <a:gd name="connsiteX7" fmla="*/ 2524125 w 4124325"/>
              <a:gd name="connsiteY7" fmla="*/ 495300 h 838200"/>
              <a:gd name="connsiteX8" fmla="*/ 2190750 w 4124325"/>
              <a:gd name="connsiteY8" fmla="*/ 838200 h 838200"/>
              <a:gd name="connsiteX9" fmla="*/ 4124325 w 4124325"/>
              <a:gd name="connsiteY9"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698"/>
              <a:gd name="connsiteX1" fmla="*/ 0 w 4124325"/>
              <a:gd name="connsiteY1" fmla="*/ 0 h 838698"/>
              <a:gd name="connsiteX2" fmla="*/ 323850 w 4124325"/>
              <a:gd name="connsiteY2" fmla="*/ 57150 h 838698"/>
              <a:gd name="connsiteX3" fmla="*/ 238125 w 4124325"/>
              <a:gd name="connsiteY3" fmla="*/ 352425 h 838698"/>
              <a:gd name="connsiteX4" fmla="*/ 971550 w 4124325"/>
              <a:gd name="connsiteY4" fmla="*/ 257175 h 838698"/>
              <a:gd name="connsiteX5" fmla="*/ 704684 w 4124325"/>
              <a:gd name="connsiteY5" fmla="*/ 629478 h 838698"/>
              <a:gd name="connsiteX6" fmla="*/ 2524125 w 4124325"/>
              <a:gd name="connsiteY6" fmla="*/ 495300 h 838698"/>
              <a:gd name="connsiteX7" fmla="*/ 2190750 w 4124325"/>
              <a:gd name="connsiteY7" fmla="*/ 838200 h 838698"/>
              <a:gd name="connsiteX8" fmla="*/ 4124325 w 4124325"/>
              <a:gd name="connsiteY8" fmla="*/ 704850 h 838698"/>
              <a:gd name="connsiteX0" fmla="*/ 0 w 5281240"/>
              <a:gd name="connsiteY0" fmla="*/ 0 h 838698"/>
              <a:gd name="connsiteX1" fmla="*/ 0 w 5281240"/>
              <a:gd name="connsiteY1" fmla="*/ 0 h 838698"/>
              <a:gd name="connsiteX2" fmla="*/ 323850 w 5281240"/>
              <a:gd name="connsiteY2" fmla="*/ 57150 h 838698"/>
              <a:gd name="connsiteX3" fmla="*/ 238125 w 5281240"/>
              <a:gd name="connsiteY3" fmla="*/ 352425 h 838698"/>
              <a:gd name="connsiteX4" fmla="*/ 971550 w 5281240"/>
              <a:gd name="connsiteY4" fmla="*/ 257175 h 838698"/>
              <a:gd name="connsiteX5" fmla="*/ 704684 w 5281240"/>
              <a:gd name="connsiteY5" fmla="*/ 629478 h 838698"/>
              <a:gd name="connsiteX6" fmla="*/ 2524125 w 5281240"/>
              <a:gd name="connsiteY6" fmla="*/ 495300 h 838698"/>
              <a:gd name="connsiteX7" fmla="*/ 2190750 w 5281240"/>
              <a:gd name="connsiteY7" fmla="*/ 838200 h 838698"/>
              <a:gd name="connsiteX8" fmla="*/ 5281240 w 5281240"/>
              <a:gd name="connsiteY8" fmla="*/ 617385 h 838698"/>
              <a:gd name="connsiteX0" fmla="*/ 0 w 7139742"/>
              <a:gd name="connsiteY0" fmla="*/ 0 h 838698"/>
              <a:gd name="connsiteX1" fmla="*/ 0 w 7139742"/>
              <a:gd name="connsiteY1" fmla="*/ 0 h 838698"/>
              <a:gd name="connsiteX2" fmla="*/ 323850 w 7139742"/>
              <a:gd name="connsiteY2" fmla="*/ 57150 h 838698"/>
              <a:gd name="connsiteX3" fmla="*/ 238125 w 7139742"/>
              <a:gd name="connsiteY3" fmla="*/ 352425 h 838698"/>
              <a:gd name="connsiteX4" fmla="*/ 971550 w 7139742"/>
              <a:gd name="connsiteY4" fmla="*/ 257175 h 838698"/>
              <a:gd name="connsiteX5" fmla="*/ 704684 w 7139742"/>
              <a:gd name="connsiteY5" fmla="*/ 629478 h 838698"/>
              <a:gd name="connsiteX6" fmla="*/ 2524125 w 7139742"/>
              <a:gd name="connsiteY6" fmla="*/ 495300 h 838698"/>
              <a:gd name="connsiteX7" fmla="*/ 2190750 w 7139742"/>
              <a:gd name="connsiteY7" fmla="*/ 838200 h 838698"/>
              <a:gd name="connsiteX8" fmla="*/ 7139742 w 7139742"/>
              <a:gd name="connsiteY8" fmla="*/ 608318 h 838698"/>
              <a:gd name="connsiteX0" fmla="*/ 0 w 7239467"/>
              <a:gd name="connsiteY0" fmla="*/ 0 h 838698"/>
              <a:gd name="connsiteX1" fmla="*/ 0 w 7239467"/>
              <a:gd name="connsiteY1" fmla="*/ 0 h 838698"/>
              <a:gd name="connsiteX2" fmla="*/ 323850 w 7239467"/>
              <a:gd name="connsiteY2" fmla="*/ 57150 h 838698"/>
              <a:gd name="connsiteX3" fmla="*/ 238125 w 7239467"/>
              <a:gd name="connsiteY3" fmla="*/ 352425 h 838698"/>
              <a:gd name="connsiteX4" fmla="*/ 971550 w 7239467"/>
              <a:gd name="connsiteY4" fmla="*/ 257175 h 838698"/>
              <a:gd name="connsiteX5" fmla="*/ 704684 w 7239467"/>
              <a:gd name="connsiteY5" fmla="*/ 629478 h 838698"/>
              <a:gd name="connsiteX6" fmla="*/ 2524125 w 7239467"/>
              <a:gd name="connsiteY6" fmla="*/ 495300 h 838698"/>
              <a:gd name="connsiteX7" fmla="*/ 2190750 w 7239467"/>
              <a:gd name="connsiteY7" fmla="*/ 838200 h 838698"/>
              <a:gd name="connsiteX8" fmla="*/ 7239467 w 723946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94137" h="838698">
                <a:moveTo>
                  <a:pt x="0" y="0"/>
                </a:moveTo>
                <a:lnTo>
                  <a:pt x="0" y="0"/>
                </a:lnTo>
                <a:cubicBezTo>
                  <a:pt x="107950" y="19050"/>
                  <a:pt x="386654" y="-32693"/>
                  <a:pt x="323850" y="57150"/>
                </a:cubicBezTo>
                <a:cubicBezTo>
                  <a:pt x="233116" y="186948"/>
                  <a:pt x="70540" y="342942"/>
                  <a:pt x="238125" y="352425"/>
                </a:cubicBezTo>
                <a:cubicBezTo>
                  <a:pt x="482600" y="320675"/>
                  <a:pt x="985493" y="129899"/>
                  <a:pt x="971550" y="257175"/>
                </a:cubicBezTo>
                <a:cubicBezTo>
                  <a:pt x="942229" y="426333"/>
                  <a:pt x="475587" y="595492"/>
                  <a:pt x="704684" y="629478"/>
                </a:cubicBezTo>
                <a:cubicBezTo>
                  <a:pt x="963446" y="669165"/>
                  <a:pt x="2681964" y="361122"/>
                  <a:pt x="2524125" y="495300"/>
                </a:cubicBezTo>
                <a:cubicBezTo>
                  <a:pt x="2413000" y="609600"/>
                  <a:pt x="1912261" y="851121"/>
                  <a:pt x="2190750" y="838200"/>
                </a:cubicBezTo>
                <a:cubicBezTo>
                  <a:pt x="3220913" y="764595"/>
                  <a:pt x="6218369" y="618462"/>
                  <a:pt x="7194137" y="608318"/>
                </a:cubicBezTo>
              </a:path>
            </a:pathLst>
          </a:custGeom>
          <a:ln w="349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dirty="0"/>
          </a:p>
        </p:txBody>
      </p:sp>
      <p:sp>
        <p:nvSpPr>
          <p:cNvPr id="5" name="TextBox 4">
            <a:extLst>
              <a:ext uri="{FF2B5EF4-FFF2-40B4-BE49-F238E27FC236}">
                <a16:creationId xmlns:a16="http://schemas.microsoft.com/office/drawing/2014/main" id="{D499489E-7F86-42B9-BA60-9456916470C2}"/>
              </a:ext>
            </a:extLst>
          </p:cNvPr>
          <p:cNvSpPr txBox="1"/>
          <p:nvPr/>
        </p:nvSpPr>
        <p:spPr>
          <a:xfrm>
            <a:off x="3115381" y="1694530"/>
            <a:ext cx="4210481" cy="1205284"/>
          </a:xfrm>
          <a:prstGeom prst="rect">
            <a:avLst/>
          </a:prstGeom>
          <a:noFill/>
        </p:spPr>
        <p:txBody>
          <a:bodyPr wrap="square" rtlCol="0">
            <a:spAutoFit/>
          </a:bodyPr>
          <a:lstStyle/>
          <a:p>
            <a:pPr algn="just"/>
            <a:r>
              <a:rPr lang="en-US" altLang="ko-KR" sz="2000" dirty="0">
                <a:solidFill>
                  <a:schemeClr val="bg1"/>
                </a:solidFill>
                <a:cs typeface="Arial" pitchFamily="34" charset="0"/>
              </a:rPr>
              <a:t>HTML serves as the foundation for building web pages and is essential for displaying information on the internet.</a:t>
            </a:r>
            <a:endParaRPr lang="ko-KR" altLang="en-US" sz="2000" dirty="0">
              <a:solidFill>
                <a:schemeClr val="bg1"/>
              </a:solidFill>
              <a:cs typeface="Arial" pitchFamily="34" charset="0"/>
            </a:endParaRPr>
          </a:p>
        </p:txBody>
      </p:sp>
      <p:sp>
        <p:nvSpPr>
          <p:cNvPr id="11" name="TextBox 10">
            <a:extLst>
              <a:ext uri="{FF2B5EF4-FFF2-40B4-BE49-F238E27FC236}">
                <a16:creationId xmlns:a16="http://schemas.microsoft.com/office/drawing/2014/main" id="{AE6FD75A-122D-43D1-BF4A-98BE4AA081FA}"/>
              </a:ext>
            </a:extLst>
          </p:cNvPr>
          <p:cNvSpPr txBox="1"/>
          <p:nvPr/>
        </p:nvSpPr>
        <p:spPr>
          <a:xfrm>
            <a:off x="2973030" y="3628519"/>
            <a:ext cx="4052898" cy="1292271"/>
          </a:xfrm>
          <a:prstGeom prst="rect">
            <a:avLst/>
          </a:prstGeom>
          <a:noFill/>
        </p:spPr>
        <p:txBody>
          <a:bodyPr wrap="square" rtlCol="0">
            <a:spAutoFit/>
          </a:bodyPr>
          <a:lstStyle/>
          <a:p>
            <a:pPr algn="just"/>
            <a:r>
              <a:rPr lang="en-US" altLang="ko-KR" sz="2000" dirty="0">
                <a:solidFill>
                  <a:schemeClr val="bg1"/>
                </a:solidFill>
                <a:cs typeface="Arial" pitchFamily="34" charset="0"/>
              </a:rPr>
              <a:t>Bootstrap streamlines the process of creating visually appealing and mobile-friendly websites, saving time and effort in design and development.</a:t>
            </a:r>
            <a:endParaRPr lang="ko-KR" altLang="en-US" sz="2000" dirty="0">
              <a:solidFill>
                <a:schemeClr val="bg1"/>
              </a:solidFill>
              <a:cs typeface="Arial" pitchFamily="34" charset="0"/>
            </a:endParaRPr>
          </a:p>
        </p:txBody>
      </p:sp>
      <p:sp>
        <p:nvSpPr>
          <p:cNvPr id="17" name="TextBox 16">
            <a:extLst>
              <a:ext uri="{FF2B5EF4-FFF2-40B4-BE49-F238E27FC236}">
                <a16:creationId xmlns:a16="http://schemas.microsoft.com/office/drawing/2014/main" id="{B1057858-F158-4F9D-9E3D-71BB0A39ADD9}"/>
              </a:ext>
            </a:extLst>
          </p:cNvPr>
          <p:cNvSpPr txBox="1"/>
          <p:nvPr/>
        </p:nvSpPr>
        <p:spPr>
          <a:xfrm>
            <a:off x="7265294" y="5237315"/>
            <a:ext cx="4761921" cy="1323439"/>
          </a:xfrm>
          <a:prstGeom prst="rect">
            <a:avLst/>
          </a:prstGeom>
          <a:noFill/>
        </p:spPr>
        <p:txBody>
          <a:bodyPr wrap="square" rtlCol="0">
            <a:spAutoFit/>
          </a:bodyPr>
          <a:lstStyle/>
          <a:p>
            <a:pPr algn="just"/>
            <a:r>
              <a:rPr lang="en-US" altLang="ko-KR" sz="2000" dirty="0">
                <a:solidFill>
                  <a:schemeClr val="bg1"/>
                </a:solidFill>
                <a:cs typeface="Arial" pitchFamily="34" charset="0"/>
              </a:rPr>
              <a:t>JavaScript enables features like user input validation, animations, and real-time updates, making websites more engaging and interactive for users.</a:t>
            </a:r>
            <a:endParaRPr lang="ko-KR" altLang="en-US" sz="2000" dirty="0">
              <a:solidFill>
                <a:schemeClr val="bg1"/>
              </a:solidFill>
              <a:cs typeface="Arial" pitchFamily="34" charset="0"/>
            </a:endParaRPr>
          </a:p>
        </p:txBody>
      </p:sp>
      <p:sp>
        <p:nvSpPr>
          <p:cNvPr id="23" name="TextBox 22">
            <a:extLst>
              <a:ext uri="{FF2B5EF4-FFF2-40B4-BE49-F238E27FC236}">
                <a16:creationId xmlns:a16="http://schemas.microsoft.com/office/drawing/2014/main" id="{4254F8C5-2CCF-4E86-A235-47CCE79E5A26}"/>
              </a:ext>
            </a:extLst>
          </p:cNvPr>
          <p:cNvSpPr txBox="1"/>
          <p:nvPr/>
        </p:nvSpPr>
        <p:spPr>
          <a:xfrm>
            <a:off x="7351996" y="3050246"/>
            <a:ext cx="4832245" cy="1654399"/>
          </a:xfrm>
          <a:prstGeom prst="rect">
            <a:avLst/>
          </a:prstGeom>
          <a:noFill/>
        </p:spPr>
        <p:txBody>
          <a:bodyPr wrap="square" rtlCol="0">
            <a:spAutoFit/>
          </a:bodyPr>
          <a:lstStyle/>
          <a:p>
            <a:pPr algn="just"/>
            <a:r>
              <a:rPr lang="en-US" altLang="ko-KR" sz="2000" dirty="0">
                <a:solidFill>
                  <a:schemeClr val="bg1"/>
                </a:solidFill>
                <a:cs typeface="Arial" pitchFamily="34" charset="0"/>
              </a:rPr>
              <a:t>CSS allows developers to define the appearance of HTML elements, including colors, fonts, and animations, to create visually appealing designs across a website.</a:t>
            </a:r>
            <a:endParaRPr lang="ko-KR" altLang="en-US" sz="2000" dirty="0">
              <a:solidFill>
                <a:schemeClr val="bg1"/>
              </a:solidFill>
              <a:cs typeface="Arial" pitchFamily="34" charset="0"/>
            </a:endParaRPr>
          </a:p>
        </p:txBody>
      </p:sp>
      <p:grpSp>
        <p:nvGrpSpPr>
          <p:cNvPr id="59" name="Group 58">
            <a:extLst>
              <a:ext uri="{FF2B5EF4-FFF2-40B4-BE49-F238E27FC236}">
                <a16:creationId xmlns:a16="http://schemas.microsoft.com/office/drawing/2014/main" id="{73C33118-8F95-D823-CDF3-596F651F517C}"/>
              </a:ext>
            </a:extLst>
          </p:cNvPr>
          <p:cNvGrpSpPr/>
          <p:nvPr/>
        </p:nvGrpSpPr>
        <p:grpSpPr>
          <a:xfrm rot="2206929">
            <a:off x="-384811" y="564083"/>
            <a:ext cx="2952312" cy="3670229"/>
            <a:chOff x="1018679" y="1848460"/>
            <a:chExt cx="2952312" cy="3670229"/>
          </a:xfrm>
        </p:grpSpPr>
        <p:sp>
          <p:nvSpPr>
            <p:cNvPr id="29" name="Oval 1">
              <a:extLst>
                <a:ext uri="{FF2B5EF4-FFF2-40B4-BE49-F238E27FC236}">
                  <a16:creationId xmlns:a16="http://schemas.microsoft.com/office/drawing/2014/main" id="{C6655EEA-7455-4D99-98C2-429D9A73595F}"/>
                </a:ext>
              </a:extLst>
            </p:cNvPr>
            <p:cNvSpPr/>
            <p:nvPr/>
          </p:nvSpPr>
          <p:spPr>
            <a:xfrm rot="19043010">
              <a:off x="1018679" y="1848460"/>
              <a:ext cx="2271442" cy="2335067"/>
            </a:xfrm>
            <a:custGeom>
              <a:avLst/>
              <a:gdLst/>
              <a:ahLst/>
              <a:cxnLst/>
              <a:rect l="l" t="t" r="r" b="b"/>
              <a:pathLst>
                <a:path w="2552017" h="2623501">
                  <a:moveTo>
                    <a:pt x="960593" y="2481474"/>
                  </a:moveTo>
                  <a:lnTo>
                    <a:pt x="1639506" y="2481474"/>
                  </a:lnTo>
                  <a:cubicBezTo>
                    <a:pt x="1671635" y="2481474"/>
                    <a:pt x="1697681" y="2507520"/>
                    <a:pt x="1697681" y="2539649"/>
                  </a:cubicBezTo>
                  <a:lnTo>
                    <a:pt x="1697681" y="2565326"/>
                  </a:lnTo>
                  <a:cubicBezTo>
                    <a:pt x="1697681" y="2597455"/>
                    <a:pt x="1671635" y="2623501"/>
                    <a:pt x="1639506" y="2623501"/>
                  </a:cubicBezTo>
                  <a:lnTo>
                    <a:pt x="960593" y="2623501"/>
                  </a:lnTo>
                  <a:cubicBezTo>
                    <a:pt x="928464" y="2623501"/>
                    <a:pt x="902418" y="2597455"/>
                    <a:pt x="902418" y="2565326"/>
                  </a:cubicBezTo>
                  <a:lnTo>
                    <a:pt x="902418" y="2539649"/>
                  </a:lnTo>
                  <a:cubicBezTo>
                    <a:pt x="902418" y="2507520"/>
                    <a:pt x="928464" y="2481474"/>
                    <a:pt x="960593" y="2481474"/>
                  </a:cubicBezTo>
                  <a:close/>
                  <a:moveTo>
                    <a:pt x="932191" y="2289251"/>
                  </a:moveTo>
                  <a:lnTo>
                    <a:pt x="1667909" y="2289251"/>
                  </a:lnTo>
                  <a:cubicBezTo>
                    <a:pt x="1700037" y="2289251"/>
                    <a:pt x="1726082" y="2315296"/>
                    <a:pt x="1726082" y="2347425"/>
                  </a:cubicBezTo>
                  <a:lnTo>
                    <a:pt x="1726082" y="2373104"/>
                  </a:lnTo>
                  <a:cubicBezTo>
                    <a:pt x="1726082" y="2405232"/>
                    <a:pt x="1700037" y="2431279"/>
                    <a:pt x="1667909" y="2431279"/>
                  </a:cubicBezTo>
                  <a:lnTo>
                    <a:pt x="932191" y="2431279"/>
                  </a:lnTo>
                  <a:cubicBezTo>
                    <a:pt x="900060" y="2431279"/>
                    <a:pt x="874016" y="2405232"/>
                    <a:pt x="874016" y="2373104"/>
                  </a:cubicBezTo>
                  <a:lnTo>
                    <a:pt x="874016" y="2347425"/>
                  </a:lnTo>
                  <a:cubicBezTo>
                    <a:pt x="874016" y="2315296"/>
                    <a:pt x="900060" y="2289251"/>
                    <a:pt x="932191" y="2289251"/>
                  </a:cubicBezTo>
                  <a:close/>
                  <a:moveTo>
                    <a:pt x="2552017" y="936595"/>
                  </a:moveTo>
                  <a:lnTo>
                    <a:pt x="2552017" y="1134206"/>
                  </a:lnTo>
                  <a:lnTo>
                    <a:pt x="2269715" y="1094683"/>
                  </a:lnTo>
                  <a:lnTo>
                    <a:pt x="2269715" y="976116"/>
                  </a:lnTo>
                  <a:close/>
                  <a:moveTo>
                    <a:pt x="0" y="936595"/>
                  </a:moveTo>
                  <a:lnTo>
                    <a:pt x="282302" y="976116"/>
                  </a:lnTo>
                  <a:lnTo>
                    <a:pt x="282302" y="1094683"/>
                  </a:lnTo>
                  <a:lnTo>
                    <a:pt x="0" y="1134206"/>
                  </a:lnTo>
                  <a:close/>
                  <a:moveTo>
                    <a:pt x="1294602" y="538610"/>
                  </a:moveTo>
                  <a:cubicBezTo>
                    <a:pt x="913173" y="539058"/>
                    <a:pt x="604117" y="848419"/>
                    <a:pt x="604117" y="1229963"/>
                  </a:cubicBezTo>
                  <a:cubicBezTo>
                    <a:pt x="604117" y="1488254"/>
                    <a:pt x="788458" y="1743173"/>
                    <a:pt x="933602" y="1859635"/>
                  </a:cubicBezTo>
                  <a:cubicBezTo>
                    <a:pt x="999780" y="1936202"/>
                    <a:pt x="994533" y="1937770"/>
                    <a:pt x="1021427" y="2035767"/>
                  </a:cubicBezTo>
                  <a:cubicBezTo>
                    <a:pt x="1030792" y="2095827"/>
                    <a:pt x="1015388" y="2108637"/>
                    <a:pt x="1052591" y="2112393"/>
                  </a:cubicBezTo>
                  <a:lnTo>
                    <a:pt x="1054999" y="2125056"/>
                  </a:lnTo>
                  <a:lnTo>
                    <a:pt x="1550433" y="2125056"/>
                  </a:lnTo>
                  <a:lnTo>
                    <a:pt x="1553159" y="2110727"/>
                  </a:lnTo>
                  <a:cubicBezTo>
                    <a:pt x="1573723" y="2104124"/>
                    <a:pt x="1563459" y="2087417"/>
                    <a:pt x="1571512" y="2035767"/>
                  </a:cubicBezTo>
                  <a:cubicBezTo>
                    <a:pt x="1598405" y="1937770"/>
                    <a:pt x="1593158" y="1936202"/>
                    <a:pt x="1659337" y="1859635"/>
                  </a:cubicBezTo>
                  <a:cubicBezTo>
                    <a:pt x="1804480" y="1743173"/>
                    <a:pt x="1988823" y="1488254"/>
                    <a:pt x="1988823" y="1229963"/>
                  </a:cubicBezTo>
                  <a:cubicBezTo>
                    <a:pt x="1988823" y="848419"/>
                    <a:pt x="1679767" y="539058"/>
                    <a:pt x="1298337" y="538610"/>
                  </a:cubicBezTo>
                  <a:lnTo>
                    <a:pt x="1298337" y="538781"/>
                  </a:lnTo>
                  <a:lnTo>
                    <a:pt x="1296470" y="538638"/>
                  </a:lnTo>
                  <a:lnTo>
                    <a:pt x="1294602" y="538781"/>
                  </a:lnTo>
                  <a:close/>
                  <a:moveTo>
                    <a:pt x="1294881" y="366993"/>
                  </a:moveTo>
                  <a:lnTo>
                    <a:pt x="1296470" y="367115"/>
                  </a:lnTo>
                  <a:lnTo>
                    <a:pt x="1298059" y="366993"/>
                  </a:lnTo>
                  <a:cubicBezTo>
                    <a:pt x="1765638" y="366993"/>
                    <a:pt x="2144688" y="746041"/>
                    <a:pt x="2144688" y="1213621"/>
                  </a:cubicBezTo>
                  <a:cubicBezTo>
                    <a:pt x="2144688" y="1530035"/>
                    <a:pt x="1918769" y="1842315"/>
                    <a:pt x="1741015" y="1984856"/>
                  </a:cubicBezTo>
                  <a:cubicBezTo>
                    <a:pt x="1688059" y="2045866"/>
                    <a:pt x="1711430" y="2077925"/>
                    <a:pt x="1700050" y="2157459"/>
                  </a:cubicBezTo>
                  <a:cubicBezTo>
                    <a:pt x="1670466" y="2218857"/>
                    <a:pt x="1644003" y="2238490"/>
                    <a:pt x="1591710" y="2238490"/>
                  </a:cubicBezTo>
                  <a:lnTo>
                    <a:pt x="1296470" y="2237434"/>
                  </a:lnTo>
                  <a:lnTo>
                    <a:pt x="1001230" y="2238490"/>
                  </a:lnTo>
                  <a:cubicBezTo>
                    <a:pt x="948937" y="2238490"/>
                    <a:pt x="922474" y="2218857"/>
                    <a:pt x="892888" y="2157459"/>
                  </a:cubicBezTo>
                  <a:cubicBezTo>
                    <a:pt x="881509" y="2077925"/>
                    <a:pt x="904880" y="2045866"/>
                    <a:pt x="851923" y="1984856"/>
                  </a:cubicBezTo>
                  <a:cubicBezTo>
                    <a:pt x="674170" y="1842315"/>
                    <a:pt x="448251" y="1530035"/>
                    <a:pt x="448251" y="1213621"/>
                  </a:cubicBezTo>
                  <a:cubicBezTo>
                    <a:pt x="448251" y="746041"/>
                    <a:pt x="827300" y="366993"/>
                    <a:pt x="1294881" y="366993"/>
                  </a:cubicBezTo>
                  <a:close/>
                  <a:moveTo>
                    <a:pt x="2017322" y="195354"/>
                  </a:moveTo>
                  <a:lnTo>
                    <a:pt x="2168700" y="322376"/>
                  </a:lnTo>
                  <a:lnTo>
                    <a:pt x="1956964" y="513228"/>
                  </a:lnTo>
                  <a:lnTo>
                    <a:pt x="1866137" y="437013"/>
                  </a:lnTo>
                  <a:close/>
                  <a:moveTo>
                    <a:pt x="520680" y="195354"/>
                  </a:moveTo>
                  <a:lnTo>
                    <a:pt x="671864" y="437013"/>
                  </a:lnTo>
                  <a:lnTo>
                    <a:pt x="581036" y="513228"/>
                  </a:lnTo>
                  <a:lnTo>
                    <a:pt x="369300" y="322376"/>
                  </a:lnTo>
                  <a:close/>
                  <a:moveTo>
                    <a:pt x="1197664" y="0"/>
                  </a:moveTo>
                  <a:lnTo>
                    <a:pt x="1395275" y="0"/>
                  </a:lnTo>
                  <a:lnTo>
                    <a:pt x="1355752" y="282302"/>
                  </a:lnTo>
                  <a:lnTo>
                    <a:pt x="1237185" y="2823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58" name="Group 57">
              <a:extLst>
                <a:ext uri="{FF2B5EF4-FFF2-40B4-BE49-F238E27FC236}">
                  <a16:creationId xmlns:a16="http://schemas.microsoft.com/office/drawing/2014/main" id="{F33CAD1A-D3D1-212B-9219-79965CDBC213}"/>
                </a:ext>
              </a:extLst>
            </p:cNvPr>
            <p:cNvGrpSpPr/>
            <p:nvPr/>
          </p:nvGrpSpPr>
          <p:grpSpPr>
            <a:xfrm>
              <a:off x="1561179" y="2495177"/>
              <a:ext cx="2409812" cy="3023512"/>
              <a:chOff x="1561179" y="2495177"/>
              <a:chExt cx="2409812" cy="3023512"/>
            </a:xfrm>
          </p:grpSpPr>
          <p:grpSp>
            <p:nvGrpSpPr>
              <p:cNvPr id="30" name="Group 18">
                <a:extLst>
                  <a:ext uri="{FF2B5EF4-FFF2-40B4-BE49-F238E27FC236}">
                    <a16:creationId xmlns:a16="http://schemas.microsoft.com/office/drawing/2014/main" id="{FDBAB89B-9752-4D63-B05D-04DDB2818238}"/>
                  </a:ext>
                </a:extLst>
              </p:cNvPr>
              <p:cNvGrpSpPr/>
              <p:nvPr/>
            </p:nvGrpSpPr>
            <p:grpSpPr>
              <a:xfrm rot="19043010">
                <a:off x="3312156" y="3670884"/>
                <a:ext cx="658835" cy="1847805"/>
                <a:chOff x="6208048" y="3967120"/>
                <a:chExt cx="864096" cy="2231240"/>
              </a:xfrm>
            </p:grpSpPr>
            <p:sp>
              <p:nvSpPr>
                <p:cNvPr id="49" name="Rectangle 13">
                  <a:extLst>
                    <a:ext uri="{FF2B5EF4-FFF2-40B4-BE49-F238E27FC236}">
                      <a16:creationId xmlns:a16="http://schemas.microsoft.com/office/drawing/2014/main" id="{63B4E9AB-433C-4A8E-A201-FC2A47C307FA}"/>
                    </a:ext>
                  </a:extLst>
                </p:cNvPr>
                <p:cNvSpPr/>
                <p:nvPr/>
              </p:nvSpPr>
              <p:spPr>
                <a:xfrm>
                  <a:off x="6208144" y="3967120"/>
                  <a:ext cx="864000" cy="1416860"/>
                </a:xfrm>
                <a:prstGeom prst="rect">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50" name="Isosceles Triangle 14">
                  <a:extLst>
                    <a:ext uri="{FF2B5EF4-FFF2-40B4-BE49-F238E27FC236}">
                      <a16:creationId xmlns:a16="http://schemas.microsoft.com/office/drawing/2014/main" id="{94B97142-4D08-45E9-95D6-57109E058C63}"/>
                    </a:ext>
                  </a:extLst>
                </p:cNvPr>
                <p:cNvSpPr/>
                <p:nvPr/>
              </p:nvSpPr>
              <p:spPr>
                <a:xfrm rot="10800000">
                  <a:off x="6485344" y="5887981"/>
                  <a:ext cx="309600" cy="310379"/>
                </a:xfrm>
                <a:prstGeom prst="triangle">
                  <a:avLst/>
                </a:prstGeom>
                <a:solidFill>
                  <a:schemeClr val="bg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p>
              </p:txBody>
            </p:sp>
            <p:sp>
              <p:nvSpPr>
                <p:cNvPr id="51" name="Trapezoid 12">
                  <a:extLst>
                    <a:ext uri="{FF2B5EF4-FFF2-40B4-BE49-F238E27FC236}">
                      <a16:creationId xmlns:a16="http://schemas.microsoft.com/office/drawing/2014/main" id="{76A5B5DD-AB2B-47AB-9DB1-D5638A7D2FF1}"/>
                    </a:ext>
                  </a:extLst>
                </p:cNvPr>
                <p:cNvSpPr/>
                <p:nvPr/>
              </p:nvSpPr>
              <p:spPr>
                <a:xfrm rot="10800000">
                  <a:off x="6208048" y="5189849"/>
                  <a:ext cx="864096" cy="696733"/>
                </a:xfrm>
                <a:custGeom>
                  <a:avLst/>
                  <a:gdLst>
                    <a:gd name="connsiteX0" fmla="*/ 0 w 864096"/>
                    <a:gd name="connsiteY0" fmla="*/ 504000 h 504000"/>
                    <a:gd name="connsiteX1" fmla="*/ 278218 w 864096"/>
                    <a:gd name="connsiteY1" fmla="*/ 0 h 504000"/>
                    <a:gd name="connsiteX2" fmla="*/ 585878 w 864096"/>
                    <a:gd name="connsiteY2" fmla="*/ 0 h 504000"/>
                    <a:gd name="connsiteX3" fmla="*/ 864096 w 864096"/>
                    <a:gd name="connsiteY3" fmla="*/ 504000 h 504000"/>
                    <a:gd name="connsiteX4" fmla="*/ 0 w 864096"/>
                    <a:gd name="connsiteY4" fmla="*/ 504000 h 504000"/>
                    <a:gd name="connsiteX0" fmla="*/ 0 w 864096"/>
                    <a:gd name="connsiteY0" fmla="*/ 504000 h 504000"/>
                    <a:gd name="connsiteX1" fmla="*/ 278218 w 864096"/>
                    <a:gd name="connsiteY1" fmla="*/ 0 h 504000"/>
                    <a:gd name="connsiteX2" fmla="*/ 585878 w 864096"/>
                    <a:gd name="connsiteY2" fmla="*/ 0 h 504000"/>
                    <a:gd name="connsiteX3" fmla="*/ 864096 w 864096"/>
                    <a:gd name="connsiteY3" fmla="*/ 504000 h 504000"/>
                    <a:gd name="connsiteX4" fmla="*/ 654389 w 864096"/>
                    <a:gd name="connsiteY4" fmla="*/ 502269 h 504000"/>
                    <a:gd name="connsiteX5" fmla="*/ 0 w 864096"/>
                    <a:gd name="connsiteY5" fmla="*/ 504000 h 504000"/>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0 w 864096"/>
                    <a:gd name="connsiteY5"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0 w 864096"/>
                    <a:gd name="connsiteY5" fmla="*/ 504000 h 692597"/>
                    <a:gd name="connsiteX0" fmla="*/ 0 w 864096"/>
                    <a:gd name="connsiteY0" fmla="*/ 504000 h 693799"/>
                    <a:gd name="connsiteX1" fmla="*/ 278218 w 864096"/>
                    <a:gd name="connsiteY1" fmla="*/ 0 h 693799"/>
                    <a:gd name="connsiteX2" fmla="*/ 585878 w 864096"/>
                    <a:gd name="connsiteY2" fmla="*/ 0 h 693799"/>
                    <a:gd name="connsiteX3" fmla="*/ 864096 w 864096"/>
                    <a:gd name="connsiteY3" fmla="*/ 504000 h 693799"/>
                    <a:gd name="connsiteX4" fmla="*/ 646114 w 864096"/>
                    <a:gd name="connsiteY4" fmla="*/ 692597 h 693799"/>
                    <a:gd name="connsiteX5" fmla="*/ 418548 w 864096"/>
                    <a:gd name="connsiteY5" fmla="*/ 580882 h 693799"/>
                    <a:gd name="connsiteX6" fmla="*/ 0 w 864096"/>
                    <a:gd name="connsiteY6" fmla="*/ 504000 h 693799"/>
                    <a:gd name="connsiteX0" fmla="*/ 0 w 864096"/>
                    <a:gd name="connsiteY0" fmla="*/ 504000 h 693347"/>
                    <a:gd name="connsiteX1" fmla="*/ 278218 w 864096"/>
                    <a:gd name="connsiteY1" fmla="*/ 0 h 693347"/>
                    <a:gd name="connsiteX2" fmla="*/ 585878 w 864096"/>
                    <a:gd name="connsiteY2" fmla="*/ 0 h 693347"/>
                    <a:gd name="connsiteX3" fmla="*/ 864096 w 864096"/>
                    <a:gd name="connsiteY3" fmla="*/ 504000 h 693347"/>
                    <a:gd name="connsiteX4" fmla="*/ 646114 w 864096"/>
                    <a:gd name="connsiteY4" fmla="*/ 692597 h 693347"/>
                    <a:gd name="connsiteX5" fmla="*/ 418548 w 864096"/>
                    <a:gd name="connsiteY5" fmla="*/ 518819 h 693347"/>
                    <a:gd name="connsiteX6" fmla="*/ 0 w 864096"/>
                    <a:gd name="connsiteY6" fmla="*/ 504000 h 69334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18548 w 864096"/>
                    <a:gd name="connsiteY5" fmla="*/ 518819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18548 w 864096"/>
                    <a:gd name="connsiteY5" fmla="*/ 518819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162 w 864258"/>
                    <a:gd name="connsiteY0" fmla="*/ 504000 h 692597"/>
                    <a:gd name="connsiteX1" fmla="*/ 278380 w 864258"/>
                    <a:gd name="connsiteY1" fmla="*/ 0 h 692597"/>
                    <a:gd name="connsiteX2" fmla="*/ 586040 w 864258"/>
                    <a:gd name="connsiteY2" fmla="*/ 0 h 692597"/>
                    <a:gd name="connsiteX3" fmla="*/ 864258 w 864258"/>
                    <a:gd name="connsiteY3" fmla="*/ 504000 h 692597"/>
                    <a:gd name="connsiteX4" fmla="*/ 646276 w 864258"/>
                    <a:gd name="connsiteY4" fmla="*/ 692597 h 692597"/>
                    <a:gd name="connsiteX5" fmla="*/ 422848 w 864258"/>
                    <a:gd name="connsiteY5" fmla="*/ 489856 h 692597"/>
                    <a:gd name="connsiteX6" fmla="*/ 240795 w 864258"/>
                    <a:gd name="connsiteY6" fmla="*/ 576744 h 692597"/>
                    <a:gd name="connsiteX7" fmla="*/ 162 w 864258"/>
                    <a:gd name="connsiteY7" fmla="*/ 504000 h 692597"/>
                    <a:gd name="connsiteX0" fmla="*/ 153 w 864249"/>
                    <a:gd name="connsiteY0" fmla="*/ 504000 h 692597"/>
                    <a:gd name="connsiteX1" fmla="*/ 278371 w 864249"/>
                    <a:gd name="connsiteY1" fmla="*/ 0 h 692597"/>
                    <a:gd name="connsiteX2" fmla="*/ 586031 w 864249"/>
                    <a:gd name="connsiteY2" fmla="*/ 0 h 692597"/>
                    <a:gd name="connsiteX3" fmla="*/ 864249 w 864249"/>
                    <a:gd name="connsiteY3" fmla="*/ 504000 h 692597"/>
                    <a:gd name="connsiteX4" fmla="*/ 646267 w 864249"/>
                    <a:gd name="connsiteY4" fmla="*/ 692597 h 692597"/>
                    <a:gd name="connsiteX5" fmla="*/ 422839 w 864249"/>
                    <a:gd name="connsiteY5" fmla="*/ 489856 h 692597"/>
                    <a:gd name="connsiteX6" fmla="*/ 253199 w 864249"/>
                    <a:gd name="connsiteY6" fmla="*/ 688458 h 692597"/>
                    <a:gd name="connsiteX7" fmla="*/ 153 w 864249"/>
                    <a:gd name="connsiteY7" fmla="*/ 504000 h 692597"/>
                    <a:gd name="connsiteX0" fmla="*/ 153 w 864249"/>
                    <a:gd name="connsiteY0" fmla="*/ 504000 h 692597"/>
                    <a:gd name="connsiteX1" fmla="*/ 278371 w 864249"/>
                    <a:gd name="connsiteY1" fmla="*/ 0 h 692597"/>
                    <a:gd name="connsiteX2" fmla="*/ 586031 w 864249"/>
                    <a:gd name="connsiteY2" fmla="*/ 0 h 692597"/>
                    <a:gd name="connsiteX3" fmla="*/ 864249 w 864249"/>
                    <a:gd name="connsiteY3" fmla="*/ 504000 h 692597"/>
                    <a:gd name="connsiteX4" fmla="*/ 646267 w 864249"/>
                    <a:gd name="connsiteY4" fmla="*/ 692597 h 692597"/>
                    <a:gd name="connsiteX5" fmla="*/ 422839 w 864249"/>
                    <a:gd name="connsiteY5" fmla="*/ 489856 h 692597"/>
                    <a:gd name="connsiteX6" fmla="*/ 253199 w 864249"/>
                    <a:gd name="connsiteY6" fmla="*/ 688458 h 692597"/>
                    <a:gd name="connsiteX7" fmla="*/ 153 w 864249"/>
                    <a:gd name="connsiteY7" fmla="*/ 504000 h 692597"/>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43514 w 864237"/>
                    <a:gd name="connsiteY5" fmla="*/ 481581 h 696774"/>
                    <a:gd name="connsiteX6" fmla="*/ 269737 w 864237"/>
                    <a:gd name="connsiteY6" fmla="*/ 696733 h 696774"/>
                    <a:gd name="connsiteX7" fmla="*/ 141 w 864237"/>
                    <a:gd name="connsiteY7" fmla="*/ 504000 h 696774"/>
                    <a:gd name="connsiteX0" fmla="*/ 187 w 864283"/>
                    <a:gd name="connsiteY0" fmla="*/ 504000 h 696733"/>
                    <a:gd name="connsiteX1" fmla="*/ 278405 w 864283"/>
                    <a:gd name="connsiteY1" fmla="*/ 0 h 696733"/>
                    <a:gd name="connsiteX2" fmla="*/ 586065 w 864283"/>
                    <a:gd name="connsiteY2" fmla="*/ 0 h 696733"/>
                    <a:gd name="connsiteX3" fmla="*/ 864283 w 864283"/>
                    <a:gd name="connsiteY3" fmla="*/ 504000 h 696733"/>
                    <a:gd name="connsiteX4" fmla="*/ 646301 w 864283"/>
                    <a:gd name="connsiteY4" fmla="*/ 692597 h 696733"/>
                    <a:gd name="connsiteX5" fmla="*/ 443560 w 864283"/>
                    <a:gd name="connsiteY5" fmla="*/ 481581 h 696733"/>
                    <a:gd name="connsiteX6" fmla="*/ 269783 w 864283"/>
                    <a:gd name="connsiteY6" fmla="*/ 696733 h 696733"/>
                    <a:gd name="connsiteX7" fmla="*/ 187 w 864283"/>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481581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4096" h="696733">
                      <a:moveTo>
                        <a:pt x="0" y="504000"/>
                      </a:moveTo>
                      <a:lnTo>
                        <a:pt x="278218" y="0"/>
                      </a:lnTo>
                      <a:lnTo>
                        <a:pt x="585878" y="0"/>
                      </a:lnTo>
                      <a:lnTo>
                        <a:pt x="864096" y="504000"/>
                      </a:lnTo>
                      <a:lnTo>
                        <a:pt x="646114" y="692597"/>
                      </a:lnTo>
                      <a:cubicBezTo>
                        <a:pt x="555306" y="618523"/>
                        <a:pt x="538646" y="587490"/>
                        <a:pt x="443373" y="506406"/>
                      </a:cubicBezTo>
                      <a:cubicBezTo>
                        <a:pt x="342692" y="607086"/>
                        <a:pt x="319356" y="636450"/>
                        <a:pt x="269596" y="696733"/>
                      </a:cubicBezTo>
                      <a:cubicBezTo>
                        <a:pt x="145360" y="616339"/>
                        <a:pt x="130275" y="612536"/>
                        <a:pt x="0" y="504000"/>
                      </a:cubicBezTo>
                      <a:close/>
                    </a:path>
                  </a:pathLst>
                </a:cu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grpSp>
          <p:grpSp>
            <p:nvGrpSpPr>
              <p:cNvPr id="56" name="Group 55">
                <a:extLst>
                  <a:ext uri="{FF2B5EF4-FFF2-40B4-BE49-F238E27FC236}">
                    <a16:creationId xmlns:a16="http://schemas.microsoft.com/office/drawing/2014/main" id="{79A18970-3C30-8927-23EF-58FB21519693}"/>
                  </a:ext>
                </a:extLst>
              </p:cNvPr>
              <p:cNvGrpSpPr/>
              <p:nvPr/>
            </p:nvGrpSpPr>
            <p:grpSpPr>
              <a:xfrm>
                <a:off x="1561179" y="2495177"/>
                <a:ext cx="1063915" cy="1178548"/>
                <a:chOff x="1561179" y="2495177"/>
                <a:chExt cx="1063915" cy="1178548"/>
              </a:xfrm>
            </p:grpSpPr>
            <p:sp>
              <p:nvSpPr>
                <p:cNvPr id="32" name="Freeform 23">
                  <a:extLst>
                    <a:ext uri="{FF2B5EF4-FFF2-40B4-BE49-F238E27FC236}">
                      <a16:creationId xmlns:a16="http://schemas.microsoft.com/office/drawing/2014/main" id="{C6754257-2434-4A78-B450-010AFE0910B0}"/>
                    </a:ext>
                  </a:extLst>
                </p:cNvPr>
                <p:cNvSpPr/>
                <p:nvPr/>
              </p:nvSpPr>
              <p:spPr>
                <a:xfrm rot="19043010">
                  <a:off x="2359639" y="3192186"/>
                  <a:ext cx="105125" cy="481539"/>
                </a:xfrm>
                <a:custGeom>
                  <a:avLst/>
                  <a:gdLst>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Lst>
                  <a:ahLst/>
                  <a:cxnLst>
                    <a:cxn ang="0">
                      <a:pos x="connsiteX0" y="connsiteY0"/>
                    </a:cxn>
                    <a:cxn ang="0">
                      <a:pos x="connsiteX1" y="connsiteY1"/>
                    </a:cxn>
                    <a:cxn ang="0">
                      <a:pos x="connsiteX2" y="connsiteY2"/>
                    </a:cxn>
                    <a:cxn ang="0">
                      <a:pos x="connsiteX3" y="connsiteY3"/>
                    </a:cxn>
                  </a:cxnLst>
                  <a:rect l="l" t="t" r="r" b="b"/>
                  <a:pathLst>
                    <a:path w="118110" h="541020">
                      <a:moveTo>
                        <a:pt x="0" y="0"/>
                      </a:moveTo>
                      <a:cubicBezTo>
                        <a:pt x="123190" y="153670"/>
                        <a:pt x="116840" y="356870"/>
                        <a:pt x="118110" y="541020"/>
                      </a:cubicBezTo>
                      <a:lnTo>
                        <a:pt x="118110" y="541020"/>
                      </a:lnTo>
                      <a:lnTo>
                        <a:pt x="118110" y="541020"/>
                      </a:lnTo>
                    </a:path>
                  </a:pathLst>
                </a:custGeom>
                <a:ln w="508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33" name="Freeform 24">
                  <a:extLst>
                    <a:ext uri="{FF2B5EF4-FFF2-40B4-BE49-F238E27FC236}">
                      <a16:creationId xmlns:a16="http://schemas.microsoft.com/office/drawing/2014/main" id="{A7895A1A-12E1-4C3B-A4C4-2F237AF91845}"/>
                    </a:ext>
                  </a:extLst>
                </p:cNvPr>
                <p:cNvSpPr/>
                <p:nvPr/>
              </p:nvSpPr>
              <p:spPr>
                <a:xfrm rot="19043010" flipH="1">
                  <a:off x="2519969" y="3044668"/>
                  <a:ext cx="105125" cy="481539"/>
                </a:xfrm>
                <a:custGeom>
                  <a:avLst/>
                  <a:gdLst>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Lst>
                  <a:ahLst/>
                  <a:cxnLst>
                    <a:cxn ang="0">
                      <a:pos x="connsiteX0" y="connsiteY0"/>
                    </a:cxn>
                    <a:cxn ang="0">
                      <a:pos x="connsiteX1" y="connsiteY1"/>
                    </a:cxn>
                    <a:cxn ang="0">
                      <a:pos x="connsiteX2" y="connsiteY2"/>
                    </a:cxn>
                    <a:cxn ang="0">
                      <a:pos x="connsiteX3" y="connsiteY3"/>
                    </a:cxn>
                  </a:cxnLst>
                  <a:rect l="l" t="t" r="r" b="b"/>
                  <a:pathLst>
                    <a:path w="118110" h="541020">
                      <a:moveTo>
                        <a:pt x="0" y="0"/>
                      </a:moveTo>
                      <a:cubicBezTo>
                        <a:pt x="123190" y="153670"/>
                        <a:pt x="116840" y="356870"/>
                        <a:pt x="118110" y="541020"/>
                      </a:cubicBezTo>
                      <a:lnTo>
                        <a:pt x="118110" y="541020"/>
                      </a:lnTo>
                      <a:lnTo>
                        <a:pt x="118110" y="541020"/>
                      </a:lnTo>
                    </a:path>
                  </a:pathLst>
                </a:custGeom>
                <a:noFill/>
                <a:ln w="508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grpSp>
              <p:nvGrpSpPr>
                <p:cNvPr id="34" name="그룹 7">
                  <a:extLst>
                    <a:ext uri="{FF2B5EF4-FFF2-40B4-BE49-F238E27FC236}">
                      <a16:creationId xmlns:a16="http://schemas.microsoft.com/office/drawing/2014/main" id="{F7E6E5F2-E7A9-49A3-AD67-08DF8A30BEA8}"/>
                    </a:ext>
                  </a:extLst>
                </p:cNvPr>
                <p:cNvGrpSpPr/>
                <p:nvPr/>
              </p:nvGrpSpPr>
              <p:grpSpPr>
                <a:xfrm rot="19020000">
                  <a:off x="1561179" y="2495177"/>
                  <a:ext cx="1058138" cy="791152"/>
                  <a:chOff x="3323392" y="61421"/>
                  <a:chExt cx="4436326" cy="3316965"/>
                </a:xfrm>
              </p:grpSpPr>
              <p:sp>
                <p:nvSpPr>
                  <p:cNvPr id="35" name="자유형: 도형 3">
                    <a:extLst>
                      <a:ext uri="{FF2B5EF4-FFF2-40B4-BE49-F238E27FC236}">
                        <a16:creationId xmlns:a16="http://schemas.microsoft.com/office/drawing/2014/main" id="{C427CF4D-D191-4DE7-8702-5948000D8940}"/>
                      </a:ext>
                    </a:extLst>
                  </p:cNvPr>
                  <p:cNvSpPr/>
                  <p:nvPr/>
                </p:nvSpPr>
                <p:spPr>
                  <a:xfrm>
                    <a:off x="5565729" y="61421"/>
                    <a:ext cx="2193989" cy="3316965"/>
                  </a:xfrm>
                  <a:custGeom>
                    <a:avLst/>
                    <a:gdLst>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1983 h 3520436"/>
                      <a:gd name="connsiteX1" fmla="*/ 991074 w 2385391"/>
                      <a:gd name="connsiteY1" fmla="*/ 363058 h 3520436"/>
                      <a:gd name="connsiteX2" fmla="*/ 1630018 w 2385391"/>
                      <a:gd name="connsiteY2" fmla="*/ 270340 h 3520436"/>
                      <a:gd name="connsiteX3" fmla="*/ 1789044 w 2385391"/>
                      <a:gd name="connsiteY3" fmla="*/ 717601 h 3520436"/>
                      <a:gd name="connsiteX4" fmla="*/ 2216426 w 2385391"/>
                      <a:gd name="connsiteY4" fmla="*/ 1065470 h 3520436"/>
                      <a:gd name="connsiteX5" fmla="*/ 2037522 w 2385391"/>
                      <a:gd name="connsiteY5" fmla="*/ 1641940 h 3520436"/>
                      <a:gd name="connsiteX6" fmla="*/ 2385391 w 2385391"/>
                      <a:gd name="connsiteY6" fmla="*/ 2059383 h 3520436"/>
                      <a:gd name="connsiteX7" fmla="*/ 1938131 w 2385391"/>
                      <a:gd name="connsiteY7" fmla="*/ 2645792 h 3520436"/>
                      <a:gd name="connsiteX8" fmla="*/ 1719470 w 2385391"/>
                      <a:gd name="connsiteY8" fmla="*/ 3301775 h 3520436"/>
                      <a:gd name="connsiteX9" fmla="*/ 1033670 w 2385391"/>
                      <a:gd name="connsiteY9" fmla="*/ 3351470 h 3520436"/>
                      <a:gd name="connsiteX10" fmla="*/ 357809 w 2385391"/>
                      <a:gd name="connsiteY10" fmla="*/ 3520436 h 3520436"/>
                      <a:gd name="connsiteX11" fmla="*/ 0 w 2385391"/>
                      <a:gd name="connsiteY11" fmla="*/ 2735244 h 3520436"/>
                      <a:gd name="connsiteX12" fmla="*/ 9939 w 2385391"/>
                      <a:gd name="connsiteY12" fmla="*/ 538696 h 3520436"/>
                      <a:gd name="connsiteX13" fmla="*/ 467139 w 2385391"/>
                      <a:gd name="connsiteY13" fmla="*/ 1983 h 3520436"/>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95068 w 2385391"/>
                      <a:gd name="connsiteY5" fmla="*/ 1640113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27050 h 3521874"/>
                      <a:gd name="connsiteX6" fmla="*/ 2352734 w 2352734"/>
                      <a:gd name="connsiteY6" fmla="*/ 2080415 h 3521874"/>
                      <a:gd name="connsiteX7" fmla="*/ 1938131 w 2352734"/>
                      <a:gd name="connsiteY7" fmla="*/ 2647230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27050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21104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40112 h 3521874"/>
                      <a:gd name="connsiteX6" fmla="*/ 2352734 w 2352734"/>
                      <a:gd name="connsiteY6" fmla="*/ 2080415 h 3521874"/>
                      <a:gd name="connsiteX7" fmla="*/ 1882614 w 2352734"/>
                      <a:gd name="connsiteY7" fmla="*/ 2608041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760"/>
                      <a:gd name="connsiteY0" fmla="*/ 3421 h 3521874"/>
                      <a:gd name="connsiteX1" fmla="*/ 991074 w 2352760"/>
                      <a:gd name="connsiteY1" fmla="*/ 364496 h 3521874"/>
                      <a:gd name="connsiteX2" fmla="*/ 1597361 w 2352760"/>
                      <a:gd name="connsiteY2" fmla="*/ 304435 h 3521874"/>
                      <a:gd name="connsiteX3" fmla="*/ 1762919 w 2352760"/>
                      <a:gd name="connsiteY3" fmla="*/ 741899 h 3521874"/>
                      <a:gd name="connsiteX4" fmla="*/ 2190300 w 2352760"/>
                      <a:gd name="connsiteY4" fmla="*/ 1096300 h 3521874"/>
                      <a:gd name="connsiteX5" fmla="*/ 1982005 w 2352760"/>
                      <a:gd name="connsiteY5" fmla="*/ 1640112 h 3521874"/>
                      <a:gd name="connsiteX6" fmla="*/ 2352734 w 2352760"/>
                      <a:gd name="connsiteY6" fmla="*/ 2080415 h 3521874"/>
                      <a:gd name="connsiteX7" fmla="*/ 1882614 w 2352760"/>
                      <a:gd name="connsiteY7" fmla="*/ 2608041 h 3521874"/>
                      <a:gd name="connsiteX8" fmla="*/ 1719470 w 2352760"/>
                      <a:gd name="connsiteY8" fmla="*/ 3303213 h 3521874"/>
                      <a:gd name="connsiteX9" fmla="*/ 1033670 w 2352760"/>
                      <a:gd name="connsiteY9" fmla="*/ 3352908 h 3521874"/>
                      <a:gd name="connsiteX10" fmla="*/ 357809 w 2352760"/>
                      <a:gd name="connsiteY10" fmla="*/ 3521874 h 3521874"/>
                      <a:gd name="connsiteX11" fmla="*/ 0 w 2352760"/>
                      <a:gd name="connsiteY11" fmla="*/ 2736682 h 3521874"/>
                      <a:gd name="connsiteX12" fmla="*/ 9939 w 2352760"/>
                      <a:gd name="connsiteY12" fmla="*/ 540134 h 3521874"/>
                      <a:gd name="connsiteX13" fmla="*/ 467139 w 2352760"/>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82614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484067"/>
                      <a:gd name="connsiteX1" fmla="*/ 991074 w 2349495"/>
                      <a:gd name="connsiteY1" fmla="*/ 364496 h 3484067"/>
                      <a:gd name="connsiteX2" fmla="*/ 1597361 w 2349495"/>
                      <a:gd name="connsiteY2" fmla="*/ 304435 h 3484067"/>
                      <a:gd name="connsiteX3" fmla="*/ 1762919 w 2349495"/>
                      <a:gd name="connsiteY3" fmla="*/ 741899 h 3484067"/>
                      <a:gd name="connsiteX4" fmla="*/ 2190300 w 2349495"/>
                      <a:gd name="connsiteY4" fmla="*/ 1096300 h 3484067"/>
                      <a:gd name="connsiteX5" fmla="*/ 1982005 w 2349495"/>
                      <a:gd name="connsiteY5" fmla="*/ 1640112 h 3484067"/>
                      <a:gd name="connsiteX6" fmla="*/ 2349468 w 2349495"/>
                      <a:gd name="connsiteY6" fmla="*/ 2100010 h 3484067"/>
                      <a:gd name="connsiteX7" fmla="*/ 1869551 w 2349495"/>
                      <a:gd name="connsiteY7" fmla="*/ 2608041 h 3484067"/>
                      <a:gd name="connsiteX8" fmla="*/ 1686813 w 2349495"/>
                      <a:gd name="connsiteY8" fmla="*/ 3254228 h 3484067"/>
                      <a:gd name="connsiteX9" fmla="*/ 1108782 w 2349495"/>
                      <a:gd name="connsiteY9" fmla="*/ 3333313 h 3484067"/>
                      <a:gd name="connsiteX10" fmla="*/ 364340 w 2349495"/>
                      <a:gd name="connsiteY10" fmla="*/ 3469622 h 3484067"/>
                      <a:gd name="connsiteX11" fmla="*/ 0 w 2349495"/>
                      <a:gd name="connsiteY11" fmla="*/ 2736682 h 3484067"/>
                      <a:gd name="connsiteX12" fmla="*/ 9939 w 2349495"/>
                      <a:gd name="connsiteY12" fmla="*/ 540134 h 3484067"/>
                      <a:gd name="connsiteX13" fmla="*/ 467139 w 2349495"/>
                      <a:gd name="connsiteY13" fmla="*/ 3421 h 3484067"/>
                      <a:gd name="connsiteX0" fmla="*/ 467139 w 2349495"/>
                      <a:gd name="connsiteY0" fmla="*/ 3421 h 3480224"/>
                      <a:gd name="connsiteX1" fmla="*/ 991074 w 2349495"/>
                      <a:gd name="connsiteY1" fmla="*/ 364496 h 3480224"/>
                      <a:gd name="connsiteX2" fmla="*/ 1597361 w 2349495"/>
                      <a:gd name="connsiteY2" fmla="*/ 304435 h 3480224"/>
                      <a:gd name="connsiteX3" fmla="*/ 1762919 w 2349495"/>
                      <a:gd name="connsiteY3" fmla="*/ 741899 h 3480224"/>
                      <a:gd name="connsiteX4" fmla="*/ 2190300 w 2349495"/>
                      <a:gd name="connsiteY4" fmla="*/ 1096300 h 3480224"/>
                      <a:gd name="connsiteX5" fmla="*/ 1982005 w 2349495"/>
                      <a:gd name="connsiteY5" fmla="*/ 1640112 h 3480224"/>
                      <a:gd name="connsiteX6" fmla="*/ 2349468 w 2349495"/>
                      <a:gd name="connsiteY6" fmla="*/ 2100010 h 3480224"/>
                      <a:gd name="connsiteX7" fmla="*/ 1869551 w 2349495"/>
                      <a:gd name="connsiteY7" fmla="*/ 2608041 h 3480224"/>
                      <a:gd name="connsiteX8" fmla="*/ 1686813 w 2349495"/>
                      <a:gd name="connsiteY8" fmla="*/ 3254228 h 3480224"/>
                      <a:gd name="connsiteX9" fmla="*/ 1108782 w 2349495"/>
                      <a:gd name="connsiteY9" fmla="*/ 3333313 h 3480224"/>
                      <a:gd name="connsiteX10" fmla="*/ 370871 w 2349495"/>
                      <a:gd name="connsiteY10" fmla="*/ 3459825 h 3480224"/>
                      <a:gd name="connsiteX11" fmla="*/ 0 w 2349495"/>
                      <a:gd name="connsiteY11" fmla="*/ 2736682 h 3480224"/>
                      <a:gd name="connsiteX12" fmla="*/ 9939 w 2349495"/>
                      <a:gd name="connsiteY12" fmla="*/ 540134 h 3480224"/>
                      <a:gd name="connsiteX13" fmla="*/ 467139 w 2349495"/>
                      <a:gd name="connsiteY13" fmla="*/ 3421 h 3480224"/>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233 w 2349589"/>
                      <a:gd name="connsiteY0" fmla="*/ 3421 h 3552207"/>
                      <a:gd name="connsiteX1" fmla="*/ 991168 w 2349589"/>
                      <a:gd name="connsiteY1" fmla="*/ 364496 h 3552207"/>
                      <a:gd name="connsiteX2" fmla="*/ 1597455 w 2349589"/>
                      <a:gd name="connsiteY2" fmla="*/ 304435 h 3552207"/>
                      <a:gd name="connsiteX3" fmla="*/ 1763013 w 2349589"/>
                      <a:gd name="connsiteY3" fmla="*/ 741899 h 3552207"/>
                      <a:gd name="connsiteX4" fmla="*/ 2190394 w 2349589"/>
                      <a:gd name="connsiteY4" fmla="*/ 1096300 h 3552207"/>
                      <a:gd name="connsiteX5" fmla="*/ 1982099 w 2349589"/>
                      <a:gd name="connsiteY5" fmla="*/ 1640112 h 3552207"/>
                      <a:gd name="connsiteX6" fmla="*/ 2349562 w 2349589"/>
                      <a:gd name="connsiteY6" fmla="*/ 2100010 h 3552207"/>
                      <a:gd name="connsiteX7" fmla="*/ 1869645 w 2349589"/>
                      <a:gd name="connsiteY7" fmla="*/ 2608041 h 3552207"/>
                      <a:gd name="connsiteX8" fmla="*/ 1686907 w 2349589"/>
                      <a:gd name="connsiteY8" fmla="*/ 3254228 h 3552207"/>
                      <a:gd name="connsiteX9" fmla="*/ 1108876 w 2349589"/>
                      <a:gd name="connsiteY9" fmla="*/ 3333313 h 3552207"/>
                      <a:gd name="connsiteX10" fmla="*/ 370965 w 2349589"/>
                      <a:gd name="connsiteY10" fmla="*/ 3459825 h 3552207"/>
                      <a:gd name="connsiteX11" fmla="*/ 94 w 2349589"/>
                      <a:gd name="connsiteY11" fmla="*/ 2736682 h 3552207"/>
                      <a:gd name="connsiteX12" fmla="*/ 10033 w 2349589"/>
                      <a:gd name="connsiteY12" fmla="*/ 540134 h 3552207"/>
                      <a:gd name="connsiteX13" fmla="*/ 467233 w 2349589"/>
                      <a:gd name="connsiteY13" fmla="*/ 3421 h 355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9589" h="3552207">
                        <a:moveTo>
                          <a:pt x="467233" y="3421"/>
                        </a:moveTo>
                        <a:cubicBezTo>
                          <a:pt x="734407" y="-24266"/>
                          <a:pt x="981985" y="117864"/>
                          <a:pt x="991168" y="364496"/>
                        </a:cubicBezTo>
                        <a:cubicBezTo>
                          <a:pt x="1194352" y="121319"/>
                          <a:pt x="1498773" y="227572"/>
                          <a:pt x="1597455" y="304435"/>
                        </a:cubicBezTo>
                        <a:cubicBezTo>
                          <a:pt x="1689652" y="352285"/>
                          <a:pt x="1788382" y="579749"/>
                          <a:pt x="1763013" y="741899"/>
                        </a:cubicBezTo>
                        <a:cubicBezTo>
                          <a:pt x="1943573" y="782744"/>
                          <a:pt x="2133931" y="882371"/>
                          <a:pt x="2190394" y="1096300"/>
                        </a:cubicBezTo>
                        <a:cubicBezTo>
                          <a:pt x="2247236" y="1330910"/>
                          <a:pt x="2127731" y="1529599"/>
                          <a:pt x="1982099" y="1640112"/>
                        </a:cubicBezTo>
                        <a:cubicBezTo>
                          <a:pt x="2152484" y="1693262"/>
                          <a:pt x="2352260" y="1890106"/>
                          <a:pt x="2349562" y="2100010"/>
                        </a:cubicBezTo>
                        <a:cubicBezTo>
                          <a:pt x="2319129" y="2527345"/>
                          <a:pt x="2047035" y="2618311"/>
                          <a:pt x="1869645" y="2608041"/>
                        </a:cubicBezTo>
                        <a:cubicBezTo>
                          <a:pt x="1950246" y="2898548"/>
                          <a:pt x="1812046" y="3097616"/>
                          <a:pt x="1686907" y="3254228"/>
                        </a:cubicBezTo>
                        <a:cubicBezTo>
                          <a:pt x="1508381" y="3391624"/>
                          <a:pt x="1336387" y="3401657"/>
                          <a:pt x="1108876" y="3333313"/>
                        </a:cubicBezTo>
                        <a:cubicBezTo>
                          <a:pt x="969586" y="3611704"/>
                          <a:pt x="680072" y="3589648"/>
                          <a:pt x="370965" y="3459825"/>
                        </a:cubicBezTo>
                        <a:cubicBezTo>
                          <a:pt x="103649" y="3346140"/>
                          <a:pt x="-3644" y="3069170"/>
                          <a:pt x="94" y="2736682"/>
                        </a:cubicBezTo>
                        <a:lnTo>
                          <a:pt x="10033" y="540134"/>
                        </a:lnTo>
                        <a:cubicBezTo>
                          <a:pt x="2413" y="246930"/>
                          <a:pt x="200533" y="45165"/>
                          <a:pt x="467233" y="3421"/>
                        </a:cubicBezTo>
                        <a:close/>
                      </a:path>
                    </a:pathLst>
                  </a:cu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36" name="그룹 42">
                    <a:extLst>
                      <a:ext uri="{FF2B5EF4-FFF2-40B4-BE49-F238E27FC236}">
                        <a16:creationId xmlns:a16="http://schemas.microsoft.com/office/drawing/2014/main" id="{B4DE19D9-DFCA-414B-B7DA-A18A2242DBD5}"/>
                      </a:ext>
                    </a:extLst>
                  </p:cNvPr>
                  <p:cNvGrpSpPr/>
                  <p:nvPr/>
                </p:nvGrpSpPr>
                <p:grpSpPr>
                  <a:xfrm>
                    <a:off x="5560358" y="66818"/>
                    <a:ext cx="2194998" cy="3306170"/>
                    <a:chOff x="6150565" y="3254095"/>
                    <a:chExt cx="979312" cy="1475068"/>
                  </a:xfrm>
                </p:grpSpPr>
                <p:sp>
                  <p:nvSpPr>
                    <p:cNvPr id="44" name="자유형: 도형 43">
                      <a:extLst>
                        <a:ext uri="{FF2B5EF4-FFF2-40B4-BE49-F238E27FC236}">
                          <a16:creationId xmlns:a16="http://schemas.microsoft.com/office/drawing/2014/main" id="{B8E0A958-5451-418A-81E9-D520AD6D64B7}"/>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5" name="자유형: 도형 44">
                      <a:extLst>
                        <a:ext uri="{FF2B5EF4-FFF2-40B4-BE49-F238E27FC236}">
                          <a16:creationId xmlns:a16="http://schemas.microsoft.com/office/drawing/2014/main" id="{1F025EE2-A089-46E7-9137-E351D366CF66}"/>
                        </a:ext>
                      </a:extLst>
                    </p:cNvPr>
                    <p:cNvSpPr/>
                    <p:nvPr/>
                  </p:nvSpPr>
                  <p:spPr>
                    <a:xfrm>
                      <a:off x="6646452" y="3560646"/>
                      <a:ext cx="483425" cy="785841"/>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42808">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35403" y="1017236"/>
                            <a:pt x="384825" y="1042808"/>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6" name="자유형: 도형 45">
                      <a:extLst>
                        <a:ext uri="{FF2B5EF4-FFF2-40B4-BE49-F238E27FC236}">
                          <a16:creationId xmlns:a16="http://schemas.microsoft.com/office/drawing/2014/main" id="{7BEE059D-1ABF-4612-BFCE-1832A766FA83}"/>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47" name="자유형: 도형 46">
                      <a:extLst>
                        <a:ext uri="{FF2B5EF4-FFF2-40B4-BE49-F238E27FC236}">
                          <a16:creationId xmlns:a16="http://schemas.microsoft.com/office/drawing/2014/main" id="{D2DB6989-0C01-4C4A-BFFE-DAC583BB89FA}"/>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48" name="직선 연결선 47">
                      <a:extLst>
                        <a:ext uri="{FF2B5EF4-FFF2-40B4-BE49-F238E27FC236}">
                          <a16:creationId xmlns:a16="http://schemas.microsoft.com/office/drawing/2014/main" id="{53FB9350-E6F9-4F7B-9349-DC6968854DB4}"/>
                        </a:ext>
                      </a:extLst>
                    </p:cNvPr>
                    <p:cNvCxnSpPr>
                      <a:cxnSpLocks/>
                    </p:cNvCxnSpPr>
                    <p:nvPr/>
                  </p:nvCxnSpPr>
                  <p:spPr>
                    <a:xfrm flipH="1">
                      <a:off x="6152008" y="3476077"/>
                      <a:ext cx="1188" cy="9747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자유형: 도형 95">
                    <a:extLst>
                      <a:ext uri="{FF2B5EF4-FFF2-40B4-BE49-F238E27FC236}">
                        <a16:creationId xmlns:a16="http://schemas.microsoft.com/office/drawing/2014/main" id="{42156AE0-5BBD-49FE-860A-E8A912148106}"/>
                      </a:ext>
                    </a:extLst>
                  </p:cNvPr>
                  <p:cNvSpPr/>
                  <p:nvPr/>
                </p:nvSpPr>
                <p:spPr>
                  <a:xfrm flipH="1">
                    <a:off x="3323392" y="61421"/>
                    <a:ext cx="2193989" cy="3316965"/>
                  </a:xfrm>
                  <a:custGeom>
                    <a:avLst/>
                    <a:gdLst>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1983 h 3520436"/>
                      <a:gd name="connsiteX1" fmla="*/ 991074 w 2385391"/>
                      <a:gd name="connsiteY1" fmla="*/ 363058 h 3520436"/>
                      <a:gd name="connsiteX2" fmla="*/ 1630018 w 2385391"/>
                      <a:gd name="connsiteY2" fmla="*/ 270340 h 3520436"/>
                      <a:gd name="connsiteX3" fmla="*/ 1789044 w 2385391"/>
                      <a:gd name="connsiteY3" fmla="*/ 717601 h 3520436"/>
                      <a:gd name="connsiteX4" fmla="*/ 2216426 w 2385391"/>
                      <a:gd name="connsiteY4" fmla="*/ 1065470 h 3520436"/>
                      <a:gd name="connsiteX5" fmla="*/ 2037522 w 2385391"/>
                      <a:gd name="connsiteY5" fmla="*/ 1641940 h 3520436"/>
                      <a:gd name="connsiteX6" fmla="*/ 2385391 w 2385391"/>
                      <a:gd name="connsiteY6" fmla="*/ 2059383 h 3520436"/>
                      <a:gd name="connsiteX7" fmla="*/ 1938131 w 2385391"/>
                      <a:gd name="connsiteY7" fmla="*/ 2645792 h 3520436"/>
                      <a:gd name="connsiteX8" fmla="*/ 1719470 w 2385391"/>
                      <a:gd name="connsiteY8" fmla="*/ 3301775 h 3520436"/>
                      <a:gd name="connsiteX9" fmla="*/ 1033670 w 2385391"/>
                      <a:gd name="connsiteY9" fmla="*/ 3351470 h 3520436"/>
                      <a:gd name="connsiteX10" fmla="*/ 357809 w 2385391"/>
                      <a:gd name="connsiteY10" fmla="*/ 3520436 h 3520436"/>
                      <a:gd name="connsiteX11" fmla="*/ 0 w 2385391"/>
                      <a:gd name="connsiteY11" fmla="*/ 2735244 h 3520436"/>
                      <a:gd name="connsiteX12" fmla="*/ 9939 w 2385391"/>
                      <a:gd name="connsiteY12" fmla="*/ 538696 h 3520436"/>
                      <a:gd name="connsiteX13" fmla="*/ 467139 w 2385391"/>
                      <a:gd name="connsiteY13" fmla="*/ 1983 h 3520436"/>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95068 w 2385391"/>
                      <a:gd name="connsiteY5" fmla="*/ 1640113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27050 h 3521874"/>
                      <a:gd name="connsiteX6" fmla="*/ 2352734 w 2352734"/>
                      <a:gd name="connsiteY6" fmla="*/ 2080415 h 3521874"/>
                      <a:gd name="connsiteX7" fmla="*/ 1938131 w 2352734"/>
                      <a:gd name="connsiteY7" fmla="*/ 2647230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27050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21104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40112 h 3521874"/>
                      <a:gd name="connsiteX6" fmla="*/ 2352734 w 2352734"/>
                      <a:gd name="connsiteY6" fmla="*/ 2080415 h 3521874"/>
                      <a:gd name="connsiteX7" fmla="*/ 1882614 w 2352734"/>
                      <a:gd name="connsiteY7" fmla="*/ 2608041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760"/>
                      <a:gd name="connsiteY0" fmla="*/ 3421 h 3521874"/>
                      <a:gd name="connsiteX1" fmla="*/ 991074 w 2352760"/>
                      <a:gd name="connsiteY1" fmla="*/ 364496 h 3521874"/>
                      <a:gd name="connsiteX2" fmla="*/ 1597361 w 2352760"/>
                      <a:gd name="connsiteY2" fmla="*/ 304435 h 3521874"/>
                      <a:gd name="connsiteX3" fmla="*/ 1762919 w 2352760"/>
                      <a:gd name="connsiteY3" fmla="*/ 741899 h 3521874"/>
                      <a:gd name="connsiteX4" fmla="*/ 2190300 w 2352760"/>
                      <a:gd name="connsiteY4" fmla="*/ 1096300 h 3521874"/>
                      <a:gd name="connsiteX5" fmla="*/ 1982005 w 2352760"/>
                      <a:gd name="connsiteY5" fmla="*/ 1640112 h 3521874"/>
                      <a:gd name="connsiteX6" fmla="*/ 2352734 w 2352760"/>
                      <a:gd name="connsiteY6" fmla="*/ 2080415 h 3521874"/>
                      <a:gd name="connsiteX7" fmla="*/ 1882614 w 2352760"/>
                      <a:gd name="connsiteY7" fmla="*/ 2608041 h 3521874"/>
                      <a:gd name="connsiteX8" fmla="*/ 1719470 w 2352760"/>
                      <a:gd name="connsiteY8" fmla="*/ 3303213 h 3521874"/>
                      <a:gd name="connsiteX9" fmla="*/ 1033670 w 2352760"/>
                      <a:gd name="connsiteY9" fmla="*/ 3352908 h 3521874"/>
                      <a:gd name="connsiteX10" fmla="*/ 357809 w 2352760"/>
                      <a:gd name="connsiteY10" fmla="*/ 3521874 h 3521874"/>
                      <a:gd name="connsiteX11" fmla="*/ 0 w 2352760"/>
                      <a:gd name="connsiteY11" fmla="*/ 2736682 h 3521874"/>
                      <a:gd name="connsiteX12" fmla="*/ 9939 w 2352760"/>
                      <a:gd name="connsiteY12" fmla="*/ 540134 h 3521874"/>
                      <a:gd name="connsiteX13" fmla="*/ 467139 w 2352760"/>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82614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484067"/>
                      <a:gd name="connsiteX1" fmla="*/ 991074 w 2349495"/>
                      <a:gd name="connsiteY1" fmla="*/ 364496 h 3484067"/>
                      <a:gd name="connsiteX2" fmla="*/ 1597361 w 2349495"/>
                      <a:gd name="connsiteY2" fmla="*/ 304435 h 3484067"/>
                      <a:gd name="connsiteX3" fmla="*/ 1762919 w 2349495"/>
                      <a:gd name="connsiteY3" fmla="*/ 741899 h 3484067"/>
                      <a:gd name="connsiteX4" fmla="*/ 2190300 w 2349495"/>
                      <a:gd name="connsiteY4" fmla="*/ 1096300 h 3484067"/>
                      <a:gd name="connsiteX5" fmla="*/ 1982005 w 2349495"/>
                      <a:gd name="connsiteY5" fmla="*/ 1640112 h 3484067"/>
                      <a:gd name="connsiteX6" fmla="*/ 2349468 w 2349495"/>
                      <a:gd name="connsiteY6" fmla="*/ 2100010 h 3484067"/>
                      <a:gd name="connsiteX7" fmla="*/ 1869551 w 2349495"/>
                      <a:gd name="connsiteY7" fmla="*/ 2608041 h 3484067"/>
                      <a:gd name="connsiteX8" fmla="*/ 1686813 w 2349495"/>
                      <a:gd name="connsiteY8" fmla="*/ 3254228 h 3484067"/>
                      <a:gd name="connsiteX9" fmla="*/ 1108782 w 2349495"/>
                      <a:gd name="connsiteY9" fmla="*/ 3333313 h 3484067"/>
                      <a:gd name="connsiteX10" fmla="*/ 364340 w 2349495"/>
                      <a:gd name="connsiteY10" fmla="*/ 3469622 h 3484067"/>
                      <a:gd name="connsiteX11" fmla="*/ 0 w 2349495"/>
                      <a:gd name="connsiteY11" fmla="*/ 2736682 h 3484067"/>
                      <a:gd name="connsiteX12" fmla="*/ 9939 w 2349495"/>
                      <a:gd name="connsiteY12" fmla="*/ 540134 h 3484067"/>
                      <a:gd name="connsiteX13" fmla="*/ 467139 w 2349495"/>
                      <a:gd name="connsiteY13" fmla="*/ 3421 h 3484067"/>
                      <a:gd name="connsiteX0" fmla="*/ 467139 w 2349495"/>
                      <a:gd name="connsiteY0" fmla="*/ 3421 h 3480224"/>
                      <a:gd name="connsiteX1" fmla="*/ 991074 w 2349495"/>
                      <a:gd name="connsiteY1" fmla="*/ 364496 h 3480224"/>
                      <a:gd name="connsiteX2" fmla="*/ 1597361 w 2349495"/>
                      <a:gd name="connsiteY2" fmla="*/ 304435 h 3480224"/>
                      <a:gd name="connsiteX3" fmla="*/ 1762919 w 2349495"/>
                      <a:gd name="connsiteY3" fmla="*/ 741899 h 3480224"/>
                      <a:gd name="connsiteX4" fmla="*/ 2190300 w 2349495"/>
                      <a:gd name="connsiteY4" fmla="*/ 1096300 h 3480224"/>
                      <a:gd name="connsiteX5" fmla="*/ 1982005 w 2349495"/>
                      <a:gd name="connsiteY5" fmla="*/ 1640112 h 3480224"/>
                      <a:gd name="connsiteX6" fmla="*/ 2349468 w 2349495"/>
                      <a:gd name="connsiteY6" fmla="*/ 2100010 h 3480224"/>
                      <a:gd name="connsiteX7" fmla="*/ 1869551 w 2349495"/>
                      <a:gd name="connsiteY7" fmla="*/ 2608041 h 3480224"/>
                      <a:gd name="connsiteX8" fmla="*/ 1686813 w 2349495"/>
                      <a:gd name="connsiteY8" fmla="*/ 3254228 h 3480224"/>
                      <a:gd name="connsiteX9" fmla="*/ 1108782 w 2349495"/>
                      <a:gd name="connsiteY9" fmla="*/ 3333313 h 3480224"/>
                      <a:gd name="connsiteX10" fmla="*/ 370871 w 2349495"/>
                      <a:gd name="connsiteY10" fmla="*/ 3459825 h 3480224"/>
                      <a:gd name="connsiteX11" fmla="*/ 0 w 2349495"/>
                      <a:gd name="connsiteY11" fmla="*/ 2736682 h 3480224"/>
                      <a:gd name="connsiteX12" fmla="*/ 9939 w 2349495"/>
                      <a:gd name="connsiteY12" fmla="*/ 540134 h 3480224"/>
                      <a:gd name="connsiteX13" fmla="*/ 467139 w 2349495"/>
                      <a:gd name="connsiteY13" fmla="*/ 3421 h 3480224"/>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233 w 2349589"/>
                      <a:gd name="connsiteY0" fmla="*/ 3421 h 3552207"/>
                      <a:gd name="connsiteX1" fmla="*/ 991168 w 2349589"/>
                      <a:gd name="connsiteY1" fmla="*/ 364496 h 3552207"/>
                      <a:gd name="connsiteX2" fmla="*/ 1597455 w 2349589"/>
                      <a:gd name="connsiteY2" fmla="*/ 304435 h 3552207"/>
                      <a:gd name="connsiteX3" fmla="*/ 1763013 w 2349589"/>
                      <a:gd name="connsiteY3" fmla="*/ 741899 h 3552207"/>
                      <a:gd name="connsiteX4" fmla="*/ 2190394 w 2349589"/>
                      <a:gd name="connsiteY4" fmla="*/ 1096300 h 3552207"/>
                      <a:gd name="connsiteX5" fmla="*/ 1982099 w 2349589"/>
                      <a:gd name="connsiteY5" fmla="*/ 1640112 h 3552207"/>
                      <a:gd name="connsiteX6" fmla="*/ 2349562 w 2349589"/>
                      <a:gd name="connsiteY6" fmla="*/ 2100010 h 3552207"/>
                      <a:gd name="connsiteX7" fmla="*/ 1869645 w 2349589"/>
                      <a:gd name="connsiteY7" fmla="*/ 2608041 h 3552207"/>
                      <a:gd name="connsiteX8" fmla="*/ 1686907 w 2349589"/>
                      <a:gd name="connsiteY8" fmla="*/ 3254228 h 3552207"/>
                      <a:gd name="connsiteX9" fmla="*/ 1108876 w 2349589"/>
                      <a:gd name="connsiteY9" fmla="*/ 3333313 h 3552207"/>
                      <a:gd name="connsiteX10" fmla="*/ 370965 w 2349589"/>
                      <a:gd name="connsiteY10" fmla="*/ 3459825 h 3552207"/>
                      <a:gd name="connsiteX11" fmla="*/ 94 w 2349589"/>
                      <a:gd name="connsiteY11" fmla="*/ 2736682 h 3552207"/>
                      <a:gd name="connsiteX12" fmla="*/ 10033 w 2349589"/>
                      <a:gd name="connsiteY12" fmla="*/ 540134 h 3552207"/>
                      <a:gd name="connsiteX13" fmla="*/ 467233 w 2349589"/>
                      <a:gd name="connsiteY13" fmla="*/ 3421 h 355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9589" h="3552207">
                        <a:moveTo>
                          <a:pt x="467233" y="3421"/>
                        </a:moveTo>
                        <a:cubicBezTo>
                          <a:pt x="734407" y="-24266"/>
                          <a:pt x="981985" y="117864"/>
                          <a:pt x="991168" y="364496"/>
                        </a:cubicBezTo>
                        <a:cubicBezTo>
                          <a:pt x="1194352" y="121319"/>
                          <a:pt x="1498773" y="227572"/>
                          <a:pt x="1597455" y="304435"/>
                        </a:cubicBezTo>
                        <a:cubicBezTo>
                          <a:pt x="1689652" y="352285"/>
                          <a:pt x="1788382" y="579749"/>
                          <a:pt x="1763013" y="741899"/>
                        </a:cubicBezTo>
                        <a:cubicBezTo>
                          <a:pt x="1943573" y="782744"/>
                          <a:pt x="2133931" y="882371"/>
                          <a:pt x="2190394" y="1096300"/>
                        </a:cubicBezTo>
                        <a:cubicBezTo>
                          <a:pt x="2247236" y="1330910"/>
                          <a:pt x="2127731" y="1529599"/>
                          <a:pt x="1982099" y="1640112"/>
                        </a:cubicBezTo>
                        <a:cubicBezTo>
                          <a:pt x="2152484" y="1693262"/>
                          <a:pt x="2352260" y="1890106"/>
                          <a:pt x="2349562" y="2100010"/>
                        </a:cubicBezTo>
                        <a:cubicBezTo>
                          <a:pt x="2319129" y="2527345"/>
                          <a:pt x="2047035" y="2618311"/>
                          <a:pt x="1869645" y="2608041"/>
                        </a:cubicBezTo>
                        <a:cubicBezTo>
                          <a:pt x="1950246" y="2898548"/>
                          <a:pt x="1812046" y="3097616"/>
                          <a:pt x="1686907" y="3254228"/>
                        </a:cubicBezTo>
                        <a:cubicBezTo>
                          <a:pt x="1508381" y="3391624"/>
                          <a:pt x="1336387" y="3401657"/>
                          <a:pt x="1108876" y="3333313"/>
                        </a:cubicBezTo>
                        <a:cubicBezTo>
                          <a:pt x="969586" y="3611704"/>
                          <a:pt x="680072" y="3589648"/>
                          <a:pt x="370965" y="3459825"/>
                        </a:cubicBezTo>
                        <a:cubicBezTo>
                          <a:pt x="103649" y="3346140"/>
                          <a:pt x="-3644" y="3069170"/>
                          <a:pt x="94" y="2736682"/>
                        </a:cubicBezTo>
                        <a:lnTo>
                          <a:pt x="10033" y="540134"/>
                        </a:lnTo>
                        <a:cubicBezTo>
                          <a:pt x="2413" y="246930"/>
                          <a:pt x="200533" y="45165"/>
                          <a:pt x="467233" y="3421"/>
                        </a:cubicBezTo>
                        <a:close/>
                      </a:path>
                    </a:pathLst>
                  </a:cu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38" name="그룹 96">
                    <a:extLst>
                      <a:ext uri="{FF2B5EF4-FFF2-40B4-BE49-F238E27FC236}">
                        <a16:creationId xmlns:a16="http://schemas.microsoft.com/office/drawing/2014/main" id="{D9AC64E0-5D26-40A9-AE23-16E329BF0CD7}"/>
                      </a:ext>
                    </a:extLst>
                  </p:cNvPr>
                  <p:cNvGrpSpPr/>
                  <p:nvPr/>
                </p:nvGrpSpPr>
                <p:grpSpPr>
                  <a:xfrm flipH="1">
                    <a:off x="3326867" y="66818"/>
                    <a:ext cx="2194998" cy="3306170"/>
                    <a:chOff x="6150565" y="3254095"/>
                    <a:chExt cx="979312" cy="1475068"/>
                  </a:xfrm>
                </p:grpSpPr>
                <p:sp>
                  <p:nvSpPr>
                    <p:cNvPr id="39" name="자유형: 도형 97">
                      <a:extLst>
                        <a:ext uri="{FF2B5EF4-FFF2-40B4-BE49-F238E27FC236}">
                          <a16:creationId xmlns:a16="http://schemas.microsoft.com/office/drawing/2014/main" id="{653443ED-6DAE-4DF5-B085-750AC19E973B}"/>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0" name="자유형: 도형 98">
                      <a:extLst>
                        <a:ext uri="{FF2B5EF4-FFF2-40B4-BE49-F238E27FC236}">
                          <a16:creationId xmlns:a16="http://schemas.microsoft.com/office/drawing/2014/main" id="{9448D5E1-67C0-460A-861D-FA922CF9D72A}"/>
                        </a:ext>
                      </a:extLst>
                    </p:cNvPr>
                    <p:cNvSpPr/>
                    <p:nvPr/>
                  </p:nvSpPr>
                  <p:spPr>
                    <a:xfrm>
                      <a:off x="6646452" y="3560646"/>
                      <a:ext cx="483425" cy="785841"/>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42808">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35403" y="1017236"/>
                            <a:pt x="384825" y="1042808"/>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1" name="자유형: 도형 99">
                      <a:extLst>
                        <a:ext uri="{FF2B5EF4-FFF2-40B4-BE49-F238E27FC236}">
                          <a16:creationId xmlns:a16="http://schemas.microsoft.com/office/drawing/2014/main" id="{4332457D-CE17-47E8-B579-99F972BC1CF0}"/>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2" name="자유형: 도형 100">
                      <a:extLst>
                        <a:ext uri="{FF2B5EF4-FFF2-40B4-BE49-F238E27FC236}">
                          <a16:creationId xmlns:a16="http://schemas.microsoft.com/office/drawing/2014/main" id="{880FBA18-EF7C-460D-B7DD-650588B00E88}"/>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43" name="직선 연결선 101">
                      <a:extLst>
                        <a:ext uri="{FF2B5EF4-FFF2-40B4-BE49-F238E27FC236}">
                          <a16:creationId xmlns:a16="http://schemas.microsoft.com/office/drawing/2014/main" id="{E88C3D0B-3B6D-44ED-BED9-9893196CBC90}"/>
                        </a:ext>
                      </a:extLst>
                    </p:cNvPr>
                    <p:cNvCxnSpPr>
                      <a:cxnSpLocks/>
                    </p:cNvCxnSpPr>
                    <p:nvPr/>
                  </p:nvCxnSpPr>
                  <p:spPr>
                    <a:xfrm flipH="1">
                      <a:off x="6152008" y="3476077"/>
                      <a:ext cx="1188" cy="9747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grpSp>
        <p:nvGrpSpPr>
          <p:cNvPr id="57" name="Group 56">
            <a:extLst>
              <a:ext uri="{FF2B5EF4-FFF2-40B4-BE49-F238E27FC236}">
                <a16:creationId xmlns:a16="http://schemas.microsoft.com/office/drawing/2014/main" id="{0FC07898-B7C4-8F95-42B3-221144927BDE}"/>
              </a:ext>
            </a:extLst>
          </p:cNvPr>
          <p:cNvGrpSpPr/>
          <p:nvPr/>
        </p:nvGrpSpPr>
        <p:grpSpPr>
          <a:xfrm>
            <a:off x="2368982" y="3309699"/>
            <a:ext cx="684069" cy="684069"/>
            <a:chOff x="4788478" y="3797641"/>
            <a:chExt cx="684069" cy="684069"/>
          </a:xfrm>
        </p:grpSpPr>
        <p:grpSp>
          <p:nvGrpSpPr>
            <p:cNvPr id="13" name="Group 42">
              <a:extLst>
                <a:ext uri="{FF2B5EF4-FFF2-40B4-BE49-F238E27FC236}">
                  <a16:creationId xmlns:a16="http://schemas.microsoft.com/office/drawing/2014/main" id="{631F53F1-D3C1-4BE2-8565-96B03ACB9705}"/>
                </a:ext>
              </a:extLst>
            </p:cNvPr>
            <p:cNvGrpSpPr/>
            <p:nvPr/>
          </p:nvGrpSpPr>
          <p:grpSpPr>
            <a:xfrm>
              <a:off x="4788478" y="3797641"/>
              <a:ext cx="684069" cy="684069"/>
              <a:chOff x="3218806" y="1961572"/>
              <a:chExt cx="684068" cy="684068"/>
            </a:xfrm>
          </p:grpSpPr>
          <p:sp>
            <p:nvSpPr>
              <p:cNvPr id="14" name="Diamond 43">
                <a:extLst>
                  <a:ext uri="{FF2B5EF4-FFF2-40B4-BE49-F238E27FC236}">
                    <a16:creationId xmlns:a16="http://schemas.microsoft.com/office/drawing/2014/main" id="{BC49775E-CAB4-4FEA-A5A0-F92012325BAD}"/>
                  </a:ext>
                </a:extLst>
              </p:cNvPr>
              <p:cNvSpPr/>
              <p:nvPr/>
            </p:nvSpPr>
            <p:spPr>
              <a:xfrm>
                <a:off x="3218806" y="1961572"/>
                <a:ext cx="684068" cy="684068"/>
              </a:xfrm>
              <a:prstGeom prst="diamond">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bg1"/>
                  </a:solidFill>
                </a:endParaRPr>
              </a:p>
            </p:txBody>
          </p:sp>
          <p:sp>
            <p:nvSpPr>
              <p:cNvPr id="15" name="TextBox 14">
                <a:extLst>
                  <a:ext uri="{FF2B5EF4-FFF2-40B4-BE49-F238E27FC236}">
                    <a16:creationId xmlns:a16="http://schemas.microsoft.com/office/drawing/2014/main" id="{6B21E578-22D9-4635-AA9D-4B4D3C533736}"/>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02</a:t>
                </a:r>
                <a:endParaRPr lang="ko-KR" altLang="en-US" sz="1600" b="1" dirty="0">
                  <a:solidFill>
                    <a:schemeClr val="bg1"/>
                  </a:solidFill>
                  <a:cs typeface="Arial" pitchFamily="34" charset="0"/>
                </a:endParaRPr>
              </a:p>
            </p:txBody>
          </p:sp>
        </p:grpSp>
        <p:sp>
          <p:nvSpPr>
            <p:cNvPr id="28" name="Diamond 27">
              <a:extLst>
                <a:ext uri="{FF2B5EF4-FFF2-40B4-BE49-F238E27FC236}">
                  <a16:creationId xmlns:a16="http://schemas.microsoft.com/office/drawing/2014/main" id="{074B87E9-D570-B11C-4D94-560F5C586319}"/>
                </a:ext>
              </a:extLst>
            </p:cNvPr>
            <p:cNvSpPr/>
            <p:nvPr/>
          </p:nvSpPr>
          <p:spPr>
            <a:xfrm>
              <a:off x="4910749" y="3921382"/>
              <a:ext cx="436586"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4C87FE8A-2A9A-CA77-259F-4BA99B2DE587}"/>
              </a:ext>
            </a:extLst>
          </p:cNvPr>
          <p:cNvGrpSpPr/>
          <p:nvPr/>
        </p:nvGrpSpPr>
        <p:grpSpPr>
          <a:xfrm>
            <a:off x="2495527" y="1382377"/>
            <a:ext cx="684069" cy="684069"/>
            <a:chOff x="3895704" y="1971518"/>
            <a:chExt cx="684069" cy="684069"/>
          </a:xfrm>
        </p:grpSpPr>
        <p:grpSp>
          <p:nvGrpSpPr>
            <p:cNvPr id="7" name="Group 38">
              <a:extLst>
                <a:ext uri="{FF2B5EF4-FFF2-40B4-BE49-F238E27FC236}">
                  <a16:creationId xmlns:a16="http://schemas.microsoft.com/office/drawing/2014/main" id="{442A8E9C-4951-4EB9-88A0-847F1FDC555E}"/>
                </a:ext>
              </a:extLst>
            </p:cNvPr>
            <p:cNvGrpSpPr/>
            <p:nvPr/>
          </p:nvGrpSpPr>
          <p:grpSpPr>
            <a:xfrm>
              <a:off x="3895704" y="1971518"/>
              <a:ext cx="684069" cy="684069"/>
              <a:chOff x="3218806" y="1961572"/>
              <a:chExt cx="684068" cy="684068"/>
            </a:xfrm>
          </p:grpSpPr>
          <p:sp>
            <p:nvSpPr>
              <p:cNvPr id="8" name="Diamond 36">
                <a:extLst>
                  <a:ext uri="{FF2B5EF4-FFF2-40B4-BE49-F238E27FC236}">
                    <a16:creationId xmlns:a16="http://schemas.microsoft.com/office/drawing/2014/main" id="{D47B10CA-1535-48ED-905C-9A45B25F755D}"/>
                  </a:ext>
                </a:extLst>
              </p:cNvPr>
              <p:cNvSpPr/>
              <p:nvPr/>
            </p:nvSpPr>
            <p:spPr>
              <a:xfrm>
                <a:off x="3218806" y="1961572"/>
                <a:ext cx="684068" cy="684068"/>
              </a:xfrm>
              <a:prstGeom prst="diamond">
                <a:avLst/>
              </a:pr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bg1"/>
                  </a:solidFill>
                </a:endParaRPr>
              </a:p>
            </p:txBody>
          </p:sp>
          <p:sp>
            <p:nvSpPr>
              <p:cNvPr id="9" name="TextBox 8">
                <a:extLst>
                  <a:ext uri="{FF2B5EF4-FFF2-40B4-BE49-F238E27FC236}">
                    <a16:creationId xmlns:a16="http://schemas.microsoft.com/office/drawing/2014/main" id="{3DEE8143-DB0F-4FD0-A36B-9978FA1FD019}"/>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01</a:t>
                </a:r>
                <a:endParaRPr lang="ko-KR" altLang="en-US" sz="1600" b="1" dirty="0">
                  <a:solidFill>
                    <a:schemeClr val="bg1"/>
                  </a:solidFill>
                  <a:cs typeface="Arial" pitchFamily="34" charset="0"/>
                </a:endParaRPr>
              </a:p>
            </p:txBody>
          </p:sp>
        </p:grpSp>
        <p:sp>
          <p:nvSpPr>
            <p:cNvPr id="31" name="Diamond 30">
              <a:extLst>
                <a:ext uri="{FF2B5EF4-FFF2-40B4-BE49-F238E27FC236}">
                  <a16:creationId xmlns:a16="http://schemas.microsoft.com/office/drawing/2014/main" id="{FFDE4B38-C6DA-61D5-49B6-0CD3A2897DAC}"/>
                </a:ext>
              </a:extLst>
            </p:cNvPr>
            <p:cNvSpPr/>
            <p:nvPr/>
          </p:nvSpPr>
          <p:spPr>
            <a:xfrm>
              <a:off x="4010678" y="2101624"/>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DD9BEEFB-6971-AA8D-99D2-1ABBA19C1DA5}"/>
              </a:ext>
            </a:extLst>
          </p:cNvPr>
          <p:cNvGrpSpPr/>
          <p:nvPr/>
        </p:nvGrpSpPr>
        <p:grpSpPr>
          <a:xfrm>
            <a:off x="6711682" y="2765949"/>
            <a:ext cx="684069" cy="684069"/>
            <a:chOff x="7342656" y="2884580"/>
            <a:chExt cx="684069" cy="684069"/>
          </a:xfrm>
        </p:grpSpPr>
        <p:grpSp>
          <p:nvGrpSpPr>
            <p:cNvPr id="25" name="Group 54">
              <a:extLst>
                <a:ext uri="{FF2B5EF4-FFF2-40B4-BE49-F238E27FC236}">
                  <a16:creationId xmlns:a16="http://schemas.microsoft.com/office/drawing/2014/main" id="{45C12E96-074A-445E-B4DD-494699200678}"/>
                </a:ext>
              </a:extLst>
            </p:cNvPr>
            <p:cNvGrpSpPr/>
            <p:nvPr/>
          </p:nvGrpSpPr>
          <p:grpSpPr>
            <a:xfrm>
              <a:off x="7342656" y="2884580"/>
              <a:ext cx="684069" cy="684069"/>
              <a:chOff x="3218806" y="1961572"/>
              <a:chExt cx="684068" cy="684068"/>
            </a:xfrm>
          </p:grpSpPr>
          <p:sp>
            <p:nvSpPr>
              <p:cNvPr id="26" name="Diamond 55">
                <a:extLst>
                  <a:ext uri="{FF2B5EF4-FFF2-40B4-BE49-F238E27FC236}">
                    <a16:creationId xmlns:a16="http://schemas.microsoft.com/office/drawing/2014/main" id="{56B3587B-0DFB-4405-8329-277FB2D325B4}"/>
                  </a:ext>
                </a:extLst>
              </p:cNvPr>
              <p:cNvSpPr/>
              <p:nvPr/>
            </p:nvSpPr>
            <p:spPr>
              <a:xfrm>
                <a:off x="3218806" y="1961572"/>
                <a:ext cx="684068" cy="684068"/>
              </a:xfrm>
              <a:prstGeom prst="diamond">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sp>
            <p:nvSpPr>
              <p:cNvPr id="27" name="TextBox 26">
                <a:extLst>
                  <a:ext uri="{FF2B5EF4-FFF2-40B4-BE49-F238E27FC236}">
                    <a16:creationId xmlns:a16="http://schemas.microsoft.com/office/drawing/2014/main" id="{04474FFB-83A3-458F-8F60-E9875F6C12AE}"/>
                  </a:ext>
                </a:extLst>
              </p:cNvPr>
              <p:cNvSpPr txBox="1"/>
              <p:nvPr/>
            </p:nvSpPr>
            <p:spPr>
              <a:xfrm>
                <a:off x="3348376"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03</a:t>
                </a:r>
                <a:endParaRPr lang="ko-KR" altLang="en-US" sz="1600" b="1" dirty="0">
                  <a:solidFill>
                    <a:schemeClr val="bg1"/>
                  </a:solidFill>
                  <a:cs typeface="Arial" pitchFamily="34" charset="0"/>
                </a:endParaRPr>
              </a:p>
            </p:txBody>
          </p:sp>
        </p:grpSp>
        <p:sp>
          <p:nvSpPr>
            <p:cNvPr id="52" name="Diamond 51">
              <a:extLst>
                <a:ext uri="{FF2B5EF4-FFF2-40B4-BE49-F238E27FC236}">
                  <a16:creationId xmlns:a16="http://schemas.microsoft.com/office/drawing/2014/main" id="{81F8C56E-401B-A9FA-92FB-BA0C75F0845A}"/>
                </a:ext>
              </a:extLst>
            </p:cNvPr>
            <p:cNvSpPr/>
            <p:nvPr/>
          </p:nvSpPr>
          <p:spPr>
            <a:xfrm>
              <a:off x="7457630" y="3014686"/>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 name="Group 59">
            <a:extLst>
              <a:ext uri="{FF2B5EF4-FFF2-40B4-BE49-F238E27FC236}">
                <a16:creationId xmlns:a16="http://schemas.microsoft.com/office/drawing/2014/main" id="{5FC60D4C-DCC8-6607-6527-B80854CA79FF}"/>
              </a:ext>
            </a:extLst>
          </p:cNvPr>
          <p:cNvGrpSpPr/>
          <p:nvPr/>
        </p:nvGrpSpPr>
        <p:grpSpPr>
          <a:xfrm>
            <a:off x="6648050" y="4989006"/>
            <a:ext cx="684069" cy="712035"/>
            <a:chOff x="8132450" y="4710702"/>
            <a:chExt cx="684069" cy="684069"/>
          </a:xfrm>
        </p:grpSpPr>
        <p:grpSp>
          <p:nvGrpSpPr>
            <p:cNvPr id="19" name="Group 48">
              <a:extLst>
                <a:ext uri="{FF2B5EF4-FFF2-40B4-BE49-F238E27FC236}">
                  <a16:creationId xmlns:a16="http://schemas.microsoft.com/office/drawing/2014/main" id="{FF13CAAC-FF8D-43BB-95A1-A8B1F66AFF00}"/>
                </a:ext>
              </a:extLst>
            </p:cNvPr>
            <p:cNvGrpSpPr/>
            <p:nvPr/>
          </p:nvGrpSpPr>
          <p:grpSpPr>
            <a:xfrm>
              <a:off x="8132450" y="4710702"/>
              <a:ext cx="684069" cy="684069"/>
              <a:chOff x="3218806" y="1961572"/>
              <a:chExt cx="684068" cy="684068"/>
            </a:xfrm>
          </p:grpSpPr>
          <p:sp>
            <p:nvSpPr>
              <p:cNvPr id="20" name="Diamond 49">
                <a:extLst>
                  <a:ext uri="{FF2B5EF4-FFF2-40B4-BE49-F238E27FC236}">
                    <a16:creationId xmlns:a16="http://schemas.microsoft.com/office/drawing/2014/main" id="{D5C7E846-C3B3-41A5-A476-80C9DC5B28AA}"/>
                  </a:ext>
                </a:extLst>
              </p:cNvPr>
              <p:cNvSpPr/>
              <p:nvPr/>
            </p:nvSpPr>
            <p:spPr>
              <a:xfrm>
                <a:off x="3218806" y="1961572"/>
                <a:ext cx="684068" cy="684068"/>
              </a:xfrm>
              <a:prstGeom prst="diamond">
                <a:avLst/>
              </a:prstGeom>
              <a:no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sp>
            <p:nvSpPr>
              <p:cNvPr id="21" name="TextBox 20">
                <a:extLst>
                  <a:ext uri="{FF2B5EF4-FFF2-40B4-BE49-F238E27FC236}">
                    <a16:creationId xmlns:a16="http://schemas.microsoft.com/office/drawing/2014/main" id="{5849E15B-84D0-48A7-B039-930656059C1B}"/>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04</a:t>
                </a:r>
                <a:endParaRPr lang="ko-KR" altLang="en-US" sz="1600" b="1" dirty="0">
                  <a:solidFill>
                    <a:schemeClr val="bg1"/>
                  </a:solidFill>
                  <a:cs typeface="Arial" pitchFamily="34" charset="0"/>
                </a:endParaRPr>
              </a:p>
            </p:txBody>
          </p:sp>
        </p:grpSp>
        <p:sp>
          <p:nvSpPr>
            <p:cNvPr id="53" name="Diamond 52">
              <a:extLst>
                <a:ext uri="{FF2B5EF4-FFF2-40B4-BE49-F238E27FC236}">
                  <a16:creationId xmlns:a16="http://schemas.microsoft.com/office/drawing/2014/main" id="{49638060-3B40-6560-9389-7B135702CE21}"/>
                </a:ext>
              </a:extLst>
            </p:cNvPr>
            <p:cNvSpPr/>
            <p:nvPr/>
          </p:nvSpPr>
          <p:spPr>
            <a:xfrm>
              <a:off x="8251761" y="484285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1" name="Graphic 60" descr="Body builder with solid fill">
            <a:extLst>
              <a:ext uri="{FF2B5EF4-FFF2-40B4-BE49-F238E27FC236}">
                <a16:creationId xmlns:a16="http://schemas.microsoft.com/office/drawing/2014/main" id="{0BBE0795-4289-D235-D720-AAB4501962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382992" y="1972509"/>
            <a:ext cx="1609725" cy="1554786"/>
          </a:xfrm>
          <a:prstGeom prst="rect">
            <a:avLst/>
          </a:prstGeom>
        </p:spPr>
      </p:pic>
      <p:sp>
        <p:nvSpPr>
          <p:cNvPr id="63" name="TextBox 62">
            <a:extLst>
              <a:ext uri="{FF2B5EF4-FFF2-40B4-BE49-F238E27FC236}">
                <a16:creationId xmlns:a16="http://schemas.microsoft.com/office/drawing/2014/main" id="{DFD8384B-4A2F-B391-9525-584D0EEA855B}"/>
              </a:ext>
            </a:extLst>
          </p:cNvPr>
          <p:cNvSpPr txBox="1"/>
          <p:nvPr/>
        </p:nvSpPr>
        <p:spPr>
          <a:xfrm>
            <a:off x="3115381" y="1300361"/>
            <a:ext cx="6996112" cy="461665"/>
          </a:xfrm>
          <a:prstGeom prst="rect">
            <a:avLst/>
          </a:prstGeom>
          <a:noFill/>
        </p:spPr>
        <p:txBody>
          <a:bodyPr wrap="square">
            <a:spAutoFit/>
          </a:bodyPr>
          <a:lstStyle/>
          <a:p>
            <a:r>
              <a:rPr lang="en-US" altLang="ko-KR" sz="2400" b="1" dirty="0">
                <a:solidFill>
                  <a:schemeClr val="bg1"/>
                </a:solidFill>
                <a:cs typeface="Arial" pitchFamily="34" charset="0"/>
              </a:rPr>
              <a:t>HTML</a:t>
            </a:r>
            <a:endParaRPr lang="ko-KR" altLang="en-US" sz="2400" b="1" dirty="0">
              <a:solidFill>
                <a:schemeClr val="bg1"/>
              </a:solidFill>
              <a:cs typeface="Arial" pitchFamily="34" charset="0"/>
            </a:endParaRPr>
          </a:p>
        </p:txBody>
      </p:sp>
      <p:sp>
        <p:nvSpPr>
          <p:cNvPr id="65" name="TextBox 64">
            <a:extLst>
              <a:ext uri="{FF2B5EF4-FFF2-40B4-BE49-F238E27FC236}">
                <a16:creationId xmlns:a16="http://schemas.microsoft.com/office/drawing/2014/main" id="{D881E634-7D01-D018-1157-0C386DF19BC5}"/>
              </a:ext>
            </a:extLst>
          </p:cNvPr>
          <p:cNvSpPr txBox="1"/>
          <p:nvPr/>
        </p:nvSpPr>
        <p:spPr>
          <a:xfrm>
            <a:off x="7361368" y="2690092"/>
            <a:ext cx="6996112" cy="461665"/>
          </a:xfrm>
          <a:prstGeom prst="rect">
            <a:avLst/>
          </a:prstGeom>
          <a:noFill/>
        </p:spPr>
        <p:txBody>
          <a:bodyPr wrap="square">
            <a:spAutoFit/>
          </a:bodyPr>
          <a:lstStyle/>
          <a:p>
            <a:r>
              <a:rPr lang="en-US" altLang="ko-KR" sz="2400" b="1" dirty="0">
                <a:solidFill>
                  <a:schemeClr val="bg1"/>
                </a:solidFill>
                <a:cs typeface="Arial" pitchFamily="34" charset="0"/>
              </a:rPr>
              <a:t>CSS</a:t>
            </a:r>
            <a:endParaRPr lang="ko-KR" altLang="en-US" sz="2400" b="1" dirty="0">
              <a:solidFill>
                <a:schemeClr val="bg1"/>
              </a:solidFill>
              <a:cs typeface="Arial" pitchFamily="34" charset="0"/>
            </a:endParaRPr>
          </a:p>
        </p:txBody>
      </p:sp>
      <p:sp>
        <p:nvSpPr>
          <p:cNvPr id="67" name="TextBox 66">
            <a:extLst>
              <a:ext uri="{FF2B5EF4-FFF2-40B4-BE49-F238E27FC236}">
                <a16:creationId xmlns:a16="http://schemas.microsoft.com/office/drawing/2014/main" id="{5DD6F53D-A121-4699-732C-BD36516D9909}"/>
              </a:ext>
            </a:extLst>
          </p:cNvPr>
          <p:cNvSpPr txBox="1"/>
          <p:nvPr/>
        </p:nvSpPr>
        <p:spPr>
          <a:xfrm>
            <a:off x="7285379" y="4875221"/>
            <a:ext cx="6996112" cy="461665"/>
          </a:xfrm>
          <a:prstGeom prst="rect">
            <a:avLst/>
          </a:prstGeom>
          <a:noFill/>
        </p:spPr>
        <p:txBody>
          <a:bodyPr wrap="square">
            <a:spAutoFit/>
          </a:bodyPr>
          <a:lstStyle/>
          <a:p>
            <a:r>
              <a:rPr lang="en-US" altLang="ko-KR" sz="2400" b="1" dirty="0">
                <a:solidFill>
                  <a:schemeClr val="bg1"/>
                </a:solidFill>
                <a:cs typeface="Arial" pitchFamily="34" charset="0"/>
              </a:rPr>
              <a:t>JAVASCRIPT</a:t>
            </a:r>
            <a:endParaRPr lang="ko-KR" altLang="en-US" sz="2400" b="1" dirty="0">
              <a:solidFill>
                <a:schemeClr val="bg1"/>
              </a:solidFill>
              <a:cs typeface="Arial" pitchFamily="34" charset="0"/>
            </a:endParaRPr>
          </a:p>
        </p:txBody>
      </p:sp>
      <p:sp>
        <p:nvSpPr>
          <p:cNvPr id="69" name="TextBox 68">
            <a:extLst>
              <a:ext uri="{FF2B5EF4-FFF2-40B4-BE49-F238E27FC236}">
                <a16:creationId xmlns:a16="http://schemas.microsoft.com/office/drawing/2014/main" id="{0A0A540C-A1AA-E4F5-8ECD-B1F9ADCF4CDD}"/>
              </a:ext>
            </a:extLst>
          </p:cNvPr>
          <p:cNvSpPr txBox="1"/>
          <p:nvPr/>
        </p:nvSpPr>
        <p:spPr>
          <a:xfrm>
            <a:off x="3016592" y="3234870"/>
            <a:ext cx="7177086" cy="461665"/>
          </a:xfrm>
          <a:prstGeom prst="rect">
            <a:avLst/>
          </a:prstGeom>
          <a:noFill/>
        </p:spPr>
        <p:txBody>
          <a:bodyPr wrap="square">
            <a:spAutoFit/>
          </a:bodyPr>
          <a:lstStyle/>
          <a:p>
            <a:r>
              <a:rPr lang="en-US" altLang="ko-KR" sz="2400" b="1" dirty="0">
                <a:solidFill>
                  <a:schemeClr val="bg1"/>
                </a:solidFill>
                <a:cs typeface="Arial" pitchFamily="34" charset="0"/>
              </a:rPr>
              <a:t>BOOTSTRAP</a:t>
            </a:r>
            <a:endParaRPr lang="ko-KR" altLang="en-US" sz="2400" b="1" dirty="0">
              <a:solidFill>
                <a:schemeClr val="bg1"/>
              </a:solidFill>
              <a:cs typeface="Arial" pitchFamily="34" charset="0"/>
            </a:endParaRPr>
          </a:p>
        </p:txBody>
      </p:sp>
      <p:pic>
        <p:nvPicPr>
          <p:cNvPr id="70" name="Picture 6">
            <a:extLst>
              <a:ext uri="{FF2B5EF4-FFF2-40B4-BE49-F238E27FC236}">
                <a16:creationId xmlns:a16="http://schemas.microsoft.com/office/drawing/2014/main" id="{E4658798-FECF-D885-1B37-D10B23486A2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25" r="15396"/>
          <a:stretch/>
        </p:blipFill>
        <p:spPr bwMode="auto">
          <a:xfrm>
            <a:off x="3014009" y="6810308"/>
            <a:ext cx="6122133" cy="3793129"/>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FA6E315D-8259-8A77-4A83-FA03B2D71CE8}"/>
              </a:ext>
            </a:extLst>
          </p:cNvPr>
          <p:cNvGrpSpPr/>
          <p:nvPr/>
        </p:nvGrpSpPr>
        <p:grpSpPr>
          <a:xfrm rot="10800000" flipH="1">
            <a:off x="8024586" y="154197"/>
            <a:ext cx="4041006" cy="1179757"/>
            <a:chOff x="8230329" y="5360525"/>
            <a:chExt cx="3634011" cy="1097280"/>
          </a:xfrm>
        </p:grpSpPr>
        <p:sp>
          <p:nvSpPr>
            <p:cNvPr id="6" name="Rectangle 5">
              <a:extLst>
                <a:ext uri="{FF2B5EF4-FFF2-40B4-BE49-F238E27FC236}">
                  <a16:creationId xmlns:a16="http://schemas.microsoft.com/office/drawing/2014/main" id="{8FC8E5AC-B5A4-B5A0-77C2-D78A13388AA9}"/>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42DCE7A-95E2-DB47-FCB7-65D5E9279EFA}"/>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1D7C0971-A0B4-3B00-5C70-6E2CDD719C40}"/>
              </a:ext>
            </a:extLst>
          </p:cNvPr>
          <p:cNvGrpSpPr/>
          <p:nvPr/>
        </p:nvGrpSpPr>
        <p:grpSpPr>
          <a:xfrm rot="10800000" flipV="1">
            <a:off x="121655" y="5333368"/>
            <a:ext cx="3823826" cy="1395039"/>
            <a:chOff x="8230329" y="5360525"/>
            <a:chExt cx="3643536" cy="1106806"/>
          </a:xfrm>
        </p:grpSpPr>
        <p:sp>
          <p:nvSpPr>
            <p:cNvPr id="16" name="Rectangle 15">
              <a:extLst>
                <a:ext uri="{FF2B5EF4-FFF2-40B4-BE49-F238E27FC236}">
                  <a16:creationId xmlns:a16="http://schemas.microsoft.com/office/drawing/2014/main" id="{A273B1E3-6D5D-CFA3-EE51-B94DF147CB38}"/>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97C36B11-2784-F5D7-F7D8-46CB0B3E3345}"/>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94913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63"/>
                                        </p:tgtEl>
                                        <p:attrNameLst>
                                          <p:attrName>style.visibility</p:attrName>
                                        </p:attrNameLst>
                                      </p:cBhvr>
                                      <p:to>
                                        <p:strVal val="visible"/>
                                      </p:to>
                                    </p:set>
                                  </p:childTnLst>
                                </p:cTn>
                              </p:par>
                            </p:childTnLst>
                          </p:cTn>
                        </p:par>
                        <p:par>
                          <p:cTn id="7" fill="hold">
                            <p:stCondLst>
                              <p:cond delay="250"/>
                            </p:stCondLst>
                            <p:childTnLst>
                              <p:par>
                                <p:cTn id="8" presetID="1" presetClass="entr" presetSubtype="0" fill="hold" grpId="0" nodeType="afterEffect">
                                  <p:stCondLst>
                                    <p:cond delay="500"/>
                                  </p:stCondLst>
                                  <p:childTnLst>
                                    <p:set>
                                      <p:cBhvr>
                                        <p:cTn id="9" dur="1" fill="hold">
                                          <p:stCondLst>
                                            <p:cond delay="0"/>
                                          </p:stCondLst>
                                        </p:cTn>
                                        <p:tgtEl>
                                          <p:spTgt spid="69"/>
                                        </p:tgtEl>
                                        <p:attrNameLst>
                                          <p:attrName>style.visibility</p:attrName>
                                        </p:attrNameLst>
                                      </p:cBhvr>
                                      <p:to>
                                        <p:strVal val="visible"/>
                                      </p:to>
                                    </p:set>
                                  </p:childTnLst>
                                </p:cTn>
                              </p:par>
                            </p:childTnLst>
                          </p:cTn>
                        </p:par>
                        <p:par>
                          <p:cTn id="10" fill="hold">
                            <p:stCondLst>
                              <p:cond delay="750"/>
                            </p:stCondLst>
                            <p:childTnLst>
                              <p:par>
                                <p:cTn id="11" presetID="1" presetClass="entr" presetSubtype="0" fill="hold" grpId="0" nodeType="afterEffect">
                                  <p:stCondLst>
                                    <p:cond delay="500"/>
                                  </p:stCondLst>
                                  <p:childTnLst>
                                    <p:set>
                                      <p:cBhvr>
                                        <p:cTn id="12" dur="1" fill="hold">
                                          <p:stCondLst>
                                            <p:cond delay="249"/>
                                          </p:stCondLst>
                                        </p:cTn>
                                        <p:tgtEl>
                                          <p:spTgt spid="65"/>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250"/>
                                  </p:stCondLst>
                                  <p:childTnLst>
                                    <p:set>
                                      <p:cBhvr>
                                        <p:cTn id="15" dur="1" fill="hold">
                                          <p:stCondLst>
                                            <p:cond delay="499"/>
                                          </p:stCondLst>
                                        </p:cTn>
                                        <p:tgtEl>
                                          <p:spTgt spid="67">
                                            <p:txEl>
                                              <p:pRg st="0" end="0"/>
                                            </p:txEl>
                                          </p:spTgt>
                                        </p:tgtEl>
                                        <p:attrNameLst>
                                          <p:attrName>style.visibility</p:attrName>
                                        </p:attrNameLst>
                                      </p:cBhvr>
                                      <p:to>
                                        <p:strVal val="visible"/>
                                      </p:to>
                                    </p:set>
                                  </p:childTnLst>
                                </p:cTn>
                              </p:par>
                            </p:childTnLst>
                          </p:cTn>
                        </p:par>
                        <p:par>
                          <p:cTn id="16" fill="hold">
                            <p:stCondLst>
                              <p:cond delay="2250"/>
                            </p:stCondLst>
                            <p:childTnLst>
                              <p:par>
                                <p:cTn id="17" presetID="1" presetClass="entr" presetSubtype="0" fill="hold" grpId="0" nodeType="afterEffect">
                                  <p:stCondLst>
                                    <p:cond delay="500"/>
                                  </p:stCondLst>
                                  <p:iterate type="lt">
                                    <p:tmAbs val="100"/>
                                  </p:iterate>
                                  <p:childTnLst>
                                    <p:set>
                                      <p:cBhvr>
                                        <p:cTn id="18" dur="1" fill="hold">
                                          <p:stCondLst>
                                            <p:cond delay="499"/>
                                          </p:stCondLst>
                                        </p:cTn>
                                        <p:tgtEl>
                                          <p:spTgt spid="5"/>
                                        </p:tgtEl>
                                        <p:attrNameLst>
                                          <p:attrName>style.visibility</p:attrName>
                                        </p:attrNameLst>
                                      </p:cBhvr>
                                      <p:to>
                                        <p:strVal val="visible"/>
                                      </p:to>
                                    </p:set>
                                  </p:childTnLst>
                                </p:cTn>
                              </p:par>
                            </p:childTnLst>
                          </p:cTn>
                        </p:par>
                        <p:par>
                          <p:cTn id="19" fill="hold">
                            <p:stCondLst>
                              <p:cond delay="12750"/>
                            </p:stCondLst>
                            <p:childTnLst>
                              <p:par>
                                <p:cTn id="20" presetID="1" presetClass="entr" presetSubtype="0" fill="hold" grpId="0" nodeType="afterEffect">
                                  <p:stCondLst>
                                    <p:cond delay="0"/>
                                  </p:stCondLst>
                                  <p:iterate type="lt">
                                    <p:tmAbs val="100"/>
                                  </p:iterate>
                                  <p:childTnLst>
                                    <p:set>
                                      <p:cBhvr>
                                        <p:cTn id="21" dur="1" fill="hold">
                                          <p:stCondLst>
                                            <p:cond delay="0"/>
                                          </p:stCondLst>
                                        </p:cTn>
                                        <p:tgtEl>
                                          <p:spTgt spid="11"/>
                                        </p:tgtEl>
                                        <p:attrNameLst>
                                          <p:attrName>style.visibility</p:attrName>
                                        </p:attrNameLst>
                                      </p:cBhvr>
                                      <p:to>
                                        <p:strVal val="visible"/>
                                      </p:to>
                                    </p:set>
                                  </p:childTnLst>
                                </p:cTn>
                              </p:par>
                            </p:childTnLst>
                          </p:cTn>
                        </p:par>
                        <p:par>
                          <p:cTn id="22" fill="hold">
                            <p:stCondLst>
                              <p:cond delay="25251"/>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23"/>
                                        </p:tgtEl>
                                        <p:attrNameLst>
                                          <p:attrName>style.visibility</p:attrName>
                                        </p:attrNameLst>
                                      </p:cBhvr>
                                      <p:to>
                                        <p:strVal val="visible"/>
                                      </p:to>
                                    </p:set>
                                  </p:childTnLst>
                                </p:cTn>
                              </p:par>
                            </p:childTnLst>
                          </p:cTn>
                        </p:par>
                        <p:par>
                          <p:cTn id="25" fill="hold">
                            <p:stCondLst>
                              <p:cond delay="38952"/>
                            </p:stCondLst>
                            <p:childTnLst>
                              <p:par>
                                <p:cTn id="26" presetID="1" presetClass="entr" presetSubtype="0" fill="hold" grpId="0" nodeType="afterEffect">
                                  <p:stCondLst>
                                    <p:cond delay="0"/>
                                  </p:stCondLst>
                                  <p:iterate type="lt">
                                    <p:tmAbs val="100"/>
                                  </p:iterate>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7" grpId="0"/>
      <p:bldP spid="23" grpId="0"/>
      <p:bldP spid="63" grpId="0"/>
      <p:bldP spid="65" grpId="0"/>
      <p:bldP spid="6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prstGeom prst="rect">
            <a:avLst/>
          </a:prstGeom>
        </p:spPr>
        <p:txBody>
          <a:bodyPr/>
          <a:lstStyle/>
          <a:p>
            <a:r>
              <a:rPr lang="en-US" b="1" dirty="0"/>
              <a:t>Technology Used</a:t>
            </a:r>
          </a:p>
        </p:txBody>
      </p:sp>
      <p:grpSp>
        <p:nvGrpSpPr>
          <p:cNvPr id="59" name="Group 58">
            <a:extLst>
              <a:ext uri="{FF2B5EF4-FFF2-40B4-BE49-F238E27FC236}">
                <a16:creationId xmlns:a16="http://schemas.microsoft.com/office/drawing/2014/main" id="{73C33118-8F95-D823-CDF3-596F651F517C}"/>
              </a:ext>
            </a:extLst>
          </p:cNvPr>
          <p:cNvGrpSpPr/>
          <p:nvPr/>
        </p:nvGrpSpPr>
        <p:grpSpPr>
          <a:xfrm rot="2206929">
            <a:off x="-384811" y="564083"/>
            <a:ext cx="2952312" cy="3670229"/>
            <a:chOff x="1018679" y="1848460"/>
            <a:chExt cx="2952312" cy="3670229"/>
          </a:xfrm>
        </p:grpSpPr>
        <p:sp>
          <p:nvSpPr>
            <p:cNvPr id="29" name="Oval 1">
              <a:extLst>
                <a:ext uri="{FF2B5EF4-FFF2-40B4-BE49-F238E27FC236}">
                  <a16:creationId xmlns:a16="http://schemas.microsoft.com/office/drawing/2014/main" id="{C6655EEA-7455-4D99-98C2-429D9A73595F}"/>
                </a:ext>
              </a:extLst>
            </p:cNvPr>
            <p:cNvSpPr/>
            <p:nvPr/>
          </p:nvSpPr>
          <p:spPr>
            <a:xfrm rot="19043010">
              <a:off x="1018679" y="1848460"/>
              <a:ext cx="2271442" cy="2335067"/>
            </a:xfrm>
            <a:custGeom>
              <a:avLst/>
              <a:gdLst/>
              <a:ahLst/>
              <a:cxnLst/>
              <a:rect l="l" t="t" r="r" b="b"/>
              <a:pathLst>
                <a:path w="2552017" h="2623501">
                  <a:moveTo>
                    <a:pt x="960593" y="2481474"/>
                  </a:moveTo>
                  <a:lnTo>
                    <a:pt x="1639506" y="2481474"/>
                  </a:lnTo>
                  <a:cubicBezTo>
                    <a:pt x="1671635" y="2481474"/>
                    <a:pt x="1697681" y="2507520"/>
                    <a:pt x="1697681" y="2539649"/>
                  </a:cubicBezTo>
                  <a:lnTo>
                    <a:pt x="1697681" y="2565326"/>
                  </a:lnTo>
                  <a:cubicBezTo>
                    <a:pt x="1697681" y="2597455"/>
                    <a:pt x="1671635" y="2623501"/>
                    <a:pt x="1639506" y="2623501"/>
                  </a:cubicBezTo>
                  <a:lnTo>
                    <a:pt x="960593" y="2623501"/>
                  </a:lnTo>
                  <a:cubicBezTo>
                    <a:pt x="928464" y="2623501"/>
                    <a:pt x="902418" y="2597455"/>
                    <a:pt x="902418" y="2565326"/>
                  </a:cubicBezTo>
                  <a:lnTo>
                    <a:pt x="902418" y="2539649"/>
                  </a:lnTo>
                  <a:cubicBezTo>
                    <a:pt x="902418" y="2507520"/>
                    <a:pt x="928464" y="2481474"/>
                    <a:pt x="960593" y="2481474"/>
                  </a:cubicBezTo>
                  <a:close/>
                  <a:moveTo>
                    <a:pt x="932191" y="2289251"/>
                  </a:moveTo>
                  <a:lnTo>
                    <a:pt x="1667909" y="2289251"/>
                  </a:lnTo>
                  <a:cubicBezTo>
                    <a:pt x="1700037" y="2289251"/>
                    <a:pt x="1726082" y="2315296"/>
                    <a:pt x="1726082" y="2347425"/>
                  </a:cubicBezTo>
                  <a:lnTo>
                    <a:pt x="1726082" y="2373104"/>
                  </a:lnTo>
                  <a:cubicBezTo>
                    <a:pt x="1726082" y="2405232"/>
                    <a:pt x="1700037" y="2431279"/>
                    <a:pt x="1667909" y="2431279"/>
                  </a:cubicBezTo>
                  <a:lnTo>
                    <a:pt x="932191" y="2431279"/>
                  </a:lnTo>
                  <a:cubicBezTo>
                    <a:pt x="900060" y="2431279"/>
                    <a:pt x="874016" y="2405232"/>
                    <a:pt x="874016" y="2373104"/>
                  </a:cubicBezTo>
                  <a:lnTo>
                    <a:pt x="874016" y="2347425"/>
                  </a:lnTo>
                  <a:cubicBezTo>
                    <a:pt x="874016" y="2315296"/>
                    <a:pt x="900060" y="2289251"/>
                    <a:pt x="932191" y="2289251"/>
                  </a:cubicBezTo>
                  <a:close/>
                  <a:moveTo>
                    <a:pt x="2552017" y="936595"/>
                  </a:moveTo>
                  <a:lnTo>
                    <a:pt x="2552017" y="1134206"/>
                  </a:lnTo>
                  <a:lnTo>
                    <a:pt x="2269715" y="1094683"/>
                  </a:lnTo>
                  <a:lnTo>
                    <a:pt x="2269715" y="976116"/>
                  </a:lnTo>
                  <a:close/>
                  <a:moveTo>
                    <a:pt x="0" y="936595"/>
                  </a:moveTo>
                  <a:lnTo>
                    <a:pt x="282302" y="976116"/>
                  </a:lnTo>
                  <a:lnTo>
                    <a:pt x="282302" y="1094683"/>
                  </a:lnTo>
                  <a:lnTo>
                    <a:pt x="0" y="1134206"/>
                  </a:lnTo>
                  <a:close/>
                  <a:moveTo>
                    <a:pt x="1294602" y="538610"/>
                  </a:moveTo>
                  <a:cubicBezTo>
                    <a:pt x="913173" y="539058"/>
                    <a:pt x="604117" y="848419"/>
                    <a:pt x="604117" y="1229963"/>
                  </a:cubicBezTo>
                  <a:cubicBezTo>
                    <a:pt x="604117" y="1488254"/>
                    <a:pt x="788458" y="1743173"/>
                    <a:pt x="933602" y="1859635"/>
                  </a:cubicBezTo>
                  <a:cubicBezTo>
                    <a:pt x="999780" y="1936202"/>
                    <a:pt x="994533" y="1937770"/>
                    <a:pt x="1021427" y="2035767"/>
                  </a:cubicBezTo>
                  <a:cubicBezTo>
                    <a:pt x="1030792" y="2095827"/>
                    <a:pt x="1015388" y="2108637"/>
                    <a:pt x="1052591" y="2112393"/>
                  </a:cubicBezTo>
                  <a:lnTo>
                    <a:pt x="1054999" y="2125056"/>
                  </a:lnTo>
                  <a:lnTo>
                    <a:pt x="1550433" y="2125056"/>
                  </a:lnTo>
                  <a:lnTo>
                    <a:pt x="1553159" y="2110727"/>
                  </a:lnTo>
                  <a:cubicBezTo>
                    <a:pt x="1573723" y="2104124"/>
                    <a:pt x="1563459" y="2087417"/>
                    <a:pt x="1571512" y="2035767"/>
                  </a:cubicBezTo>
                  <a:cubicBezTo>
                    <a:pt x="1598405" y="1937770"/>
                    <a:pt x="1593158" y="1936202"/>
                    <a:pt x="1659337" y="1859635"/>
                  </a:cubicBezTo>
                  <a:cubicBezTo>
                    <a:pt x="1804480" y="1743173"/>
                    <a:pt x="1988823" y="1488254"/>
                    <a:pt x="1988823" y="1229963"/>
                  </a:cubicBezTo>
                  <a:cubicBezTo>
                    <a:pt x="1988823" y="848419"/>
                    <a:pt x="1679767" y="539058"/>
                    <a:pt x="1298337" y="538610"/>
                  </a:cubicBezTo>
                  <a:lnTo>
                    <a:pt x="1298337" y="538781"/>
                  </a:lnTo>
                  <a:lnTo>
                    <a:pt x="1296470" y="538638"/>
                  </a:lnTo>
                  <a:lnTo>
                    <a:pt x="1294602" y="538781"/>
                  </a:lnTo>
                  <a:close/>
                  <a:moveTo>
                    <a:pt x="1294881" y="366993"/>
                  </a:moveTo>
                  <a:lnTo>
                    <a:pt x="1296470" y="367115"/>
                  </a:lnTo>
                  <a:lnTo>
                    <a:pt x="1298059" y="366993"/>
                  </a:lnTo>
                  <a:cubicBezTo>
                    <a:pt x="1765638" y="366993"/>
                    <a:pt x="2144688" y="746041"/>
                    <a:pt x="2144688" y="1213621"/>
                  </a:cubicBezTo>
                  <a:cubicBezTo>
                    <a:pt x="2144688" y="1530035"/>
                    <a:pt x="1918769" y="1842315"/>
                    <a:pt x="1741015" y="1984856"/>
                  </a:cubicBezTo>
                  <a:cubicBezTo>
                    <a:pt x="1688059" y="2045866"/>
                    <a:pt x="1711430" y="2077925"/>
                    <a:pt x="1700050" y="2157459"/>
                  </a:cubicBezTo>
                  <a:cubicBezTo>
                    <a:pt x="1670466" y="2218857"/>
                    <a:pt x="1644003" y="2238490"/>
                    <a:pt x="1591710" y="2238490"/>
                  </a:cubicBezTo>
                  <a:lnTo>
                    <a:pt x="1296470" y="2237434"/>
                  </a:lnTo>
                  <a:lnTo>
                    <a:pt x="1001230" y="2238490"/>
                  </a:lnTo>
                  <a:cubicBezTo>
                    <a:pt x="948937" y="2238490"/>
                    <a:pt x="922474" y="2218857"/>
                    <a:pt x="892888" y="2157459"/>
                  </a:cubicBezTo>
                  <a:cubicBezTo>
                    <a:pt x="881509" y="2077925"/>
                    <a:pt x="904880" y="2045866"/>
                    <a:pt x="851923" y="1984856"/>
                  </a:cubicBezTo>
                  <a:cubicBezTo>
                    <a:pt x="674170" y="1842315"/>
                    <a:pt x="448251" y="1530035"/>
                    <a:pt x="448251" y="1213621"/>
                  </a:cubicBezTo>
                  <a:cubicBezTo>
                    <a:pt x="448251" y="746041"/>
                    <a:pt x="827300" y="366993"/>
                    <a:pt x="1294881" y="366993"/>
                  </a:cubicBezTo>
                  <a:close/>
                  <a:moveTo>
                    <a:pt x="2017322" y="195354"/>
                  </a:moveTo>
                  <a:lnTo>
                    <a:pt x="2168700" y="322376"/>
                  </a:lnTo>
                  <a:lnTo>
                    <a:pt x="1956964" y="513228"/>
                  </a:lnTo>
                  <a:lnTo>
                    <a:pt x="1866137" y="437013"/>
                  </a:lnTo>
                  <a:close/>
                  <a:moveTo>
                    <a:pt x="520680" y="195354"/>
                  </a:moveTo>
                  <a:lnTo>
                    <a:pt x="671864" y="437013"/>
                  </a:lnTo>
                  <a:lnTo>
                    <a:pt x="581036" y="513228"/>
                  </a:lnTo>
                  <a:lnTo>
                    <a:pt x="369300" y="322376"/>
                  </a:lnTo>
                  <a:close/>
                  <a:moveTo>
                    <a:pt x="1197664" y="0"/>
                  </a:moveTo>
                  <a:lnTo>
                    <a:pt x="1395275" y="0"/>
                  </a:lnTo>
                  <a:lnTo>
                    <a:pt x="1355752" y="282302"/>
                  </a:lnTo>
                  <a:lnTo>
                    <a:pt x="1237185" y="2823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58" name="Group 57">
              <a:extLst>
                <a:ext uri="{FF2B5EF4-FFF2-40B4-BE49-F238E27FC236}">
                  <a16:creationId xmlns:a16="http://schemas.microsoft.com/office/drawing/2014/main" id="{F33CAD1A-D3D1-212B-9219-79965CDBC213}"/>
                </a:ext>
              </a:extLst>
            </p:cNvPr>
            <p:cNvGrpSpPr/>
            <p:nvPr/>
          </p:nvGrpSpPr>
          <p:grpSpPr>
            <a:xfrm>
              <a:off x="1561179" y="2495177"/>
              <a:ext cx="2409812" cy="3023512"/>
              <a:chOff x="1561179" y="2495177"/>
              <a:chExt cx="2409812" cy="3023512"/>
            </a:xfrm>
          </p:grpSpPr>
          <p:grpSp>
            <p:nvGrpSpPr>
              <p:cNvPr id="30" name="Group 18">
                <a:extLst>
                  <a:ext uri="{FF2B5EF4-FFF2-40B4-BE49-F238E27FC236}">
                    <a16:creationId xmlns:a16="http://schemas.microsoft.com/office/drawing/2014/main" id="{FDBAB89B-9752-4D63-B05D-04DDB2818238}"/>
                  </a:ext>
                </a:extLst>
              </p:cNvPr>
              <p:cNvGrpSpPr/>
              <p:nvPr/>
            </p:nvGrpSpPr>
            <p:grpSpPr>
              <a:xfrm rot="19043010">
                <a:off x="3312156" y="3670884"/>
                <a:ext cx="658835" cy="1847805"/>
                <a:chOff x="6208048" y="3967120"/>
                <a:chExt cx="864096" cy="2231240"/>
              </a:xfrm>
            </p:grpSpPr>
            <p:sp>
              <p:nvSpPr>
                <p:cNvPr id="49" name="Rectangle 13">
                  <a:extLst>
                    <a:ext uri="{FF2B5EF4-FFF2-40B4-BE49-F238E27FC236}">
                      <a16:creationId xmlns:a16="http://schemas.microsoft.com/office/drawing/2014/main" id="{63B4E9AB-433C-4A8E-A201-FC2A47C307FA}"/>
                    </a:ext>
                  </a:extLst>
                </p:cNvPr>
                <p:cNvSpPr/>
                <p:nvPr/>
              </p:nvSpPr>
              <p:spPr>
                <a:xfrm>
                  <a:off x="6208144" y="3967120"/>
                  <a:ext cx="864000" cy="1416860"/>
                </a:xfrm>
                <a:prstGeom prst="rect">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50" name="Isosceles Triangle 14">
                  <a:extLst>
                    <a:ext uri="{FF2B5EF4-FFF2-40B4-BE49-F238E27FC236}">
                      <a16:creationId xmlns:a16="http://schemas.microsoft.com/office/drawing/2014/main" id="{94B97142-4D08-45E9-95D6-57109E058C63}"/>
                    </a:ext>
                  </a:extLst>
                </p:cNvPr>
                <p:cNvSpPr/>
                <p:nvPr/>
              </p:nvSpPr>
              <p:spPr>
                <a:xfrm rot="10800000">
                  <a:off x="6485344" y="5887981"/>
                  <a:ext cx="309600" cy="310379"/>
                </a:xfrm>
                <a:prstGeom prst="triangle">
                  <a:avLst/>
                </a:prstGeom>
                <a:solidFill>
                  <a:schemeClr val="bg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p>
              </p:txBody>
            </p:sp>
            <p:sp>
              <p:nvSpPr>
                <p:cNvPr id="51" name="Trapezoid 12">
                  <a:extLst>
                    <a:ext uri="{FF2B5EF4-FFF2-40B4-BE49-F238E27FC236}">
                      <a16:creationId xmlns:a16="http://schemas.microsoft.com/office/drawing/2014/main" id="{76A5B5DD-AB2B-47AB-9DB1-D5638A7D2FF1}"/>
                    </a:ext>
                  </a:extLst>
                </p:cNvPr>
                <p:cNvSpPr/>
                <p:nvPr/>
              </p:nvSpPr>
              <p:spPr>
                <a:xfrm rot="10800000">
                  <a:off x="6208048" y="5189849"/>
                  <a:ext cx="864096" cy="696733"/>
                </a:xfrm>
                <a:custGeom>
                  <a:avLst/>
                  <a:gdLst>
                    <a:gd name="connsiteX0" fmla="*/ 0 w 864096"/>
                    <a:gd name="connsiteY0" fmla="*/ 504000 h 504000"/>
                    <a:gd name="connsiteX1" fmla="*/ 278218 w 864096"/>
                    <a:gd name="connsiteY1" fmla="*/ 0 h 504000"/>
                    <a:gd name="connsiteX2" fmla="*/ 585878 w 864096"/>
                    <a:gd name="connsiteY2" fmla="*/ 0 h 504000"/>
                    <a:gd name="connsiteX3" fmla="*/ 864096 w 864096"/>
                    <a:gd name="connsiteY3" fmla="*/ 504000 h 504000"/>
                    <a:gd name="connsiteX4" fmla="*/ 0 w 864096"/>
                    <a:gd name="connsiteY4" fmla="*/ 504000 h 504000"/>
                    <a:gd name="connsiteX0" fmla="*/ 0 w 864096"/>
                    <a:gd name="connsiteY0" fmla="*/ 504000 h 504000"/>
                    <a:gd name="connsiteX1" fmla="*/ 278218 w 864096"/>
                    <a:gd name="connsiteY1" fmla="*/ 0 h 504000"/>
                    <a:gd name="connsiteX2" fmla="*/ 585878 w 864096"/>
                    <a:gd name="connsiteY2" fmla="*/ 0 h 504000"/>
                    <a:gd name="connsiteX3" fmla="*/ 864096 w 864096"/>
                    <a:gd name="connsiteY3" fmla="*/ 504000 h 504000"/>
                    <a:gd name="connsiteX4" fmla="*/ 654389 w 864096"/>
                    <a:gd name="connsiteY4" fmla="*/ 502269 h 504000"/>
                    <a:gd name="connsiteX5" fmla="*/ 0 w 864096"/>
                    <a:gd name="connsiteY5" fmla="*/ 504000 h 504000"/>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0 w 864096"/>
                    <a:gd name="connsiteY5"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0 w 864096"/>
                    <a:gd name="connsiteY5" fmla="*/ 504000 h 692597"/>
                    <a:gd name="connsiteX0" fmla="*/ 0 w 864096"/>
                    <a:gd name="connsiteY0" fmla="*/ 504000 h 693799"/>
                    <a:gd name="connsiteX1" fmla="*/ 278218 w 864096"/>
                    <a:gd name="connsiteY1" fmla="*/ 0 h 693799"/>
                    <a:gd name="connsiteX2" fmla="*/ 585878 w 864096"/>
                    <a:gd name="connsiteY2" fmla="*/ 0 h 693799"/>
                    <a:gd name="connsiteX3" fmla="*/ 864096 w 864096"/>
                    <a:gd name="connsiteY3" fmla="*/ 504000 h 693799"/>
                    <a:gd name="connsiteX4" fmla="*/ 646114 w 864096"/>
                    <a:gd name="connsiteY4" fmla="*/ 692597 h 693799"/>
                    <a:gd name="connsiteX5" fmla="*/ 418548 w 864096"/>
                    <a:gd name="connsiteY5" fmla="*/ 580882 h 693799"/>
                    <a:gd name="connsiteX6" fmla="*/ 0 w 864096"/>
                    <a:gd name="connsiteY6" fmla="*/ 504000 h 693799"/>
                    <a:gd name="connsiteX0" fmla="*/ 0 w 864096"/>
                    <a:gd name="connsiteY0" fmla="*/ 504000 h 693347"/>
                    <a:gd name="connsiteX1" fmla="*/ 278218 w 864096"/>
                    <a:gd name="connsiteY1" fmla="*/ 0 h 693347"/>
                    <a:gd name="connsiteX2" fmla="*/ 585878 w 864096"/>
                    <a:gd name="connsiteY2" fmla="*/ 0 h 693347"/>
                    <a:gd name="connsiteX3" fmla="*/ 864096 w 864096"/>
                    <a:gd name="connsiteY3" fmla="*/ 504000 h 693347"/>
                    <a:gd name="connsiteX4" fmla="*/ 646114 w 864096"/>
                    <a:gd name="connsiteY4" fmla="*/ 692597 h 693347"/>
                    <a:gd name="connsiteX5" fmla="*/ 418548 w 864096"/>
                    <a:gd name="connsiteY5" fmla="*/ 518819 h 693347"/>
                    <a:gd name="connsiteX6" fmla="*/ 0 w 864096"/>
                    <a:gd name="connsiteY6" fmla="*/ 504000 h 69334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18548 w 864096"/>
                    <a:gd name="connsiteY5" fmla="*/ 518819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18548 w 864096"/>
                    <a:gd name="connsiteY5" fmla="*/ 518819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162 w 864258"/>
                    <a:gd name="connsiteY0" fmla="*/ 504000 h 692597"/>
                    <a:gd name="connsiteX1" fmla="*/ 278380 w 864258"/>
                    <a:gd name="connsiteY1" fmla="*/ 0 h 692597"/>
                    <a:gd name="connsiteX2" fmla="*/ 586040 w 864258"/>
                    <a:gd name="connsiteY2" fmla="*/ 0 h 692597"/>
                    <a:gd name="connsiteX3" fmla="*/ 864258 w 864258"/>
                    <a:gd name="connsiteY3" fmla="*/ 504000 h 692597"/>
                    <a:gd name="connsiteX4" fmla="*/ 646276 w 864258"/>
                    <a:gd name="connsiteY4" fmla="*/ 692597 h 692597"/>
                    <a:gd name="connsiteX5" fmla="*/ 422848 w 864258"/>
                    <a:gd name="connsiteY5" fmla="*/ 489856 h 692597"/>
                    <a:gd name="connsiteX6" fmla="*/ 240795 w 864258"/>
                    <a:gd name="connsiteY6" fmla="*/ 576744 h 692597"/>
                    <a:gd name="connsiteX7" fmla="*/ 162 w 864258"/>
                    <a:gd name="connsiteY7" fmla="*/ 504000 h 692597"/>
                    <a:gd name="connsiteX0" fmla="*/ 153 w 864249"/>
                    <a:gd name="connsiteY0" fmla="*/ 504000 h 692597"/>
                    <a:gd name="connsiteX1" fmla="*/ 278371 w 864249"/>
                    <a:gd name="connsiteY1" fmla="*/ 0 h 692597"/>
                    <a:gd name="connsiteX2" fmla="*/ 586031 w 864249"/>
                    <a:gd name="connsiteY2" fmla="*/ 0 h 692597"/>
                    <a:gd name="connsiteX3" fmla="*/ 864249 w 864249"/>
                    <a:gd name="connsiteY3" fmla="*/ 504000 h 692597"/>
                    <a:gd name="connsiteX4" fmla="*/ 646267 w 864249"/>
                    <a:gd name="connsiteY4" fmla="*/ 692597 h 692597"/>
                    <a:gd name="connsiteX5" fmla="*/ 422839 w 864249"/>
                    <a:gd name="connsiteY5" fmla="*/ 489856 h 692597"/>
                    <a:gd name="connsiteX6" fmla="*/ 253199 w 864249"/>
                    <a:gd name="connsiteY6" fmla="*/ 688458 h 692597"/>
                    <a:gd name="connsiteX7" fmla="*/ 153 w 864249"/>
                    <a:gd name="connsiteY7" fmla="*/ 504000 h 692597"/>
                    <a:gd name="connsiteX0" fmla="*/ 153 w 864249"/>
                    <a:gd name="connsiteY0" fmla="*/ 504000 h 692597"/>
                    <a:gd name="connsiteX1" fmla="*/ 278371 w 864249"/>
                    <a:gd name="connsiteY1" fmla="*/ 0 h 692597"/>
                    <a:gd name="connsiteX2" fmla="*/ 586031 w 864249"/>
                    <a:gd name="connsiteY2" fmla="*/ 0 h 692597"/>
                    <a:gd name="connsiteX3" fmla="*/ 864249 w 864249"/>
                    <a:gd name="connsiteY3" fmla="*/ 504000 h 692597"/>
                    <a:gd name="connsiteX4" fmla="*/ 646267 w 864249"/>
                    <a:gd name="connsiteY4" fmla="*/ 692597 h 692597"/>
                    <a:gd name="connsiteX5" fmla="*/ 422839 w 864249"/>
                    <a:gd name="connsiteY5" fmla="*/ 489856 h 692597"/>
                    <a:gd name="connsiteX6" fmla="*/ 253199 w 864249"/>
                    <a:gd name="connsiteY6" fmla="*/ 688458 h 692597"/>
                    <a:gd name="connsiteX7" fmla="*/ 153 w 864249"/>
                    <a:gd name="connsiteY7" fmla="*/ 504000 h 692597"/>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43514 w 864237"/>
                    <a:gd name="connsiteY5" fmla="*/ 481581 h 696774"/>
                    <a:gd name="connsiteX6" fmla="*/ 269737 w 864237"/>
                    <a:gd name="connsiteY6" fmla="*/ 696733 h 696774"/>
                    <a:gd name="connsiteX7" fmla="*/ 141 w 864237"/>
                    <a:gd name="connsiteY7" fmla="*/ 504000 h 696774"/>
                    <a:gd name="connsiteX0" fmla="*/ 187 w 864283"/>
                    <a:gd name="connsiteY0" fmla="*/ 504000 h 696733"/>
                    <a:gd name="connsiteX1" fmla="*/ 278405 w 864283"/>
                    <a:gd name="connsiteY1" fmla="*/ 0 h 696733"/>
                    <a:gd name="connsiteX2" fmla="*/ 586065 w 864283"/>
                    <a:gd name="connsiteY2" fmla="*/ 0 h 696733"/>
                    <a:gd name="connsiteX3" fmla="*/ 864283 w 864283"/>
                    <a:gd name="connsiteY3" fmla="*/ 504000 h 696733"/>
                    <a:gd name="connsiteX4" fmla="*/ 646301 w 864283"/>
                    <a:gd name="connsiteY4" fmla="*/ 692597 h 696733"/>
                    <a:gd name="connsiteX5" fmla="*/ 443560 w 864283"/>
                    <a:gd name="connsiteY5" fmla="*/ 481581 h 696733"/>
                    <a:gd name="connsiteX6" fmla="*/ 269783 w 864283"/>
                    <a:gd name="connsiteY6" fmla="*/ 696733 h 696733"/>
                    <a:gd name="connsiteX7" fmla="*/ 187 w 864283"/>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481581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4096" h="696733">
                      <a:moveTo>
                        <a:pt x="0" y="504000"/>
                      </a:moveTo>
                      <a:lnTo>
                        <a:pt x="278218" y="0"/>
                      </a:lnTo>
                      <a:lnTo>
                        <a:pt x="585878" y="0"/>
                      </a:lnTo>
                      <a:lnTo>
                        <a:pt x="864096" y="504000"/>
                      </a:lnTo>
                      <a:lnTo>
                        <a:pt x="646114" y="692597"/>
                      </a:lnTo>
                      <a:cubicBezTo>
                        <a:pt x="555306" y="618523"/>
                        <a:pt x="538646" y="587490"/>
                        <a:pt x="443373" y="506406"/>
                      </a:cubicBezTo>
                      <a:cubicBezTo>
                        <a:pt x="342692" y="607086"/>
                        <a:pt x="319356" y="636450"/>
                        <a:pt x="269596" y="696733"/>
                      </a:cubicBezTo>
                      <a:cubicBezTo>
                        <a:pt x="145360" y="616339"/>
                        <a:pt x="130275" y="612536"/>
                        <a:pt x="0" y="504000"/>
                      </a:cubicBezTo>
                      <a:close/>
                    </a:path>
                  </a:pathLst>
                </a:cu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grpSp>
          <p:grpSp>
            <p:nvGrpSpPr>
              <p:cNvPr id="56" name="Group 55">
                <a:extLst>
                  <a:ext uri="{FF2B5EF4-FFF2-40B4-BE49-F238E27FC236}">
                    <a16:creationId xmlns:a16="http://schemas.microsoft.com/office/drawing/2014/main" id="{79A18970-3C30-8927-23EF-58FB21519693}"/>
                  </a:ext>
                </a:extLst>
              </p:cNvPr>
              <p:cNvGrpSpPr/>
              <p:nvPr/>
            </p:nvGrpSpPr>
            <p:grpSpPr>
              <a:xfrm>
                <a:off x="1561179" y="2495177"/>
                <a:ext cx="1063915" cy="1178548"/>
                <a:chOff x="1561179" y="2495177"/>
                <a:chExt cx="1063915" cy="1178548"/>
              </a:xfrm>
            </p:grpSpPr>
            <p:sp>
              <p:nvSpPr>
                <p:cNvPr id="32" name="Freeform 23">
                  <a:extLst>
                    <a:ext uri="{FF2B5EF4-FFF2-40B4-BE49-F238E27FC236}">
                      <a16:creationId xmlns:a16="http://schemas.microsoft.com/office/drawing/2014/main" id="{C6754257-2434-4A78-B450-010AFE0910B0}"/>
                    </a:ext>
                  </a:extLst>
                </p:cNvPr>
                <p:cNvSpPr/>
                <p:nvPr/>
              </p:nvSpPr>
              <p:spPr>
                <a:xfrm rot="19043010">
                  <a:off x="2359639" y="3192186"/>
                  <a:ext cx="105125" cy="481539"/>
                </a:xfrm>
                <a:custGeom>
                  <a:avLst/>
                  <a:gdLst>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Lst>
                  <a:ahLst/>
                  <a:cxnLst>
                    <a:cxn ang="0">
                      <a:pos x="connsiteX0" y="connsiteY0"/>
                    </a:cxn>
                    <a:cxn ang="0">
                      <a:pos x="connsiteX1" y="connsiteY1"/>
                    </a:cxn>
                    <a:cxn ang="0">
                      <a:pos x="connsiteX2" y="connsiteY2"/>
                    </a:cxn>
                    <a:cxn ang="0">
                      <a:pos x="connsiteX3" y="connsiteY3"/>
                    </a:cxn>
                  </a:cxnLst>
                  <a:rect l="l" t="t" r="r" b="b"/>
                  <a:pathLst>
                    <a:path w="118110" h="541020">
                      <a:moveTo>
                        <a:pt x="0" y="0"/>
                      </a:moveTo>
                      <a:cubicBezTo>
                        <a:pt x="123190" y="153670"/>
                        <a:pt x="116840" y="356870"/>
                        <a:pt x="118110" y="541020"/>
                      </a:cubicBezTo>
                      <a:lnTo>
                        <a:pt x="118110" y="541020"/>
                      </a:lnTo>
                      <a:lnTo>
                        <a:pt x="118110" y="541020"/>
                      </a:lnTo>
                    </a:path>
                  </a:pathLst>
                </a:custGeom>
                <a:ln w="508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33" name="Freeform 24">
                  <a:extLst>
                    <a:ext uri="{FF2B5EF4-FFF2-40B4-BE49-F238E27FC236}">
                      <a16:creationId xmlns:a16="http://schemas.microsoft.com/office/drawing/2014/main" id="{A7895A1A-12E1-4C3B-A4C4-2F237AF91845}"/>
                    </a:ext>
                  </a:extLst>
                </p:cNvPr>
                <p:cNvSpPr/>
                <p:nvPr/>
              </p:nvSpPr>
              <p:spPr>
                <a:xfrm rot="19043010" flipH="1">
                  <a:off x="2519969" y="3044668"/>
                  <a:ext cx="105125" cy="481539"/>
                </a:xfrm>
                <a:custGeom>
                  <a:avLst/>
                  <a:gdLst>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Lst>
                  <a:ahLst/>
                  <a:cxnLst>
                    <a:cxn ang="0">
                      <a:pos x="connsiteX0" y="connsiteY0"/>
                    </a:cxn>
                    <a:cxn ang="0">
                      <a:pos x="connsiteX1" y="connsiteY1"/>
                    </a:cxn>
                    <a:cxn ang="0">
                      <a:pos x="connsiteX2" y="connsiteY2"/>
                    </a:cxn>
                    <a:cxn ang="0">
                      <a:pos x="connsiteX3" y="connsiteY3"/>
                    </a:cxn>
                  </a:cxnLst>
                  <a:rect l="l" t="t" r="r" b="b"/>
                  <a:pathLst>
                    <a:path w="118110" h="541020">
                      <a:moveTo>
                        <a:pt x="0" y="0"/>
                      </a:moveTo>
                      <a:cubicBezTo>
                        <a:pt x="123190" y="153670"/>
                        <a:pt x="116840" y="356870"/>
                        <a:pt x="118110" y="541020"/>
                      </a:cubicBezTo>
                      <a:lnTo>
                        <a:pt x="118110" y="541020"/>
                      </a:lnTo>
                      <a:lnTo>
                        <a:pt x="118110" y="541020"/>
                      </a:lnTo>
                    </a:path>
                  </a:pathLst>
                </a:custGeom>
                <a:noFill/>
                <a:ln w="508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grpSp>
              <p:nvGrpSpPr>
                <p:cNvPr id="34" name="그룹 7">
                  <a:extLst>
                    <a:ext uri="{FF2B5EF4-FFF2-40B4-BE49-F238E27FC236}">
                      <a16:creationId xmlns:a16="http://schemas.microsoft.com/office/drawing/2014/main" id="{F7E6E5F2-E7A9-49A3-AD67-08DF8A30BEA8}"/>
                    </a:ext>
                  </a:extLst>
                </p:cNvPr>
                <p:cNvGrpSpPr/>
                <p:nvPr/>
              </p:nvGrpSpPr>
              <p:grpSpPr>
                <a:xfrm rot="19020000">
                  <a:off x="1561179" y="2495177"/>
                  <a:ext cx="1058138" cy="791152"/>
                  <a:chOff x="3323392" y="61421"/>
                  <a:chExt cx="4436326" cy="3316965"/>
                </a:xfrm>
              </p:grpSpPr>
              <p:sp>
                <p:nvSpPr>
                  <p:cNvPr id="35" name="자유형: 도형 3">
                    <a:extLst>
                      <a:ext uri="{FF2B5EF4-FFF2-40B4-BE49-F238E27FC236}">
                        <a16:creationId xmlns:a16="http://schemas.microsoft.com/office/drawing/2014/main" id="{C427CF4D-D191-4DE7-8702-5948000D8940}"/>
                      </a:ext>
                    </a:extLst>
                  </p:cNvPr>
                  <p:cNvSpPr/>
                  <p:nvPr/>
                </p:nvSpPr>
                <p:spPr>
                  <a:xfrm>
                    <a:off x="5565729" y="61421"/>
                    <a:ext cx="2193989" cy="3316965"/>
                  </a:xfrm>
                  <a:custGeom>
                    <a:avLst/>
                    <a:gdLst>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1983 h 3520436"/>
                      <a:gd name="connsiteX1" fmla="*/ 991074 w 2385391"/>
                      <a:gd name="connsiteY1" fmla="*/ 363058 h 3520436"/>
                      <a:gd name="connsiteX2" fmla="*/ 1630018 w 2385391"/>
                      <a:gd name="connsiteY2" fmla="*/ 270340 h 3520436"/>
                      <a:gd name="connsiteX3" fmla="*/ 1789044 w 2385391"/>
                      <a:gd name="connsiteY3" fmla="*/ 717601 h 3520436"/>
                      <a:gd name="connsiteX4" fmla="*/ 2216426 w 2385391"/>
                      <a:gd name="connsiteY4" fmla="*/ 1065470 h 3520436"/>
                      <a:gd name="connsiteX5" fmla="*/ 2037522 w 2385391"/>
                      <a:gd name="connsiteY5" fmla="*/ 1641940 h 3520436"/>
                      <a:gd name="connsiteX6" fmla="*/ 2385391 w 2385391"/>
                      <a:gd name="connsiteY6" fmla="*/ 2059383 h 3520436"/>
                      <a:gd name="connsiteX7" fmla="*/ 1938131 w 2385391"/>
                      <a:gd name="connsiteY7" fmla="*/ 2645792 h 3520436"/>
                      <a:gd name="connsiteX8" fmla="*/ 1719470 w 2385391"/>
                      <a:gd name="connsiteY8" fmla="*/ 3301775 h 3520436"/>
                      <a:gd name="connsiteX9" fmla="*/ 1033670 w 2385391"/>
                      <a:gd name="connsiteY9" fmla="*/ 3351470 h 3520436"/>
                      <a:gd name="connsiteX10" fmla="*/ 357809 w 2385391"/>
                      <a:gd name="connsiteY10" fmla="*/ 3520436 h 3520436"/>
                      <a:gd name="connsiteX11" fmla="*/ 0 w 2385391"/>
                      <a:gd name="connsiteY11" fmla="*/ 2735244 h 3520436"/>
                      <a:gd name="connsiteX12" fmla="*/ 9939 w 2385391"/>
                      <a:gd name="connsiteY12" fmla="*/ 538696 h 3520436"/>
                      <a:gd name="connsiteX13" fmla="*/ 467139 w 2385391"/>
                      <a:gd name="connsiteY13" fmla="*/ 1983 h 3520436"/>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95068 w 2385391"/>
                      <a:gd name="connsiteY5" fmla="*/ 1640113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27050 h 3521874"/>
                      <a:gd name="connsiteX6" fmla="*/ 2352734 w 2352734"/>
                      <a:gd name="connsiteY6" fmla="*/ 2080415 h 3521874"/>
                      <a:gd name="connsiteX7" fmla="*/ 1938131 w 2352734"/>
                      <a:gd name="connsiteY7" fmla="*/ 2647230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27050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21104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40112 h 3521874"/>
                      <a:gd name="connsiteX6" fmla="*/ 2352734 w 2352734"/>
                      <a:gd name="connsiteY6" fmla="*/ 2080415 h 3521874"/>
                      <a:gd name="connsiteX7" fmla="*/ 1882614 w 2352734"/>
                      <a:gd name="connsiteY7" fmla="*/ 2608041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760"/>
                      <a:gd name="connsiteY0" fmla="*/ 3421 h 3521874"/>
                      <a:gd name="connsiteX1" fmla="*/ 991074 w 2352760"/>
                      <a:gd name="connsiteY1" fmla="*/ 364496 h 3521874"/>
                      <a:gd name="connsiteX2" fmla="*/ 1597361 w 2352760"/>
                      <a:gd name="connsiteY2" fmla="*/ 304435 h 3521874"/>
                      <a:gd name="connsiteX3" fmla="*/ 1762919 w 2352760"/>
                      <a:gd name="connsiteY3" fmla="*/ 741899 h 3521874"/>
                      <a:gd name="connsiteX4" fmla="*/ 2190300 w 2352760"/>
                      <a:gd name="connsiteY4" fmla="*/ 1096300 h 3521874"/>
                      <a:gd name="connsiteX5" fmla="*/ 1982005 w 2352760"/>
                      <a:gd name="connsiteY5" fmla="*/ 1640112 h 3521874"/>
                      <a:gd name="connsiteX6" fmla="*/ 2352734 w 2352760"/>
                      <a:gd name="connsiteY6" fmla="*/ 2080415 h 3521874"/>
                      <a:gd name="connsiteX7" fmla="*/ 1882614 w 2352760"/>
                      <a:gd name="connsiteY7" fmla="*/ 2608041 h 3521874"/>
                      <a:gd name="connsiteX8" fmla="*/ 1719470 w 2352760"/>
                      <a:gd name="connsiteY8" fmla="*/ 3303213 h 3521874"/>
                      <a:gd name="connsiteX9" fmla="*/ 1033670 w 2352760"/>
                      <a:gd name="connsiteY9" fmla="*/ 3352908 h 3521874"/>
                      <a:gd name="connsiteX10" fmla="*/ 357809 w 2352760"/>
                      <a:gd name="connsiteY10" fmla="*/ 3521874 h 3521874"/>
                      <a:gd name="connsiteX11" fmla="*/ 0 w 2352760"/>
                      <a:gd name="connsiteY11" fmla="*/ 2736682 h 3521874"/>
                      <a:gd name="connsiteX12" fmla="*/ 9939 w 2352760"/>
                      <a:gd name="connsiteY12" fmla="*/ 540134 h 3521874"/>
                      <a:gd name="connsiteX13" fmla="*/ 467139 w 2352760"/>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82614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484067"/>
                      <a:gd name="connsiteX1" fmla="*/ 991074 w 2349495"/>
                      <a:gd name="connsiteY1" fmla="*/ 364496 h 3484067"/>
                      <a:gd name="connsiteX2" fmla="*/ 1597361 w 2349495"/>
                      <a:gd name="connsiteY2" fmla="*/ 304435 h 3484067"/>
                      <a:gd name="connsiteX3" fmla="*/ 1762919 w 2349495"/>
                      <a:gd name="connsiteY3" fmla="*/ 741899 h 3484067"/>
                      <a:gd name="connsiteX4" fmla="*/ 2190300 w 2349495"/>
                      <a:gd name="connsiteY4" fmla="*/ 1096300 h 3484067"/>
                      <a:gd name="connsiteX5" fmla="*/ 1982005 w 2349495"/>
                      <a:gd name="connsiteY5" fmla="*/ 1640112 h 3484067"/>
                      <a:gd name="connsiteX6" fmla="*/ 2349468 w 2349495"/>
                      <a:gd name="connsiteY6" fmla="*/ 2100010 h 3484067"/>
                      <a:gd name="connsiteX7" fmla="*/ 1869551 w 2349495"/>
                      <a:gd name="connsiteY7" fmla="*/ 2608041 h 3484067"/>
                      <a:gd name="connsiteX8" fmla="*/ 1686813 w 2349495"/>
                      <a:gd name="connsiteY8" fmla="*/ 3254228 h 3484067"/>
                      <a:gd name="connsiteX9" fmla="*/ 1108782 w 2349495"/>
                      <a:gd name="connsiteY9" fmla="*/ 3333313 h 3484067"/>
                      <a:gd name="connsiteX10" fmla="*/ 364340 w 2349495"/>
                      <a:gd name="connsiteY10" fmla="*/ 3469622 h 3484067"/>
                      <a:gd name="connsiteX11" fmla="*/ 0 w 2349495"/>
                      <a:gd name="connsiteY11" fmla="*/ 2736682 h 3484067"/>
                      <a:gd name="connsiteX12" fmla="*/ 9939 w 2349495"/>
                      <a:gd name="connsiteY12" fmla="*/ 540134 h 3484067"/>
                      <a:gd name="connsiteX13" fmla="*/ 467139 w 2349495"/>
                      <a:gd name="connsiteY13" fmla="*/ 3421 h 3484067"/>
                      <a:gd name="connsiteX0" fmla="*/ 467139 w 2349495"/>
                      <a:gd name="connsiteY0" fmla="*/ 3421 h 3480224"/>
                      <a:gd name="connsiteX1" fmla="*/ 991074 w 2349495"/>
                      <a:gd name="connsiteY1" fmla="*/ 364496 h 3480224"/>
                      <a:gd name="connsiteX2" fmla="*/ 1597361 w 2349495"/>
                      <a:gd name="connsiteY2" fmla="*/ 304435 h 3480224"/>
                      <a:gd name="connsiteX3" fmla="*/ 1762919 w 2349495"/>
                      <a:gd name="connsiteY3" fmla="*/ 741899 h 3480224"/>
                      <a:gd name="connsiteX4" fmla="*/ 2190300 w 2349495"/>
                      <a:gd name="connsiteY4" fmla="*/ 1096300 h 3480224"/>
                      <a:gd name="connsiteX5" fmla="*/ 1982005 w 2349495"/>
                      <a:gd name="connsiteY5" fmla="*/ 1640112 h 3480224"/>
                      <a:gd name="connsiteX6" fmla="*/ 2349468 w 2349495"/>
                      <a:gd name="connsiteY6" fmla="*/ 2100010 h 3480224"/>
                      <a:gd name="connsiteX7" fmla="*/ 1869551 w 2349495"/>
                      <a:gd name="connsiteY7" fmla="*/ 2608041 h 3480224"/>
                      <a:gd name="connsiteX8" fmla="*/ 1686813 w 2349495"/>
                      <a:gd name="connsiteY8" fmla="*/ 3254228 h 3480224"/>
                      <a:gd name="connsiteX9" fmla="*/ 1108782 w 2349495"/>
                      <a:gd name="connsiteY9" fmla="*/ 3333313 h 3480224"/>
                      <a:gd name="connsiteX10" fmla="*/ 370871 w 2349495"/>
                      <a:gd name="connsiteY10" fmla="*/ 3459825 h 3480224"/>
                      <a:gd name="connsiteX11" fmla="*/ 0 w 2349495"/>
                      <a:gd name="connsiteY11" fmla="*/ 2736682 h 3480224"/>
                      <a:gd name="connsiteX12" fmla="*/ 9939 w 2349495"/>
                      <a:gd name="connsiteY12" fmla="*/ 540134 h 3480224"/>
                      <a:gd name="connsiteX13" fmla="*/ 467139 w 2349495"/>
                      <a:gd name="connsiteY13" fmla="*/ 3421 h 3480224"/>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233 w 2349589"/>
                      <a:gd name="connsiteY0" fmla="*/ 3421 h 3552207"/>
                      <a:gd name="connsiteX1" fmla="*/ 991168 w 2349589"/>
                      <a:gd name="connsiteY1" fmla="*/ 364496 h 3552207"/>
                      <a:gd name="connsiteX2" fmla="*/ 1597455 w 2349589"/>
                      <a:gd name="connsiteY2" fmla="*/ 304435 h 3552207"/>
                      <a:gd name="connsiteX3" fmla="*/ 1763013 w 2349589"/>
                      <a:gd name="connsiteY3" fmla="*/ 741899 h 3552207"/>
                      <a:gd name="connsiteX4" fmla="*/ 2190394 w 2349589"/>
                      <a:gd name="connsiteY4" fmla="*/ 1096300 h 3552207"/>
                      <a:gd name="connsiteX5" fmla="*/ 1982099 w 2349589"/>
                      <a:gd name="connsiteY5" fmla="*/ 1640112 h 3552207"/>
                      <a:gd name="connsiteX6" fmla="*/ 2349562 w 2349589"/>
                      <a:gd name="connsiteY6" fmla="*/ 2100010 h 3552207"/>
                      <a:gd name="connsiteX7" fmla="*/ 1869645 w 2349589"/>
                      <a:gd name="connsiteY7" fmla="*/ 2608041 h 3552207"/>
                      <a:gd name="connsiteX8" fmla="*/ 1686907 w 2349589"/>
                      <a:gd name="connsiteY8" fmla="*/ 3254228 h 3552207"/>
                      <a:gd name="connsiteX9" fmla="*/ 1108876 w 2349589"/>
                      <a:gd name="connsiteY9" fmla="*/ 3333313 h 3552207"/>
                      <a:gd name="connsiteX10" fmla="*/ 370965 w 2349589"/>
                      <a:gd name="connsiteY10" fmla="*/ 3459825 h 3552207"/>
                      <a:gd name="connsiteX11" fmla="*/ 94 w 2349589"/>
                      <a:gd name="connsiteY11" fmla="*/ 2736682 h 3552207"/>
                      <a:gd name="connsiteX12" fmla="*/ 10033 w 2349589"/>
                      <a:gd name="connsiteY12" fmla="*/ 540134 h 3552207"/>
                      <a:gd name="connsiteX13" fmla="*/ 467233 w 2349589"/>
                      <a:gd name="connsiteY13" fmla="*/ 3421 h 355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9589" h="3552207">
                        <a:moveTo>
                          <a:pt x="467233" y="3421"/>
                        </a:moveTo>
                        <a:cubicBezTo>
                          <a:pt x="734407" y="-24266"/>
                          <a:pt x="981985" y="117864"/>
                          <a:pt x="991168" y="364496"/>
                        </a:cubicBezTo>
                        <a:cubicBezTo>
                          <a:pt x="1194352" y="121319"/>
                          <a:pt x="1498773" y="227572"/>
                          <a:pt x="1597455" y="304435"/>
                        </a:cubicBezTo>
                        <a:cubicBezTo>
                          <a:pt x="1689652" y="352285"/>
                          <a:pt x="1788382" y="579749"/>
                          <a:pt x="1763013" y="741899"/>
                        </a:cubicBezTo>
                        <a:cubicBezTo>
                          <a:pt x="1943573" y="782744"/>
                          <a:pt x="2133931" y="882371"/>
                          <a:pt x="2190394" y="1096300"/>
                        </a:cubicBezTo>
                        <a:cubicBezTo>
                          <a:pt x="2247236" y="1330910"/>
                          <a:pt x="2127731" y="1529599"/>
                          <a:pt x="1982099" y="1640112"/>
                        </a:cubicBezTo>
                        <a:cubicBezTo>
                          <a:pt x="2152484" y="1693262"/>
                          <a:pt x="2352260" y="1890106"/>
                          <a:pt x="2349562" y="2100010"/>
                        </a:cubicBezTo>
                        <a:cubicBezTo>
                          <a:pt x="2319129" y="2527345"/>
                          <a:pt x="2047035" y="2618311"/>
                          <a:pt x="1869645" y="2608041"/>
                        </a:cubicBezTo>
                        <a:cubicBezTo>
                          <a:pt x="1950246" y="2898548"/>
                          <a:pt x="1812046" y="3097616"/>
                          <a:pt x="1686907" y="3254228"/>
                        </a:cubicBezTo>
                        <a:cubicBezTo>
                          <a:pt x="1508381" y="3391624"/>
                          <a:pt x="1336387" y="3401657"/>
                          <a:pt x="1108876" y="3333313"/>
                        </a:cubicBezTo>
                        <a:cubicBezTo>
                          <a:pt x="969586" y="3611704"/>
                          <a:pt x="680072" y="3589648"/>
                          <a:pt x="370965" y="3459825"/>
                        </a:cubicBezTo>
                        <a:cubicBezTo>
                          <a:pt x="103649" y="3346140"/>
                          <a:pt x="-3644" y="3069170"/>
                          <a:pt x="94" y="2736682"/>
                        </a:cubicBezTo>
                        <a:lnTo>
                          <a:pt x="10033" y="540134"/>
                        </a:lnTo>
                        <a:cubicBezTo>
                          <a:pt x="2413" y="246930"/>
                          <a:pt x="200533" y="45165"/>
                          <a:pt x="467233" y="3421"/>
                        </a:cubicBezTo>
                        <a:close/>
                      </a:path>
                    </a:pathLst>
                  </a:cu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36" name="그룹 42">
                    <a:extLst>
                      <a:ext uri="{FF2B5EF4-FFF2-40B4-BE49-F238E27FC236}">
                        <a16:creationId xmlns:a16="http://schemas.microsoft.com/office/drawing/2014/main" id="{B4DE19D9-DFCA-414B-B7DA-A18A2242DBD5}"/>
                      </a:ext>
                    </a:extLst>
                  </p:cNvPr>
                  <p:cNvGrpSpPr/>
                  <p:nvPr/>
                </p:nvGrpSpPr>
                <p:grpSpPr>
                  <a:xfrm>
                    <a:off x="5560358" y="66818"/>
                    <a:ext cx="2194998" cy="3306170"/>
                    <a:chOff x="6150565" y="3254095"/>
                    <a:chExt cx="979312" cy="1475068"/>
                  </a:xfrm>
                </p:grpSpPr>
                <p:sp>
                  <p:nvSpPr>
                    <p:cNvPr id="44" name="자유형: 도형 43">
                      <a:extLst>
                        <a:ext uri="{FF2B5EF4-FFF2-40B4-BE49-F238E27FC236}">
                          <a16:creationId xmlns:a16="http://schemas.microsoft.com/office/drawing/2014/main" id="{B8E0A958-5451-418A-81E9-D520AD6D64B7}"/>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5" name="자유형: 도형 44">
                      <a:extLst>
                        <a:ext uri="{FF2B5EF4-FFF2-40B4-BE49-F238E27FC236}">
                          <a16:creationId xmlns:a16="http://schemas.microsoft.com/office/drawing/2014/main" id="{1F025EE2-A089-46E7-9137-E351D366CF66}"/>
                        </a:ext>
                      </a:extLst>
                    </p:cNvPr>
                    <p:cNvSpPr/>
                    <p:nvPr/>
                  </p:nvSpPr>
                  <p:spPr>
                    <a:xfrm>
                      <a:off x="6646452" y="3560646"/>
                      <a:ext cx="483425" cy="785841"/>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42808">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35403" y="1017236"/>
                            <a:pt x="384825" y="1042808"/>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6" name="자유형: 도형 45">
                      <a:extLst>
                        <a:ext uri="{FF2B5EF4-FFF2-40B4-BE49-F238E27FC236}">
                          <a16:creationId xmlns:a16="http://schemas.microsoft.com/office/drawing/2014/main" id="{7BEE059D-1ABF-4612-BFCE-1832A766FA83}"/>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47" name="자유형: 도형 46">
                      <a:extLst>
                        <a:ext uri="{FF2B5EF4-FFF2-40B4-BE49-F238E27FC236}">
                          <a16:creationId xmlns:a16="http://schemas.microsoft.com/office/drawing/2014/main" id="{D2DB6989-0C01-4C4A-BFFE-DAC583BB89FA}"/>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48" name="직선 연결선 47">
                      <a:extLst>
                        <a:ext uri="{FF2B5EF4-FFF2-40B4-BE49-F238E27FC236}">
                          <a16:creationId xmlns:a16="http://schemas.microsoft.com/office/drawing/2014/main" id="{53FB9350-E6F9-4F7B-9349-DC6968854DB4}"/>
                        </a:ext>
                      </a:extLst>
                    </p:cNvPr>
                    <p:cNvCxnSpPr>
                      <a:cxnSpLocks/>
                    </p:cNvCxnSpPr>
                    <p:nvPr/>
                  </p:nvCxnSpPr>
                  <p:spPr>
                    <a:xfrm flipH="1">
                      <a:off x="6152008" y="3476077"/>
                      <a:ext cx="1188" cy="9747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자유형: 도형 95">
                    <a:extLst>
                      <a:ext uri="{FF2B5EF4-FFF2-40B4-BE49-F238E27FC236}">
                        <a16:creationId xmlns:a16="http://schemas.microsoft.com/office/drawing/2014/main" id="{42156AE0-5BBD-49FE-860A-E8A912148106}"/>
                      </a:ext>
                    </a:extLst>
                  </p:cNvPr>
                  <p:cNvSpPr/>
                  <p:nvPr/>
                </p:nvSpPr>
                <p:spPr>
                  <a:xfrm flipH="1">
                    <a:off x="3323392" y="61421"/>
                    <a:ext cx="2193989" cy="3316965"/>
                  </a:xfrm>
                  <a:custGeom>
                    <a:avLst/>
                    <a:gdLst>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1983 h 3520436"/>
                      <a:gd name="connsiteX1" fmla="*/ 991074 w 2385391"/>
                      <a:gd name="connsiteY1" fmla="*/ 363058 h 3520436"/>
                      <a:gd name="connsiteX2" fmla="*/ 1630018 w 2385391"/>
                      <a:gd name="connsiteY2" fmla="*/ 270340 h 3520436"/>
                      <a:gd name="connsiteX3" fmla="*/ 1789044 w 2385391"/>
                      <a:gd name="connsiteY3" fmla="*/ 717601 h 3520436"/>
                      <a:gd name="connsiteX4" fmla="*/ 2216426 w 2385391"/>
                      <a:gd name="connsiteY4" fmla="*/ 1065470 h 3520436"/>
                      <a:gd name="connsiteX5" fmla="*/ 2037522 w 2385391"/>
                      <a:gd name="connsiteY5" fmla="*/ 1641940 h 3520436"/>
                      <a:gd name="connsiteX6" fmla="*/ 2385391 w 2385391"/>
                      <a:gd name="connsiteY6" fmla="*/ 2059383 h 3520436"/>
                      <a:gd name="connsiteX7" fmla="*/ 1938131 w 2385391"/>
                      <a:gd name="connsiteY7" fmla="*/ 2645792 h 3520436"/>
                      <a:gd name="connsiteX8" fmla="*/ 1719470 w 2385391"/>
                      <a:gd name="connsiteY8" fmla="*/ 3301775 h 3520436"/>
                      <a:gd name="connsiteX9" fmla="*/ 1033670 w 2385391"/>
                      <a:gd name="connsiteY9" fmla="*/ 3351470 h 3520436"/>
                      <a:gd name="connsiteX10" fmla="*/ 357809 w 2385391"/>
                      <a:gd name="connsiteY10" fmla="*/ 3520436 h 3520436"/>
                      <a:gd name="connsiteX11" fmla="*/ 0 w 2385391"/>
                      <a:gd name="connsiteY11" fmla="*/ 2735244 h 3520436"/>
                      <a:gd name="connsiteX12" fmla="*/ 9939 w 2385391"/>
                      <a:gd name="connsiteY12" fmla="*/ 538696 h 3520436"/>
                      <a:gd name="connsiteX13" fmla="*/ 467139 w 2385391"/>
                      <a:gd name="connsiteY13" fmla="*/ 1983 h 3520436"/>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95068 w 2385391"/>
                      <a:gd name="connsiteY5" fmla="*/ 1640113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27050 h 3521874"/>
                      <a:gd name="connsiteX6" fmla="*/ 2352734 w 2352734"/>
                      <a:gd name="connsiteY6" fmla="*/ 2080415 h 3521874"/>
                      <a:gd name="connsiteX7" fmla="*/ 1938131 w 2352734"/>
                      <a:gd name="connsiteY7" fmla="*/ 2647230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27050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21104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40112 h 3521874"/>
                      <a:gd name="connsiteX6" fmla="*/ 2352734 w 2352734"/>
                      <a:gd name="connsiteY6" fmla="*/ 2080415 h 3521874"/>
                      <a:gd name="connsiteX7" fmla="*/ 1882614 w 2352734"/>
                      <a:gd name="connsiteY7" fmla="*/ 2608041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760"/>
                      <a:gd name="connsiteY0" fmla="*/ 3421 h 3521874"/>
                      <a:gd name="connsiteX1" fmla="*/ 991074 w 2352760"/>
                      <a:gd name="connsiteY1" fmla="*/ 364496 h 3521874"/>
                      <a:gd name="connsiteX2" fmla="*/ 1597361 w 2352760"/>
                      <a:gd name="connsiteY2" fmla="*/ 304435 h 3521874"/>
                      <a:gd name="connsiteX3" fmla="*/ 1762919 w 2352760"/>
                      <a:gd name="connsiteY3" fmla="*/ 741899 h 3521874"/>
                      <a:gd name="connsiteX4" fmla="*/ 2190300 w 2352760"/>
                      <a:gd name="connsiteY4" fmla="*/ 1096300 h 3521874"/>
                      <a:gd name="connsiteX5" fmla="*/ 1982005 w 2352760"/>
                      <a:gd name="connsiteY5" fmla="*/ 1640112 h 3521874"/>
                      <a:gd name="connsiteX6" fmla="*/ 2352734 w 2352760"/>
                      <a:gd name="connsiteY6" fmla="*/ 2080415 h 3521874"/>
                      <a:gd name="connsiteX7" fmla="*/ 1882614 w 2352760"/>
                      <a:gd name="connsiteY7" fmla="*/ 2608041 h 3521874"/>
                      <a:gd name="connsiteX8" fmla="*/ 1719470 w 2352760"/>
                      <a:gd name="connsiteY8" fmla="*/ 3303213 h 3521874"/>
                      <a:gd name="connsiteX9" fmla="*/ 1033670 w 2352760"/>
                      <a:gd name="connsiteY9" fmla="*/ 3352908 h 3521874"/>
                      <a:gd name="connsiteX10" fmla="*/ 357809 w 2352760"/>
                      <a:gd name="connsiteY10" fmla="*/ 3521874 h 3521874"/>
                      <a:gd name="connsiteX11" fmla="*/ 0 w 2352760"/>
                      <a:gd name="connsiteY11" fmla="*/ 2736682 h 3521874"/>
                      <a:gd name="connsiteX12" fmla="*/ 9939 w 2352760"/>
                      <a:gd name="connsiteY12" fmla="*/ 540134 h 3521874"/>
                      <a:gd name="connsiteX13" fmla="*/ 467139 w 2352760"/>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82614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484067"/>
                      <a:gd name="connsiteX1" fmla="*/ 991074 w 2349495"/>
                      <a:gd name="connsiteY1" fmla="*/ 364496 h 3484067"/>
                      <a:gd name="connsiteX2" fmla="*/ 1597361 w 2349495"/>
                      <a:gd name="connsiteY2" fmla="*/ 304435 h 3484067"/>
                      <a:gd name="connsiteX3" fmla="*/ 1762919 w 2349495"/>
                      <a:gd name="connsiteY3" fmla="*/ 741899 h 3484067"/>
                      <a:gd name="connsiteX4" fmla="*/ 2190300 w 2349495"/>
                      <a:gd name="connsiteY4" fmla="*/ 1096300 h 3484067"/>
                      <a:gd name="connsiteX5" fmla="*/ 1982005 w 2349495"/>
                      <a:gd name="connsiteY5" fmla="*/ 1640112 h 3484067"/>
                      <a:gd name="connsiteX6" fmla="*/ 2349468 w 2349495"/>
                      <a:gd name="connsiteY6" fmla="*/ 2100010 h 3484067"/>
                      <a:gd name="connsiteX7" fmla="*/ 1869551 w 2349495"/>
                      <a:gd name="connsiteY7" fmla="*/ 2608041 h 3484067"/>
                      <a:gd name="connsiteX8" fmla="*/ 1686813 w 2349495"/>
                      <a:gd name="connsiteY8" fmla="*/ 3254228 h 3484067"/>
                      <a:gd name="connsiteX9" fmla="*/ 1108782 w 2349495"/>
                      <a:gd name="connsiteY9" fmla="*/ 3333313 h 3484067"/>
                      <a:gd name="connsiteX10" fmla="*/ 364340 w 2349495"/>
                      <a:gd name="connsiteY10" fmla="*/ 3469622 h 3484067"/>
                      <a:gd name="connsiteX11" fmla="*/ 0 w 2349495"/>
                      <a:gd name="connsiteY11" fmla="*/ 2736682 h 3484067"/>
                      <a:gd name="connsiteX12" fmla="*/ 9939 w 2349495"/>
                      <a:gd name="connsiteY12" fmla="*/ 540134 h 3484067"/>
                      <a:gd name="connsiteX13" fmla="*/ 467139 w 2349495"/>
                      <a:gd name="connsiteY13" fmla="*/ 3421 h 3484067"/>
                      <a:gd name="connsiteX0" fmla="*/ 467139 w 2349495"/>
                      <a:gd name="connsiteY0" fmla="*/ 3421 h 3480224"/>
                      <a:gd name="connsiteX1" fmla="*/ 991074 w 2349495"/>
                      <a:gd name="connsiteY1" fmla="*/ 364496 h 3480224"/>
                      <a:gd name="connsiteX2" fmla="*/ 1597361 w 2349495"/>
                      <a:gd name="connsiteY2" fmla="*/ 304435 h 3480224"/>
                      <a:gd name="connsiteX3" fmla="*/ 1762919 w 2349495"/>
                      <a:gd name="connsiteY3" fmla="*/ 741899 h 3480224"/>
                      <a:gd name="connsiteX4" fmla="*/ 2190300 w 2349495"/>
                      <a:gd name="connsiteY4" fmla="*/ 1096300 h 3480224"/>
                      <a:gd name="connsiteX5" fmla="*/ 1982005 w 2349495"/>
                      <a:gd name="connsiteY5" fmla="*/ 1640112 h 3480224"/>
                      <a:gd name="connsiteX6" fmla="*/ 2349468 w 2349495"/>
                      <a:gd name="connsiteY6" fmla="*/ 2100010 h 3480224"/>
                      <a:gd name="connsiteX7" fmla="*/ 1869551 w 2349495"/>
                      <a:gd name="connsiteY7" fmla="*/ 2608041 h 3480224"/>
                      <a:gd name="connsiteX8" fmla="*/ 1686813 w 2349495"/>
                      <a:gd name="connsiteY8" fmla="*/ 3254228 h 3480224"/>
                      <a:gd name="connsiteX9" fmla="*/ 1108782 w 2349495"/>
                      <a:gd name="connsiteY9" fmla="*/ 3333313 h 3480224"/>
                      <a:gd name="connsiteX10" fmla="*/ 370871 w 2349495"/>
                      <a:gd name="connsiteY10" fmla="*/ 3459825 h 3480224"/>
                      <a:gd name="connsiteX11" fmla="*/ 0 w 2349495"/>
                      <a:gd name="connsiteY11" fmla="*/ 2736682 h 3480224"/>
                      <a:gd name="connsiteX12" fmla="*/ 9939 w 2349495"/>
                      <a:gd name="connsiteY12" fmla="*/ 540134 h 3480224"/>
                      <a:gd name="connsiteX13" fmla="*/ 467139 w 2349495"/>
                      <a:gd name="connsiteY13" fmla="*/ 3421 h 3480224"/>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233 w 2349589"/>
                      <a:gd name="connsiteY0" fmla="*/ 3421 h 3552207"/>
                      <a:gd name="connsiteX1" fmla="*/ 991168 w 2349589"/>
                      <a:gd name="connsiteY1" fmla="*/ 364496 h 3552207"/>
                      <a:gd name="connsiteX2" fmla="*/ 1597455 w 2349589"/>
                      <a:gd name="connsiteY2" fmla="*/ 304435 h 3552207"/>
                      <a:gd name="connsiteX3" fmla="*/ 1763013 w 2349589"/>
                      <a:gd name="connsiteY3" fmla="*/ 741899 h 3552207"/>
                      <a:gd name="connsiteX4" fmla="*/ 2190394 w 2349589"/>
                      <a:gd name="connsiteY4" fmla="*/ 1096300 h 3552207"/>
                      <a:gd name="connsiteX5" fmla="*/ 1982099 w 2349589"/>
                      <a:gd name="connsiteY5" fmla="*/ 1640112 h 3552207"/>
                      <a:gd name="connsiteX6" fmla="*/ 2349562 w 2349589"/>
                      <a:gd name="connsiteY6" fmla="*/ 2100010 h 3552207"/>
                      <a:gd name="connsiteX7" fmla="*/ 1869645 w 2349589"/>
                      <a:gd name="connsiteY7" fmla="*/ 2608041 h 3552207"/>
                      <a:gd name="connsiteX8" fmla="*/ 1686907 w 2349589"/>
                      <a:gd name="connsiteY8" fmla="*/ 3254228 h 3552207"/>
                      <a:gd name="connsiteX9" fmla="*/ 1108876 w 2349589"/>
                      <a:gd name="connsiteY9" fmla="*/ 3333313 h 3552207"/>
                      <a:gd name="connsiteX10" fmla="*/ 370965 w 2349589"/>
                      <a:gd name="connsiteY10" fmla="*/ 3459825 h 3552207"/>
                      <a:gd name="connsiteX11" fmla="*/ 94 w 2349589"/>
                      <a:gd name="connsiteY11" fmla="*/ 2736682 h 3552207"/>
                      <a:gd name="connsiteX12" fmla="*/ 10033 w 2349589"/>
                      <a:gd name="connsiteY12" fmla="*/ 540134 h 3552207"/>
                      <a:gd name="connsiteX13" fmla="*/ 467233 w 2349589"/>
                      <a:gd name="connsiteY13" fmla="*/ 3421 h 355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9589" h="3552207">
                        <a:moveTo>
                          <a:pt x="467233" y="3421"/>
                        </a:moveTo>
                        <a:cubicBezTo>
                          <a:pt x="734407" y="-24266"/>
                          <a:pt x="981985" y="117864"/>
                          <a:pt x="991168" y="364496"/>
                        </a:cubicBezTo>
                        <a:cubicBezTo>
                          <a:pt x="1194352" y="121319"/>
                          <a:pt x="1498773" y="227572"/>
                          <a:pt x="1597455" y="304435"/>
                        </a:cubicBezTo>
                        <a:cubicBezTo>
                          <a:pt x="1689652" y="352285"/>
                          <a:pt x="1788382" y="579749"/>
                          <a:pt x="1763013" y="741899"/>
                        </a:cubicBezTo>
                        <a:cubicBezTo>
                          <a:pt x="1943573" y="782744"/>
                          <a:pt x="2133931" y="882371"/>
                          <a:pt x="2190394" y="1096300"/>
                        </a:cubicBezTo>
                        <a:cubicBezTo>
                          <a:pt x="2247236" y="1330910"/>
                          <a:pt x="2127731" y="1529599"/>
                          <a:pt x="1982099" y="1640112"/>
                        </a:cubicBezTo>
                        <a:cubicBezTo>
                          <a:pt x="2152484" y="1693262"/>
                          <a:pt x="2352260" y="1890106"/>
                          <a:pt x="2349562" y="2100010"/>
                        </a:cubicBezTo>
                        <a:cubicBezTo>
                          <a:pt x="2319129" y="2527345"/>
                          <a:pt x="2047035" y="2618311"/>
                          <a:pt x="1869645" y="2608041"/>
                        </a:cubicBezTo>
                        <a:cubicBezTo>
                          <a:pt x="1950246" y="2898548"/>
                          <a:pt x="1812046" y="3097616"/>
                          <a:pt x="1686907" y="3254228"/>
                        </a:cubicBezTo>
                        <a:cubicBezTo>
                          <a:pt x="1508381" y="3391624"/>
                          <a:pt x="1336387" y="3401657"/>
                          <a:pt x="1108876" y="3333313"/>
                        </a:cubicBezTo>
                        <a:cubicBezTo>
                          <a:pt x="969586" y="3611704"/>
                          <a:pt x="680072" y="3589648"/>
                          <a:pt x="370965" y="3459825"/>
                        </a:cubicBezTo>
                        <a:cubicBezTo>
                          <a:pt x="103649" y="3346140"/>
                          <a:pt x="-3644" y="3069170"/>
                          <a:pt x="94" y="2736682"/>
                        </a:cubicBezTo>
                        <a:lnTo>
                          <a:pt x="10033" y="540134"/>
                        </a:lnTo>
                        <a:cubicBezTo>
                          <a:pt x="2413" y="246930"/>
                          <a:pt x="200533" y="45165"/>
                          <a:pt x="467233" y="3421"/>
                        </a:cubicBezTo>
                        <a:close/>
                      </a:path>
                    </a:pathLst>
                  </a:cu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38" name="그룹 96">
                    <a:extLst>
                      <a:ext uri="{FF2B5EF4-FFF2-40B4-BE49-F238E27FC236}">
                        <a16:creationId xmlns:a16="http://schemas.microsoft.com/office/drawing/2014/main" id="{D9AC64E0-5D26-40A9-AE23-16E329BF0CD7}"/>
                      </a:ext>
                    </a:extLst>
                  </p:cNvPr>
                  <p:cNvGrpSpPr/>
                  <p:nvPr/>
                </p:nvGrpSpPr>
                <p:grpSpPr>
                  <a:xfrm flipH="1">
                    <a:off x="3326867" y="66818"/>
                    <a:ext cx="2194998" cy="3306170"/>
                    <a:chOff x="6150565" y="3254095"/>
                    <a:chExt cx="979312" cy="1475068"/>
                  </a:xfrm>
                </p:grpSpPr>
                <p:sp>
                  <p:nvSpPr>
                    <p:cNvPr id="39" name="자유형: 도형 97">
                      <a:extLst>
                        <a:ext uri="{FF2B5EF4-FFF2-40B4-BE49-F238E27FC236}">
                          <a16:creationId xmlns:a16="http://schemas.microsoft.com/office/drawing/2014/main" id="{653443ED-6DAE-4DF5-B085-750AC19E973B}"/>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0" name="자유형: 도형 98">
                      <a:extLst>
                        <a:ext uri="{FF2B5EF4-FFF2-40B4-BE49-F238E27FC236}">
                          <a16:creationId xmlns:a16="http://schemas.microsoft.com/office/drawing/2014/main" id="{9448D5E1-67C0-460A-861D-FA922CF9D72A}"/>
                        </a:ext>
                      </a:extLst>
                    </p:cNvPr>
                    <p:cNvSpPr/>
                    <p:nvPr/>
                  </p:nvSpPr>
                  <p:spPr>
                    <a:xfrm>
                      <a:off x="6646452" y="3560646"/>
                      <a:ext cx="483425" cy="785841"/>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42808">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35403" y="1017236"/>
                            <a:pt x="384825" y="1042808"/>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1" name="자유형: 도형 99">
                      <a:extLst>
                        <a:ext uri="{FF2B5EF4-FFF2-40B4-BE49-F238E27FC236}">
                          <a16:creationId xmlns:a16="http://schemas.microsoft.com/office/drawing/2014/main" id="{4332457D-CE17-47E8-B579-99F972BC1CF0}"/>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2" name="자유형: 도형 100">
                      <a:extLst>
                        <a:ext uri="{FF2B5EF4-FFF2-40B4-BE49-F238E27FC236}">
                          <a16:creationId xmlns:a16="http://schemas.microsoft.com/office/drawing/2014/main" id="{880FBA18-EF7C-460D-B7DD-650588B00E88}"/>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43" name="직선 연결선 101">
                      <a:extLst>
                        <a:ext uri="{FF2B5EF4-FFF2-40B4-BE49-F238E27FC236}">
                          <a16:creationId xmlns:a16="http://schemas.microsoft.com/office/drawing/2014/main" id="{E88C3D0B-3B6D-44ED-BED9-9893196CBC90}"/>
                        </a:ext>
                      </a:extLst>
                    </p:cNvPr>
                    <p:cNvCxnSpPr>
                      <a:cxnSpLocks/>
                    </p:cNvCxnSpPr>
                    <p:nvPr/>
                  </p:nvCxnSpPr>
                  <p:spPr>
                    <a:xfrm flipH="1">
                      <a:off x="6152008" y="3476077"/>
                      <a:ext cx="1188" cy="9747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grpSp>
        <p:nvGrpSpPr>
          <p:cNvPr id="62" name="Group 61">
            <a:extLst>
              <a:ext uri="{FF2B5EF4-FFF2-40B4-BE49-F238E27FC236}">
                <a16:creationId xmlns:a16="http://schemas.microsoft.com/office/drawing/2014/main" id="{AC02AEF3-62FD-060A-DE93-69A9E5FAC79B}"/>
              </a:ext>
            </a:extLst>
          </p:cNvPr>
          <p:cNvGrpSpPr/>
          <p:nvPr/>
        </p:nvGrpSpPr>
        <p:grpSpPr>
          <a:xfrm>
            <a:off x="-4732341" y="2863038"/>
            <a:ext cx="4702235" cy="1694302"/>
            <a:chOff x="2368982" y="3226488"/>
            <a:chExt cx="4702235" cy="1694302"/>
          </a:xfrm>
        </p:grpSpPr>
        <p:grpSp>
          <p:nvGrpSpPr>
            <p:cNvPr id="10" name="Group 39">
              <a:extLst>
                <a:ext uri="{FF2B5EF4-FFF2-40B4-BE49-F238E27FC236}">
                  <a16:creationId xmlns:a16="http://schemas.microsoft.com/office/drawing/2014/main" id="{155EAF57-C52C-4E57-B01A-D4A817D425C1}"/>
                </a:ext>
              </a:extLst>
            </p:cNvPr>
            <p:cNvGrpSpPr/>
            <p:nvPr/>
          </p:nvGrpSpPr>
          <p:grpSpPr>
            <a:xfrm>
              <a:off x="2959216" y="3226488"/>
              <a:ext cx="4112001" cy="1694302"/>
              <a:chOff x="973910" y="2552193"/>
              <a:chExt cx="1863663" cy="2138695"/>
            </a:xfrm>
          </p:grpSpPr>
          <p:sp>
            <p:nvSpPr>
              <p:cNvPr id="11" name="TextBox 10">
                <a:extLst>
                  <a:ext uri="{FF2B5EF4-FFF2-40B4-BE49-F238E27FC236}">
                    <a16:creationId xmlns:a16="http://schemas.microsoft.com/office/drawing/2014/main" id="{AE6FD75A-122D-43D1-BF4A-98BE4AA081FA}"/>
                  </a:ext>
                </a:extLst>
              </p:cNvPr>
              <p:cNvSpPr txBox="1"/>
              <p:nvPr/>
            </p:nvSpPr>
            <p:spPr>
              <a:xfrm>
                <a:off x="980171" y="3059672"/>
                <a:ext cx="1836876" cy="1631216"/>
              </a:xfrm>
              <a:prstGeom prst="rect">
                <a:avLst/>
              </a:prstGeom>
              <a:noFill/>
            </p:spPr>
            <p:txBody>
              <a:bodyPr wrap="square" rtlCol="0">
                <a:spAutoFit/>
              </a:bodyPr>
              <a:lstStyle/>
              <a:p>
                <a:pPr algn="just"/>
                <a:r>
                  <a:rPr lang="en-US" altLang="ko-KR" sz="2000" dirty="0">
                    <a:solidFill>
                      <a:schemeClr val="bg1"/>
                    </a:solidFill>
                    <a:cs typeface="Arial" pitchFamily="34" charset="0"/>
                  </a:rPr>
                  <a:t>Bootstrap streamlines the process of creating visually appealing and mobile-friendly websites, saving time and effort in design and development.</a:t>
                </a:r>
                <a:endParaRPr lang="ko-KR" altLang="en-US" sz="2000" dirty="0">
                  <a:solidFill>
                    <a:schemeClr val="bg1"/>
                  </a:solidFill>
                  <a:cs typeface="Arial" pitchFamily="34" charset="0"/>
                </a:endParaRPr>
              </a:p>
            </p:txBody>
          </p:sp>
          <p:sp>
            <p:nvSpPr>
              <p:cNvPr id="12" name="TextBox 11">
                <a:extLst>
                  <a:ext uri="{FF2B5EF4-FFF2-40B4-BE49-F238E27FC236}">
                    <a16:creationId xmlns:a16="http://schemas.microsoft.com/office/drawing/2014/main" id="{E265889D-DEA2-4667-8287-3CFDC2BACAF8}"/>
                  </a:ext>
                </a:extLst>
              </p:cNvPr>
              <p:cNvSpPr txBox="1"/>
              <p:nvPr/>
            </p:nvSpPr>
            <p:spPr>
              <a:xfrm>
                <a:off x="973910" y="2552193"/>
                <a:ext cx="1863663" cy="461665"/>
              </a:xfrm>
              <a:prstGeom prst="rect">
                <a:avLst/>
              </a:prstGeom>
              <a:noFill/>
            </p:spPr>
            <p:txBody>
              <a:bodyPr wrap="square" rtlCol="0">
                <a:spAutoFit/>
              </a:bodyPr>
              <a:lstStyle/>
              <a:p>
                <a:r>
                  <a:rPr lang="en-US" altLang="ko-KR" sz="2400" b="1" dirty="0">
                    <a:solidFill>
                      <a:schemeClr val="bg1"/>
                    </a:solidFill>
                    <a:cs typeface="Arial" pitchFamily="34" charset="0"/>
                  </a:rPr>
                  <a:t>BOOTSTRAP</a:t>
                </a:r>
                <a:endParaRPr lang="ko-KR" altLang="en-US" sz="2400" b="1" dirty="0">
                  <a:solidFill>
                    <a:schemeClr val="bg1"/>
                  </a:solidFill>
                  <a:cs typeface="Arial" pitchFamily="34" charset="0"/>
                </a:endParaRPr>
              </a:p>
            </p:txBody>
          </p:sp>
        </p:grpSp>
        <p:grpSp>
          <p:nvGrpSpPr>
            <p:cNvPr id="57" name="Group 56">
              <a:extLst>
                <a:ext uri="{FF2B5EF4-FFF2-40B4-BE49-F238E27FC236}">
                  <a16:creationId xmlns:a16="http://schemas.microsoft.com/office/drawing/2014/main" id="{0FC07898-B7C4-8F95-42B3-221144927BDE}"/>
                </a:ext>
              </a:extLst>
            </p:cNvPr>
            <p:cNvGrpSpPr/>
            <p:nvPr/>
          </p:nvGrpSpPr>
          <p:grpSpPr>
            <a:xfrm>
              <a:off x="2368982" y="3309699"/>
              <a:ext cx="684069" cy="684069"/>
              <a:chOff x="4788478" y="3797641"/>
              <a:chExt cx="684069" cy="684069"/>
            </a:xfrm>
          </p:grpSpPr>
          <p:grpSp>
            <p:nvGrpSpPr>
              <p:cNvPr id="13" name="Group 42">
                <a:extLst>
                  <a:ext uri="{FF2B5EF4-FFF2-40B4-BE49-F238E27FC236}">
                    <a16:creationId xmlns:a16="http://schemas.microsoft.com/office/drawing/2014/main" id="{631F53F1-D3C1-4BE2-8565-96B03ACB9705}"/>
                  </a:ext>
                </a:extLst>
              </p:cNvPr>
              <p:cNvGrpSpPr/>
              <p:nvPr/>
            </p:nvGrpSpPr>
            <p:grpSpPr>
              <a:xfrm>
                <a:off x="4788478" y="3797641"/>
                <a:ext cx="684069" cy="684069"/>
                <a:chOff x="3218806" y="1961572"/>
                <a:chExt cx="684068" cy="684068"/>
              </a:xfrm>
            </p:grpSpPr>
            <p:sp>
              <p:nvSpPr>
                <p:cNvPr id="14" name="Diamond 43">
                  <a:extLst>
                    <a:ext uri="{FF2B5EF4-FFF2-40B4-BE49-F238E27FC236}">
                      <a16:creationId xmlns:a16="http://schemas.microsoft.com/office/drawing/2014/main" id="{BC49775E-CAB4-4FEA-A5A0-F92012325BAD}"/>
                    </a:ext>
                  </a:extLst>
                </p:cNvPr>
                <p:cNvSpPr/>
                <p:nvPr/>
              </p:nvSpPr>
              <p:spPr>
                <a:xfrm>
                  <a:off x="3218806" y="1961572"/>
                  <a:ext cx="684068" cy="684068"/>
                </a:xfrm>
                <a:prstGeom prst="diamond">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bg1"/>
                    </a:solidFill>
                  </a:endParaRPr>
                </a:p>
              </p:txBody>
            </p:sp>
            <p:sp>
              <p:nvSpPr>
                <p:cNvPr id="15" name="TextBox 14">
                  <a:extLst>
                    <a:ext uri="{FF2B5EF4-FFF2-40B4-BE49-F238E27FC236}">
                      <a16:creationId xmlns:a16="http://schemas.microsoft.com/office/drawing/2014/main" id="{6B21E578-22D9-4635-AA9D-4B4D3C533736}"/>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02</a:t>
                  </a:r>
                  <a:endParaRPr lang="ko-KR" altLang="en-US" sz="1600" b="1" dirty="0">
                    <a:solidFill>
                      <a:schemeClr val="bg1"/>
                    </a:solidFill>
                    <a:cs typeface="Arial" pitchFamily="34" charset="0"/>
                  </a:endParaRPr>
                </a:p>
              </p:txBody>
            </p:sp>
          </p:grpSp>
          <p:sp>
            <p:nvSpPr>
              <p:cNvPr id="28" name="Diamond 27">
                <a:extLst>
                  <a:ext uri="{FF2B5EF4-FFF2-40B4-BE49-F238E27FC236}">
                    <a16:creationId xmlns:a16="http://schemas.microsoft.com/office/drawing/2014/main" id="{074B87E9-D570-B11C-4D94-560F5C586319}"/>
                  </a:ext>
                </a:extLst>
              </p:cNvPr>
              <p:cNvSpPr/>
              <p:nvPr/>
            </p:nvSpPr>
            <p:spPr>
              <a:xfrm>
                <a:off x="4910749" y="3921382"/>
                <a:ext cx="436586"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4" name="Group 63">
            <a:extLst>
              <a:ext uri="{FF2B5EF4-FFF2-40B4-BE49-F238E27FC236}">
                <a16:creationId xmlns:a16="http://schemas.microsoft.com/office/drawing/2014/main" id="{40B833DA-C15C-CCCE-9457-84B58B3FE9C8}"/>
              </a:ext>
            </a:extLst>
          </p:cNvPr>
          <p:cNvGrpSpPr/>
          <p:nvPr/>
        </p:nvGrpSpPr>
        <p:grpSpPr>
          <a:xfrm>
            <a:off x="2631290" y="1744040"/>
            <a:ext cx="6326395" cy="1261729"/>
            <a:chOff x="2495527" y="1304312"/>
            <a:chExt cx="6326395" cy="1261729"/>
          </a:xfrm>
        </p:grpSpPr>
        <p:grpSp>
          <p:nvGrpSpPr>
            <p:cNvPr id="4" name="Group 33">
              <a:extLst>
                <a:ext uri="{FF2B5EF4-FFF2-40B4-BE49-F238E27FC236}">
                  <a16:creationId xmlns:a16="http://schemas.microsoft.com/office/drawing/2014/main" id="{5107DA47-F05C-4D31-988D-99333265B0DC}"/>
                </a:ext>
              </a:extLst>
            </p:cNvPr>
            <p:cNvGrpSpPr/>
            <p:nvPr/>
          </p:nvGrpSpPr>
          <p:grpSpPr>
            <a:xfrm>
              <a:off x="3095368" y="1304312"/>
              <a:ext cx="5726554" cy="1261729"/>
              <a:chOff x="969962" y="2552193"/>
              <a:chExt cx="3884657" cy="1385418"/>
            </a:xfrm>
          </p:grpSpPr>
          <p:sp>
            <p:nvSpPr>
              <p:cNvPr id="5" name="TextBox 4">
                <a:extLst>
                  <a:ext uri="{FF2B5EF4-FFF2-40B4-BE49-F238E27FC236}">
                    <a16:creationId xmlns:a16="http://schemas.microsoft.com/office/drawing/2014/main" id="{D499489E-7F86-42B9-BA60-9456916470C2}"/>
                  </a:ext>
                </a:extLst>
              </p:cNvPr>
              <p:cNvSpPr txBox="1"/>
              <p:nvPr/>
            </p:nvSpPr>
            <p:spPr>
              <a:xfrm>
                <a:off x="969962" y="3160330"/>
                <a:ext cx="3884657" cy="777281"/>
              </a:xfrm>
              <a:prstGeom prst="rect">
                <a:avLst/>
              </a:prstGeom>
              <a:noFill/>
            </p:spPr>
            <p:txBody>
              <a:bodyPr wrap="square" rtlCol="0">
                <a:spAutoFit/>
              </a:bodyPr>
              <a:lstStyle/>
              <a:p>
                <a:pPr algn="just"/>
                <a:r>
                  <a:rPr lang="en-US" altLang="ko-KR" sz="2000" dirty="0">
                    <a:solidFill>
                      <a:schemeClr val="bg1"/>
                    </a:solidFill>
                    <a:cs typeface="Arial" pitchFamily="34" charset="0"/>
                  </a:rPr>
                  <a:t>HTML is like a blueprint and structure of a house with no functioning or design. </a:t>
                </a:r>
                <a:endParaRPr lang="ko-KR" altLang="en-US" sz="2000" dirty="0">
                  <a:solidFill>
                    <a:schemeClr val="bg1"/>
                  </a:solidFill>
                  <a:cs typeface="Arial" pitchFamily="34" charset="0"/>
                </a:endParaRPr>
              </a:p>
            </p:txBody>
          </p:sp>
          <p:sp>
            <p:nvSpPr>
              <p:cNvPr id="6" name="TextBox 5">
                <a:extLst>
                  <a:ext uri="{FF2B5EF4-FFF2-40B4-BE49-F238E27FC236}">
                    <a16:creationId xmlns:a16="http://schemas.microsoft.com/office/drawing/2014/main" id="{86417082-81D3-4F22-A55F-2C235B985B69}"/>
                  </a:ext>
                </a:extLst>
              </p:cNvPr>
              <p:cNvSpPr txBox="1"/>
              <p:nvPr/>
            </p:nvSpPr>
            <p:spPr>
              <a:xfrm>
                <a:off x="973910" y="2552193"/>
                <a:ext cx="1863663" cy="461665"/>
              </a:xfrm>
              <a:prstGeom prst="rect">
                <a:avLst/>
              </a:prstGeom>
              <a:noFill/>
            </p:spPr>
            <p:txBody>
              <a:bodyPr wrap="square" rtlCol="0">
                <a:spAutoFit/>
              </a:bodyPr>
              <a:lstStyle/>
              <a:p>
                <a:r>
                  <a:rPr lang="en-US" altLang="ko-KR" sz="2400" b="1" dirty="0">
                    <a:solidFill>
                      <a:schemeClr val="bg1"/>
                    </a:solidFill>
                    <a:cs typeface="Arial" pitchFamily="34" charset="0"/>
                  </a:rPr>
                  <a:t>HTML</a:t>
                </a:r>
                <a:endParaRPr lang="ko-KR" altLang="en-US" sz="2400" b="1" dirty="0">
                  <a:solidFill>
                    <a:schemeClr val="bg1"/>
                  </a:solidFill>
                  <a:cs typeface="Arial" pitchFamily="34" charset="0"/>
                </a:endParaRPr>
              </a:p>
            </p:txBody>
          </p:sp>
        </p:grpSp>
        <p:grpSp>
          <p:nvGrpSpPr>
            <p:cNvPr id="55" name="Group 54">
              <a:extLst>
                <a:ext uri="{FF2B5EF4-FFF2-40B4-BE49-F238E27FC236}">
                  <a16:creationId xmlns:a16="http://schemas.microsoft.com/office/drawing/2014/main" id="{4C87FE8A-2A9A-CA77-259F-4BA99B2DE587}"/>
                </a:ext>
              </a:extLst>
            </p:cNvPr>
            <p:cNvGrpSpPr/>
            <p:nvPr/>
          </p:nvGrpSpPr>
          <p:grpSpPr>
            <a:xfrm>
              <a:off x="2495527" y="1382377"/>
              <a:ext cx="684069" cy="684069"/>
              <a:chOff x="3895704" y="1971518"/>
              <a:chExt cx="684069" cy="684069"/>
            </a:xfrm>
          </p:grpSpPr>
          <p:grpSp>
            <p:nvGrpSpPr>
              <p:cNvPr id="7" name="Group 38">
                <a:extLst>
                  <a:ext uri="{FF2B5EF4-FFF2-40B4-BE49-F238E27FC236}">
                    <a16:creationId xmlns:a16="http://schemas.microsoft.com/office/drawing/2014/main" id="{442A8E9C-4951-4EB9-88A0-847F1FDC555E}"/>
                  </a:ext>
                </a:extLst>
              </p:cNvPr>
              <p:cNvGrpSpPr/>
              <p:nvPr/>
            </p:nvGrpSpPr>
            <p:grpSpPr>
              <a:xfrm>
                <a:off x="3895704" y="1971518"/>
                <a:ext cx="684069" cy="684069"/>
                <a:chOff x="3218806" y="1961572"/>
                <a:chExt cx="684068" cy="684068"/>
              </a:xfrm>
            </p:grpSpPr>
            <p:sp>
              <p:nvSpPr>
                <p:cNvPr id="8" name="Diamond 36">
                  <a:extLst>
                    <a:ext uri="{FF2B5EF4-FFF2-40B4-BE49-F238E27FC236}">
                      <a16:creationId xmlns:a16="http://schemas.microsoft.com/office/drawing/2014/main" id="{D47B10CA-1535-48ED-905C-9A45B25F755D}"/>
                    </a:ext>
                  </a:extLst>
                </p:cNvPr>
                <p:cNvSpPr/>
                <p:nvPr/>
              </p:nvSpPr>
              <p:spPr>
                <a:xfrm>
                  <a:off x="3218806" y="1961572"/>
                  <a:ext cx="684068" cy="684068"/>
                </a:xfrm>
                <a:prstGeom prst="diamond">
                  <a:avLst/>
                </a:pr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bg1"/>
                    </a:solidFill>
                  </a:endParaRPr>
                </a:p>
              </p:txBody>
            </p:sp>
            <p:sp>
              <p:nvSpPr>
                <p:cNvPr id="9" name="TextBox 8">
                  <a:extLst>
                    <a:ext uri="{FF2B5EF4-FFF2-40B4-BE49-F238E27FC236}">
                      <a16:creationId xmlns:a16="http://schemas.microsoft.com/office/drawing/2014/main" id="{3DEE8143-DB0F-4FD0-A36B-9978FA1FD019}"/>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01</a:t>
                  </a:r>
                  <a:endParaRPr lang="ko-KR" altLang="en-US" sz="1600" b="1" dirty="0">
                    <a:solidFill>
                      <a:schemeClr val="bg1"/>
                    </a:solidFill>
                    <a:cs typeface="Arial" pitchFamily="34" charset="0"/>
                  </a:endParaRPr>
                </a:p>
              </p:txBody>
            </p:sp>
          </p:grpSp>
          <p:sp>
            <p:nvSpPr>
              <p:cNvPr id="31" name="Diamond 30">
                <a:extLst>
                  <a:ext uri="{FF2B5EF4-FFF2-40B4-BE49-F238E27FC236}">
                    <a16:creationId xmlns:a16="http://schemas.microsoft.com/office/drawing/2014/main" id="{FFDE4B38-C6DA-61D5-49B6-0CD3A2897DAC}"/>
                  </a:ext>
                </a:extLst>
              </p:cNvPr>
              <p:cNvSpPr/>
              <p:nvPr/>
            </p:nvSpPr>
            <p:spPr>
              <a:xfrm>
                <a:off x="4010678" y="2101624"/>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1" name="Group 60">
            <a:extLst>
              <a:ext uri="{FF2B5EF4-FFF2-40B4-BE49-F238E27FC236}">
                <a16:creationId xmlns:a16="http://schemas.microsoft.com/office/drawing/2014/main" id="{2719595A-9471-509F-363E-7F2C3CDB1EBA}"/>
              </a:ext>
            </a:extLst>
          </p:cNvPr>
          <p:cNvGrpSpPr/>
          <p:nvPr/>
        </p:nvGrpSpPr>
        <p:grpSpPr>
          <a:xfrm>
            <a:off x="12435826" y="1404293"/>
            <a:ext cx="5472561" cy="2074732"/>
            <a:chOff x="6711682" y="2629913"/>
            <a:chExt cx="5472561" cy="2074732"/>
          </a:xfrm>
        </p:grpSpPr>
        <p:grpSp>
          <p:nvGrpSpPr>
            <p:cNvPr id="22" name="Group 51">
              <a:extLst>
                <a:ext uri="{FF2B5EF4-FFF2-40B4-BE49-F238E27FC236}">
                  <a16:creationId xmlns:a16="http://schemas.microsoft.com/office/drawing/2014/main" id="{26A39E9B-B721-48BF-9856-202E49483B0D}"/>
                </a:ext>
              </a:extLst>
            </p:cNvPr>
            <p:cNvGrpSpPr/>
            <p:nvPr/>
          </p:nvGrpSpPr>
          <p:grpSpPr>
            <a:xfrm>
              <a:off x="7281530" y="2629913"/>
              <a:ext cx="4902713" cy="2074732"/>
              <a:chOff x="973910" y="2552193"/>
              <a:chExt cx="1863663" cy="2045659"/>
            </a:xfrm>
          </p:grpSpPr>
          <p:sp>
            <p:nvSpPr>
              <p:cNvPr id="23" name="TextBox 22">
                <a:extLst>
                  <a:ext uri="{FF2B5EF4-FFF2-40B4-BE49-F238E27FC236}">
                    <a16:creationId xmlns:a16="http://schemas.microsoft.com/office/drawing/2014/main" id="{4254F8C5-2CCF-4E86-A235-47CCE79E5A26}"/>
                  </a:ext>
                </a:extLst>
              </p:cNvPr>
              <p:cNvSpPr txBox="1"/>
              <p:nvPr/>
            </p:nvSpPr>
            <p:spPr>
              <a:xfrm>
                <a:off x="1000696" y="2966636"/>
                <a:ext cx="1836876" cy="1631216"/>
              </a:xfrm>
              <a:prstGeom prst="rect">
                <a:avLst/>
              </a:prstGeom>
              <a:noFill/>
            </p:spPr>
            <p:txBody>
              <a:bodyPr wrap="square" rtlCol="0">
                <a:spAutoFit/>
              </a:bodyPr>
              <a:lstStyle/>
              <a:p>
                <a:pPr algn="just"/>
                <a:r>
                  <a:rPr lang="en-US" altLang="ko-KR" sz="2000" dirty="0">
                    <a:solidFill>
                      <a:schemeClr val="bg1"/>
                    </a:solidFill>
                    <a:cs typeface="Arial" pitchFamily="34" charset="0"/>
                  </a:rPr>
                  <a:t>CSS allows developers to define the appearance of HTML elements, including colors, fonts, and animations, to create visually appealing designs across a website.</a:t>
                </a:r>
                <a:endParaRPr lang="ko-KR" altLang="en-US" sz="2000" dirty="0">
                  <a:solidFill>
                    <a:schemeClr val="bg1"/>
                  </a:solidFill>
                  <a:cs typeface="Arial" pitchFamily="34" charset="0"/>
                </a:endParaRPr>
              </a:p>
            </p:txBody>
          </p:sp>
          <p:sp>
            <p:nvSpPr>
              <p:cNvPr id="24" name="TextBox 23">
                <a:extLst>
                  <a:ext uri="{FF2B5EF4-FFF2-40B4-BE49-F238E27FC236}">
                    <a16:creationId xmlns:a16="http://schemas.microsoft.com/office/drawing/2014/main" id="{8FB22F44-5BEF-450F-AEE5-0A2AFC049821}"/>
                  </a:ext>
                </a:extLst>
              </p:cNvPr>
              <p:cNvSpPr txBox="1"/>
              <p:nvPr/>
            </p:nvSpPr>
            <p:spPr>
              <a:xfrm>
                <a:off x="973910" y="2552193"/>
                <a:ext cx="1863663" cy="461665"/>
              </a:xfrm>
              <a:prstGeom prst="rect">
                <a:avLst/>
              </a:prstGeom>
              <a:noFill/>
            </p:spPr>
            <p:txBody>
              <a:bodyPr wrap="square" rtlCol="0">
                <a:spAutoFit/>
              </a:bodyPr>
              <a:lstStyle/>
              <a:p>
                <a:r>
                  <a:rPr lang="en-US" altLang="ko-KR" sz="2400" b="1" dirty="0">
                    <a:solidFill>
                      <a:schemeClr val="bg1"/>
                    </a:solidFill>
                    <a:cs typeface="Arial" pitchFamily="34" charset="0"/>
                  </a:rPr>
                  <a:t>CSS</a:t>
                </a:r>
                <a:endParaRPr lang="ko-KR" altLang="en-US" sz="2400" b="1" dirty="0">
                  <a:solidFill>
                    <a:schemeClr val="bg1"/>
                  </a:solidFill>
                  <a:cs typeface="Arial" pitchFamily="34" charset="0"/>
                </a:endParaRPr>
              </a:p>
            </p:txBody>
          </p:sp>
        </p:grpSp>
        <p:grpSp>
          <p:nvGrpSpPr>
            <p:cNvPr id="54" name="Group 53">
              <a:extLst>
                <a:ext uri="{FF2B5EF4-FFF2-40B4-BE49-F238E27FC236}">
                  <a16:creationId xmlns:a16="http://schemas.microsoft.com/office/drawing/2014/main" id="{DD9BEEFB-6971-AA8D-99D2-1ABBA19C1DA5}"/>
                </a:ext>
              </a:extLst>
            </p:cNvPr>
            <p:cNvGrpSpPr/>
            <p:nvPr/>
          </p:nvGrpSpPr>
          <p:grpSpPr>
            <a:xfrm>
              <a:off x="6711682" y="2765949"/>
              <a:ext cx="684069" cy="684069"/>
              <a:chOff x="7342656" y="2884580"/>
              <a:chExt cx="684069" cy="684069"/>
            </a:xfrm>
          </p:grpSpPr>
          <p:grpSp>
            <p:nvGrpSpPr>
              <p:cNvPr id="25" name="Group 54">
                <a:extLst>
                  <a:ext uri="{FF2B5EF4-FFF2-40B4-BE49-F238E27FC236}">
                    <a16:creationId xmlns:a16="http://schemas.microsoft.com/office/drawing/2014/main" id="{45C12E96-074A-445E-B4DD-494699200678}"/>
                  </a:ext>
                </a:extLst>
              </p:cNvPr>
              <p:cNvGrpSpPr/>
              <p:nvPr/>
            </p:nvGrpSpPr>
            <p:grpSpPr>
              <a:xfrm>
                <a:off x="7342656" y="2884580"/>
                <a:ext cx="684069" cy="684069"/>
                <a:chOff x="3218806" y="1961572"/>
                <a:chExt cx="684068" cy="684068"/>
              </a:xfrm>
            </p:grpSpPr>
            <p:sp>
              <p:nvSpPr>
                <p:cNvPr id="26" name="Diamond 55">
                  <a:extLst>
                    <a:ext uri="{FF2B5EF4-FFF2-40B4-BE49-F238E27FC236}">
                      <a16:creationId xmlns:a16="http://schemas.microsoft.com/office/drawing/2014/main" id="{56B3587B-0DFB-4405-8329-277FB2D325B4}"/>
                    </a:ext>
                  </a:extLst>
                </p:cNvPr>
                <p:cNvSpPr/>
                <p:nvPr/>
              </p:nvSpPr>
              <p:spPr>
                <a:xfrm>
                  <a:off x="3218806" y="1961572"/>
                  <a:ext cx="684068" cy="684068"/>
                </a:xfrm>
                <a:prstGeom prst="diamond">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sp>
              <p:nvSpPr>
                <p:cNvPr id="27" name="TextBox 26">
                  <a:extLst>
                    <a:ext uri="{FF2B5EF4-FFF2-40B4-BE49-F238E27FC236}">
                      <a16:creationId xmlns:a16="http://schemas.microsoft.com/office/drawing/2014/main" id="{04474FFB-83A3-458F-8F60-E9875F6C12AE}"/>
                    </a:ext>
                  </a:extLst>
                </p:cNvPr>
                <p:cNvSpPr txBox="1"/>
                <p:nvPr/>
              </p:nvSpPr>
              <p:spPr>
                <a:xfrm>
                  <a:off x="3348376"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03</a:t>
                  </a:r>
                  <a:endParaRPr lang="ko-KR" altLang="en-US" sz="1600" b="1" dirty="0">
                    <a:solidFill>
                      <a:schemeClr val="bg1"/>
                    </a:solidFill>
                    <a:cs typeface="Arial" pitchFamily="34" charset="0"/>
                  </a:endParaRPr>
                </a:p>
              </p:txBody>
            </p:sp>
          </p:grpSp>
          <p:sp>
            <p:nvSpPr>
              <p:cNvPr id="52" name="Diamond 51">
                <a:extLst>
                  <a:ext uri="{FF2B5EF4-FFF2-40B4-BE49-F238E27FC236}">
                    <a16:creationId xmlns:a16="http://schemas.microsoft.com/office/drawing/2014/main" id="{81F8C56E-401B-A9FA-92FB-BA0C75F0845A}"/>
                  </a:ext>
                </a:extLst>
              </p:cNvPr>
              <p:cNvSpPr/>
              <p:nvPr/>
            </p:nvSpPr>
            <p:spPr>
              <a:xfrm>
                <a:off x="7457630" y="3014686"/>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3" name="Group 62">
            <a:extLst>
              <a:ext uri="{FF2B5EF4-FFF2-40B4-BE49-F238E27FC236}">
                <a16:creationId xmlns:a16="http://schemas.microsoft.com/office/drawing/2014/main" id="{EFFF596F-0782-F291-38A3-23934AE3E440}"/>
              </a:ext>
            </a:extLst>
          </p:cNvPr>
          <p:cNvGrpSpPr/>
          <p:nvPr/>
        </p:nvGrpSpPr>
        <p:grpSpPr>
          <a:xfrm>
            <a:off x="13191725" y="6390988"/>
            <a:ext cx="5379165" cy="1731866"/>
            <a:chOff x="6648050" y="4828888"/>
            <a:chExt cx="5379165" cy="1731866"/>
          </a:xfrm>
        </p:grpSpPr>
        <p:grpSp>
          <p:nvGrpSpPr>
            <p:cNvPr id="16" name="Group 45">
              <a:extLst>
                <a:ext uri="{FF2B5EF4-FFF2-40B4-BE49-F238E27FC236}">
                  <a16:creationId xmlns:a16="http://schemas.microsoft.com/office/drawing/2014/main" id="{5F0CC694-B8C1-4C24-8403-73ADB1313DCF}"/>
                </a:ext>
              </a:extLst>
            </p:cNvPr>
            <p:cNvGrpSpPr/>
            <p:nvPr/>
          </p:nvGrpSpPr>
          <p:grpSpPr>
            <a:xfrm>
              <a:off x="7182490" y="4828888"/>
              <a:ext cx="4844725" cy="1731866"/>
              <a:chOff x="973910" y="2552193"/>
              <a:chExt cx="1868817" cy="1731866"/>
            </a:xfrm>
          </p:grpSpPr>
          <p:sp>
            <p:nvSpPr>
              <p:cNvPr id="17" name="TextBox 16">
                <a:extLst>
                  <a:ext uri="{FF2B5EF4-FFF2-40B4-BE49-F238E27FC236}">
                    <a16:creationId xmlns:a16="http://schemas.microsoft.com/office/drawing/2014/main" id="{B1057858-F158-4F9D-9E3D-71BB0A39ADD9}"/>
                  </a:ext>
                </a:extLst>
              </p:cNvPr>
              <p:cNvSpPr txBox="1"/>
              <p:nvPr/>
            </p:nvSpPr>
            <p:spPr>
              <a:xfrm>
                <a:off x="1005851" y="2960620"/>
                <a:ext cx="1836876" cy="1323439"/>
              </a:xfrm>
              <a:prstGeom prst="rect">
                <a:avLst/>
              </a:prstGeom>
              <a:noFill/>
            </p:spPr>
            <p:txBody>
              <a:bodyPr wrap="square" rtlCol="0">
                <a:spAutoFit/>
              </a:bodyPr>
              <a:lstStyle/>
              <a:p>
                <a:pPr algn="just"/>
                <a:r>
                  <a:rPr lang="en-US" altLang="ko-KR" sz="2000" dirty="0">
                    <a:solidFill>
                      <a:schemeClr val="bg1"/>
                    </a:solidFill>
                    <a:cs typeface="Arial" pitchFamily="34" charset="0"/>
                  </a:rPr>
                  <a:t>JavaScript enables features like user input validation, animations, and real-time updates, making websites more engaging and interactive for users.</a:t>
                </a:r>
                <a:endParaRPr lang="ko-KR" altLang="en-US" sz="2000" dirty="0">
                  <a:solidFill>
                    <a:schemeClr val="bg1"/>
                  </a:solidFill>
                  <a:cs typeface="Arial" pitchFamily="34" charset="0"/>
                </a:endParaRPr>
              </a:p>
            </p:txBody>
          </p:sp>
          <p:sp>
            <p:nvSpPr>
              <p:cNvPr id="18" name="TextBox 17">
                <a:extLst>
                  <a:ext uri="{FF2B5EF4-FFF2-40B4-BE49-F238E27FC236}">
                    <a16:creationId xmlns:a16="http://schemas.microsoft.com/office/drawing/2014/main" id="{37EE972A-78F0-4CA4-9A47-2D0891902E3D}"/>
                  </a:ext>
                </a:extLst>
              </p:cNvPr>
              <p:cNvSpPr txBox="1"/>
              <p:nvPr/>
            </p:nvSpPr>
            <p:spPr>
              <a:xfrm>
                <a:off x="973910" y="2552193"/>
                <a:ext cx="1863663" cy="461665"/>
              </a:xfrm>
              <a:prstGeom prst="rect">
                <a:avLst/>
              </a:prstGeom>
              <a:noFill/>
            </p:spPr>
            <p:txBody>
              <a:bodyPr wrap="square" rtlCol="0">
                <a:spAutoFit/>
              </a:bodyPr>
              <a:lstStyle/>
              <a:p>
                <a:r>
                  <a:rPr lang="en-US" altLang="ko-KR" sz="2400" b="1" dirty="0">
                    <a:solidFill>
                      <a:schemeClr val="bg1"/>
                    </a:solidFill>
                    <a:cs typeface="Arial" pitchFamily="34" charset="0"/>
                  </a:rPr>
                  <a:t>JAVASCRIPT</a:t>
                </a:r>
                <a:endParaRPr lang="ko-KR" altLang="en-US" sz="2400" b="1" dirty="0">
                  <a:solidFill>
                    <a:schemeClr val="bg1"/>
                  </a:solidFill>
                  <a:cs typeface="Arial" pitchFamily="34" charset="0"/>
                </a:endParaRPr>
              </a:p>
            </p:txBody>
          </p:sp>
        </p:grpSp>
        <p:grpSp>
          <p:nvGrpSpPr>
            <p:cNvPr id="60" name="Group 59">
              <a:extLst>
                <a:ext uri="{FF2B5EF4-FFF2-40B4-BE49-F238E27FC236}">
                  <a16:creationId xmlns:a16="http://schemas.microsoft.com/office/drawing/2014/main" id="{5FC60D4C-DCC8-6607-6527-B80854CA79FF}"/>
                </a:ext>
              </a:extLst>
            </p:cNvPr>
            <p:cNvGrpSpPr/>
            <p:nvPr/>
          </p:nvGrpSpPr>
          <p:grpSpPr>
            <a:xfrm>
              <a:off x="6648050" y="4989006"/>
              <a:ext cx="684069" cy="712035"/>
              <a:chOff x="8132450" y="4710702"/>
              <a:chExt cx="684069" cy="684069"/>
            </a:xfrm>
          </p:grpSpPr>
          <p:grpSp>
            <p:nvGrpSpPr>
              <p:cNvPr id="19" name="Group 48">
                <a:extLst>
                  <a:ext uri="{FF2B5EF4-FFF2-40B4-BE49-F238E27FC236}">
                    <a16:creationId xmlns:a16="http://schemas.microsoft.com/office/drawing/2014/main" id="{FF13CAAC-FF8D-43BB-95A1-A8B1F66AFF00}"/>
                  </a:ext>
                </a:extLst>
              </p:cNvPr>
              <p:cNvGrpSpPr/>
              <p:nvPr/>
            </p:nvGrpSpPr>
            <p:grpSpPr>
              <a:xfrm>
                <a:off x="8132450" y="4710702"/>
                <a:ext cx="684069" cy="684069"/>
                <a:chOff x="3218806" y="1961572"/>
                <a:chExt cx="684068" cy="684068"/>
              </a:xfrm>
            </p:grpSpPr>
            <p:sp>
              <p:nvSpPr>
                <p:cNvPr id="20" name="Diamond 49">
                  <a:extLst>
                    <a:ext uri="{FF2B5EF4-FFF2-40B4-BE49-F238E27FC236}">
                      <a16:creationId xmlns:a16="http://schemas.microsoft.com/office/drawing/2014/main" id="{D5C7E846-C3B3-41A5-A476-80C9DC5B28AA}"/>
                    </a:ext>
                  </a:extLst>
                </p:cNvPr>
                <p:cNvSpPr/>
                <p:nvPr/>
              </p:nvSpPr>
              <p:spPr>
                <a:xfrm>
                  <a:off x="3218806" y="1961572"/>
                  <a:ext cx="684068" cy="684068"/>
                </a:xfrm>
                <a:prstGeom prst="diamond">
                  <a:avLst/>
                </a:prstGeom>
                <a:no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sp>
              <p:nvSpPr>
                <p:cNvPr id="21" name="TextBox 20">
                  <a:extLst>
                    <a:ext uri="{FF2B5EF4-FFF2-40B4-BE49-F238E27FC236}">
                      <a16:creationId xmlns:a16="http://schemas.microsoft.com/office/drawing/2014/main" id="{5849E15B-84D0-48A7-B039-930656059C1B}"/>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04</a:t>
                  </a:r>
                  <a:endParaRPr lang="ko-KR" altLang="en-US" sz="1600" b="1" dirty="0">
                    <a:solidFill>
                      <a:schemeClr val="bg1"/>
                    </a:solidFill>
                    <a:cs typeface="Arial" pitchFamily="34" charset="0"/>
                  </a:endParaRPr>
                </a:p>
              </p:txBody>
            </p:sp>
          </p:grpSp>
          <p:sp>
            <p:nvSpPr>
              <p:cNvPr id="53" name="Diamond 52">
                <a:extLst>
                  <a:ext uri="{FF2B5EF4-FFF2-40B4-BE49-F238E27FC236}">
                    <a16:creationId xmlns:a16="http://schemas.microsoft.com/office/drawing/2014/main" id="{49638060-3B40-6560-9389-7B135702CE21}"/>
                  </a:ext>
                </a:extLst>
              </p:cNvPr>
              <p:cNvSpPr/>
              <p:nvPr/>
            </p:nvSpPr>
            <p:spPr>
              <a:xfrm>
                <a:off x="8251761" y="484285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5" name="TextBox 64">
            <a:extLst>
              <a:ext uri="{FF2B5EF4-FFF2-40B4-BE49-F238E27FC236}">
                <a16:creationId xmlns:a16="http://schemas.microsoft.com/office/drawing/2014/main" id="{BE25319D-E4D5-1478-65C2-D5744D2BE02E}"/>
              </a:ext>
            </a:extLst>
          </p:cNvPr>
          <p:cNvSpPr txBox="1"/>
          <p:nvPr/>
        </p:nvSpPr>
        <p:spPr>
          <a:xfrm>
            <a:off x="9019853" y="487647"/>
            <a:ext cx="2876873" cy="523220"/>
          </a:xfrm>
          <a:prstGeom prst="rect">
            <a:avLst/>
          </a:prstGeom>
          <a:noFill/>
        </p:spPr>
        <p:txBody>
          <a:bodyPr wrap="square" rtlCol="0">
            <a:spAutoFit/>
          </a:bodyPr>
          <a:lstStyle/>
          <a:p>
            <a:r>
              <a:rPr lang="en-US" sz="2800" b="1" dirty="0">
                <a:solidFill>
                  <a:schemeClr val="bg1"/>
                </a:solidFill>
              </a:rPr>
              <a:t>(With Example)</a:t>
            </a:r>
          </a:p>
        </p:txBody>
      </p:sp>
      <p:pic>
        <p:nvPicPr>
          <p:cNvPr id="67" name="Graphic 66" descr="Body builder with solid fill">
            <a:extLst>
              <a:ext uri="{FF2B5EF4-FFF2-40B4-BE49-F238E27FC236}">
                <a16:creationId xmlns:a16="http://schemas.microsoft.com/office/drawing/2014/main" id="{9D2022DD-2A7E-262A-FE26-1CD882A4D1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77842" y="1972509"/>
            <a:ext cx="1609725" cy="1554786"/>
          </a:xfrm>
          <a:prstGeom prst="rect">
            <a:avLst/>
          </a:prstGeom>
        </p:spPr>
      </p:pic>
      <p:pic>
        <p:nvPicPr>
          <p:cNvPr id="1030" name="Picture 6">
            <a:extLst>
              <a:ext uri="{FF2B5EF4-FFF2-40B4-BE49-F238E27FC236}">
                <a16:creationId xmlns:a16="http://schemas.microsoft.com/office/drawing/2014/main" id="{37AABCA1-90FE-13E4-DD1A-BA913630903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25" r="15396"/>
          <a:stretch/>
        </p:blipFill>
        <p:spPr bwMode="auto">
          <a:xfrm>
            <a:off x="3014009" y="2895533"/>
            <a:ext cx="6122133" cy="3793129"/>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5D96E0F3-2659-35CB-4EAF-9A05BA58B3C2}"/>
              </a:ext>
            </a:extLst>
          </p:cNvPr>
          <p:cNvGrpSpPr/>
          <p:nvPr/>
        </p:nvGrpSpPr>
        <p:grpSpPr>
          <a:xfrm rot="10800000" flipH="1">
            <a:off x="7995249" y="143765"/>
            <a:ext cx="4041006" cy="1179757"/>
            <a:chOff x="8230329" y="5360525"/>
            <a:chExt cx="3634011" cy="1097280"/>
          </a:xfrm>
        </p:grpSpPr>
        <p:sp>
          <p:nvSpPr>
            <p:cNvPr id="66" name="Rectangle 65">
              <a:extLst>
                <a:ext uri="{FF2B5EF4-FFF2-40B4-BE49-F238E27FC236}">
                  <a16:creationId xmlns:a16="http://schemas.microsoft.com/office/drawing/2014/main" id="{F11DA0B9-68FE-27F8-617E-73D954FC3984}"/>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B1306AEB-BB79-97E8-D123-9E3FCFE0A763}"/>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331BF6D3-446F-0577-3A6C-43810D7EA3FB}"/>
              </a:ext>
            </a:extLst>
          </p:cNvPr>
          <p:cNvGrpSpPr/>
          <p:nvPr/>
        </p:nvGrpSpPr>
        <p:grpSpPr>
          <a:xfrm rot="10800000" flipV="1">
            <a:off x="140705" y="5323462"/>
            <a:ext cx="3823826" cy="1395039"/>
            <a:chOff x="8230329" y="5360525"/>
            <a:chExt cx="3643536" cy="1106806"/>
          </a:xfrm>
        </p:grpSpPr>
        <p:sp>
          <p:nvSpPr>
            <p:cNvPr id="70" name="Rectangle 69">
              <a:extLst>
                <a:ext uri="{FF2B5EF4-FFF2-40B4-BE49-F238E27FC236}">
                  <a16:creationId xmlns:a16="http://schemas.microsoft.com/office/drawing/2014/main" id="{D9A14C09-7F3F-EA65-272D-54A49E623C02}"/>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2E1DCDCF-8D07-75C5-4C9E-7CC54E525CC5}"/>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 name="Freeform 32">
            <a:extLst>
              <a:ext uri="{FF2B5EF4-FFF2-40B4-BE49-F238E27FC236}">
                <a16:creationId xmlns:a16="http://schemas.microsoft.com/office/drawing/2014/main" id="{AC7624BB-7509-623A-E73D-1C4400BA1181}"/>
              </a:ext>
            </a:extLst>
          </p:cNvPr>
          <p:cNvSpPr/>
          <p:nvPr/>
        </p:nvSpPr>
        <p:spPr>
          <a:xfrm rot="964692">
            <a:off x="1354231" y="5444785"/>
            <a:ext cx="4739160" cy="919486"/>
          </a:xfrm>
          <a:custGeom>
            <a:avLst/>
            <a:gdLst>
              <a:gd name="connsiteX0" fmla="*/ 0 w 4124325"/>
              <a:gd name="connsiteY0" fmla="*/ 0 h 838200"/>
              <a:gd name="connsiteX1" fmla="*/ 0 w 4124325"/>
              <a:gd name="connsiteY1" fmla="*/ 0 h 838200"/>
              <a:gd name="connsiteX2" fmla="*/ 85725 w 4124325"/>
              <a:gd name="connsiteY2" fmla="*/ 9525 h 838200"/>
              <a:gd name="connsiteX3" fmla="*/ 123825 w 4124325"/>
              <a:gd name="connsiteY3" fmla="*/ 19050 h 838200"/>
              <a:gd name="connsiteX4" fmla="*/ 209550 w 4124325"/>
              <a:gd name="connsiteY4" fmla="*/ 28575 h 838200"/>
              <a:gd name="connsiteX5" fmla="*/ 285750 w 4124325"/>
              <a:gd name="connsiteY5" fmla="*/ 38100 h 838200"/>
              <a:gd name="connsiteX6" fmla="*/ 323850 w 4124325"/>
              <a:gd name="connsiteY6" fmla="*/ 57150 h 838200"/>
              <a:gd name="connsiteX7" fmla="*/ 323850 w 4124325"/>
              <a:gd name="connsiteY7" fmla="*/ 57150 h 838200"/>
              <a:gd name="connsiteX8" fmla="*/ 238125 w 4124325"/>
              <a:gd name="connsiteY8" fmla="*/ 352425 h 838200"/>
              <a:gd name="connsiteX9" fmla="*/ 971550 w 4124325"/>
              <a:gd name="connsiteY9" fmla="*/ 257175 h 838200"/>
              <a:gd name="connsiteX10" fmla="*/ 800100 w 4124325"/>
              <a:gd name="connsiteY10" fmla="*/ 609600 h 838200"/>
              <a:gd name="connsiteX11" fmla="*/ 2524125 w 4124325"/>
              <a:gd name="connsiteY11" fmla="*/ 495300 h 838200"/>
              <a:gd name="connsiteX12" fmla="*/ 2190750 w 4124325"/>
              <a:gd name="connsiteY12" fmla="*/ 838200 h 838200"/>
              <a:gd name="connsiteX13" fmla="*/ 4124325 w 4124325"/>
              <a:gd name="connsiteY13" fmla="*/ 704850 h 838200"/>
              <a:gd name="connsiteX0" fmla="*/ 0 w 4124325"/>
              <a:gd name="connsiteY0" fmla="*/ 0 h 838200"/>
              <a:gd name="connsiteX1" fmla="*/ 0 w 4124325"/>
              <a:gd name="connsiteY1" fmla="*/ 0 h 838200"/>
              <a:gd name="connsiteX2" fmla="*/ 85725 w 4124325"/>
              <a:gd name="connsiteY2" fmla="*/ 9525 h 838200"/>
              <a:gd name="connsiteX3" fmla="*/ 123825 w 4124325"/>
              <a:gd name="connsiteY3" fmla="*/ 19050 h 838200"/>
              <a:gd name="connsiteX4" fmla="*/ 285750 w 4124325"/>
              <a:gd name="connsiteY4" fmla="*/ 38100 h 838200"/>
              <a:gd name="connsiteX5" fmla="*/ 323850 w 4124325"/>
              <a:gd name="connsiteY5" fmla="*/ 57150 h 838200"/>
              <a:gd name="connsiteX6" fmla="*/ 323850 w 4124325"/>
              <a:gd name="connsiteY6" fmla="*/ 57150 h 838200"/>
              <a:gd name="connsiteX7" fmla="*/ 238125 w 4124325"/>
              <a:gd name="connsiteY7" fmla="*/ 352425 h 838200"/>
              <a:gd name="connsiteX8" fmla="*/ 971550 w 4124325"/>
              <a:gd name="connsiteY8" fmla="*/ 257175 h 838200"/>
              <a:gd name="connsiteX9" fmla="*/ 800100 w 4124325"/>
              <a:gd name="connsiteY9" fmla="*/ 609600 h 838200"/>
              <a:gd name="connsiteX10" fmla="*/ 2524125 w 4124325"/>
              <a:gd name="connsiteY10" fmla="*/ 495300 h 838200"/>
              <a:gd name="connsiteX11" fmla="*/ 2190750 w 4124325"/>
              <a:gd name="connsiteY11" fmla="*/ 838200 h 838200"/>
              <a:gd name="connsiteX12" fmla="*/ 4124325 w 4124325"/>
              <a:gd name="connsiteY12" fmla="*/ 704850 h 838200"/>
              <a:gd name="connsiteX0" fmla="*/ 0 w 4124325"/>
              <a:gd name="connsiteY0" fmla="*/ 0 h 838200"/>
              <a:gd name="connsiteX1" fmla="*/ 0 w 4124325"/>
              <a:gd name="connsiteY1" fmla="*/ 0 h 838200"/>
              <a:gd name="connsiteX2" fmla="*/ 85725 w 4124325"/>
              <a:gd name="connsiteY2" fmla="*/ 9525 h 838200"/>
              <a:gd name="connsiteX3" fmla="*/ 285750 w 4124325"/>
              <a:gd name="connsiteY3" fmla="*/ 38100 h 838200"/>
              <a:gd name="connsiteX4" fmla="*/ 323850 w 4124325"/>
              <a:gd name="connsiteY4" fmla="*/ 57150 h 838200"/>
              <a:gd name="connsiteX5" fmla="*/ 323850 w 4124325"/>
              <a:gd name="connsiteY5" fmla="*/ 57150 h 838200"/>
              <a:gd name="connsiteX6" fmla="*/ 238125 w 4124325"/>
              <a:gd name="connsiteY6" fmla="*/ 352425 h 838200"/>
              <a:gd name="connsiteX7" fmla="*/ 971550 w 4124325"/>
              <a:gd name="connsiteY7" fmla="*/ 257175 h 838200"/>
              <a:gd name="connsiteX8" fmla="*/ 800100 w 4124325"/>
              <a:gd name="connsiteY8" fmla="*/ 609600 h 838200"/>
              <a:gd name="connsiteX9" fmla="*/ 2524125 w 4124325"/>
              <a:gd name="connsiteY9" fmla="*/ 495300 h 838200"/>
              <a:gd name="connsiteX10" fmla="*/ 2190750 w 4124325"/>
              <a:gd name="connsiteY10" fmla="*/ 838200 h 838200"/>
              <a:gd name="connsiteX11" fmla="*/ 4124325 w 4124325"/>
              <a:gd name="connsiteY11" fmla="*/ 704850 h 838200"/>
              <a:gd name="connsiteX0" fmla="*/ 0 w 4124325"/>
              <a:gd name="connsiteY0" fmla="*/ 0 h 838200"/>
              <a:gd name="connsiteX1" fmla="*/ 0 w 4124325"/>
              <a:gd name="connsiteY1" fmla="*/ 0 h 838200"/>
              <a:gd name="connsiteX2" fmla="*/ 285750 w 4124325"/>
              <a:gd name="connsiteY2" fmla="*/ 38100 h 838200"/>
              <a:gd name="connsiteX3" fmla="*/ 323850 w 4124325"/>
              <a:gd name="connsiteY3" fmla="*/ 57150 h 838200"/>
              <a:gd name="connsiteX4" fmla="*/ 323850 w 4124325"/>
              <a:gd name="connsiteY4" fmla="*/ 57150 h 838200"/>
              <a:gd name="connsiteX5" fmla="*/ 238125 w 4124325"/>
              <a:gd name="connsiteY5" fmla="*/ 352425 h 838200"/>
              <a:gd name="connsiteX6" fmla="*/ 971550 w 4124325"/>
              <a:gd name="connsiteY6" fmla="*/ 257175 h 838200"/>
              <a:gd name="connsiteX7" fmla="*/ 800100 w 4124325"/>
              <a:gd name="connsiteY7" fmla="*/ 609600 h 838200"/>
              <a:gd name="connsiteX8" fmla="*/ 2524125 w 4124325"/>
              <a:gd name="connsiteY8" fmla="*/ 495300 h 838200"/>
              <a:gd name="connsiteX9" fmla="*/ 2190750 w 4124325"/>
              <a:gd name="connsiteY9" fmla="*/ 838200 h 838200"/>
              <a:gd name="connsiteX10" fmla="*/ 4124325 w 4124325"/>
              <a:gd name="connsiteY10" fmla="*/ 704850 h 838200"/>
              <a:gd name="connsiteX0" fmla="*/ 0 w 4124325"/>
              <a:gd name="connsiteY0" fmla="*/ 0 h 838200"/>
              <a:gd name="connsiteX1" fmla="*/ 0 w 4124325"/>
              <a:gd name="connsiteY1" fmla="*/ 0 h 838200"/>
              <a:gd name="connsiteX2" fmla="*/ 323850 w 4124325"/>
              <a:gd name="connsiteY2" fmla="*/ 57150 h 838200"/>
              <a:gd name="connsiteX3" fmla="*/ 323850 w 4124325"/>
              <a:gd name="connsiteY3" fmla="*/ 57150 h 838200"/>
              <a:gd name="connsiteX4" fmla="*/ 238125 w 4124325"/>
              <a:gd name="connsiteY4" fmla="*/ 352425 h 838200"/>
              <a:gd name="connsiteX5" fmla="*/ 971550 w 4124325"/>
              <a:gd name="connsiteY5" fmla="*/ 257175 h 838200"/>
              <a:gd name="connsiteX6" fmla="*/ 800100 w 4124325"/>
              <a:gd name="connsiteY6" fmla="*/ 609600 h 838200"/>
              <a:gd name="connsiteX7" fmla="*/ 2524125 w 4124325"/>
              <a:gd name="connsiteY7" fmla="*/ 495300 h 838200"/>
              <a:gd name="connsiteX8" fmla="*/ 2190750 w 4124325"/>
              <a:gd name="connsiteY8" fmla="*/ 838200 h 838200"/>
              <a:gd name="connsiteX9" fmla="*/ 4124325 w 4124325"/>
              <a:gd name="connsiteY9" fmla="*/ 704850 h 838200"/>
              <a:gd name="connsiteX0" fmla="*/ 0 w 4124325"/>
              <a:gd name="connsiteY0" fmla="*/ 19050 h 857250"/>
              <a:gd name="connsiteX1" fmla="*/ 0 w 4124325"/>
              <a:gd name="connsiteY1" fmla="*/ 19050 h 857250"/>
              <a:gd name="connsiteX2" fmla="*/ 323850 w 4124325"/>
              <a:gd name="connsiteY2" fmla="*/ 76200 h 857250"/>
              <a:gd name="connsiteX3" fmla="*/ 400050 w 4124325"/>
              <a:gd name="connsiteY3" fmla="*/ 0 h 857250"/>
              <a:gd name="connsiteX4" fmla="*/ 238125 w 4124325"/>
              <a:gd name="connsiteY4" fmla="*/ 371475 h 857250"/>
              <a:gd name="connsiteX5" fmla="*/ 971550 w 4124325"/>
              <a:gd name="connsiteY5" fmla="*/ 276225 h 857250"/>
              <a:gd name="connsiteX6" fmla="*/ 800100 w 4124325"/>
              <a:gd name="connsiteY6" fmla="*/ 628650 h 857250"/>
              <a:gd name="connsiteX7" fmla="*/ 2524125 w 4124325"/>
              <a:gd name="connsiteY7" fmla="*/ 514350 h 857250"/>
              <a:gd name="connsiteX8" fmla="*/ 2190750 w 4124325"/>
              <a:gd name="connsiteY8" fmla="*/ 857250 h 857250"/>
              <a:gd name="connsiteX9" fmla="*/ 4124325 w 4124325"/>
              <a:gd name="connsiteY9" fmla="*/ 723900 h 85725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284758 w 4124325"/>
              <a:gd name="connsiteY6" fmla="*/ 437570 h 838200"/>
              <a:gd name="connsiteX7" fmla="*/ 2524125 w 4124325"/>
              <a:gd name="connsiteY7" fmla="*/ 495300 h 838200"/>
              <a:gd name="connsiteX8" fmla="*/ 2190750 w 4124325"/>
              <a:gd name="connsiteY8" fmla="*/ 838200 h 838200"/>
              <a:gd name="connsiteX9" fmla="*/ 4124325 w 4124325"/>
              <a:gd name="connsiteY9"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698"/>
              <a:gd name="connsiteX1" fmla="*/ 0 w 4124325"/>
              <a:gd name="connsiteY1" fmla="*/ 0 h 838698"/>
              <a:gd name="connsiteX2" fmla="*/ 323850 w 4124325"/>
              <a:gd name="connsiteY2" fmla="*/ 57150 h 838698"/>
              <a:gd name="connsiteX3" fmla="*/ 238125 w 4124325"/>
              <a:gd name="connsiteY3" fmla="*/ 352425 h 838698"/>
              <a:gd name="connsiteX4" fmla="*/ 971550 w 4124325"/>
              <a:gd name="connsiteY4" fmla="*/ 257175 h 838698"/>
              <a:gd name="connsiteX5" fmla="*/ 704684 w 4124325"/>
              <a:gd name="connsiteY5" fmla="*/ 629478 h 838698"/>
              <a:gd name="connsiteX6" fmla="*/ 2524125 w 4124325"/>
              <a:gd name="connsiteY6" fmla="*/ 495300 h 838698"/>
              <a:gd name="connsiteX7" fmla="*/ 2190750 w 4124325"/>
              <a:gd name="connsiteY7" fmla="*/ 838200 h 838698"/>
              <a:gd name="connsiteX8" fmla="*/ 4124325 w 4124325"/>
              <a:gd name="connsiteY8" fmla="*/ 704850 h 838698"/>
              <a:gd name="connsiteX0" fmla="*/ 0 w 5281240"/>
              <a:gd name="connsiteY0" fmla="*/ 0 h 838698"/>
              <a:gd name="connsiteX1" fmla="*/ 0 w 5281240"/>
              <a:gd name="connsiteY1" fmla="*/ 0 h 838698"/>
              <a:gd name="connsiteX2" fmla="*/ 323850 w 5281240"/>
              <a:gd name="connsiteY2" fmla="*/ 57150 h 838698"/>
              <a:gd name="connsiteX3" fmla="*/ 238125 w 5281240"/>
              <a:gd name="connsiteY3" fmla="*/ 352425 h 838698"/>
              <a:gd name="connsiteX4" fmla="*/ 971550 w 5281240"/>
              <a:gd name="connsiteY4" fmla="*/ 257175 h 838698"/>
              <a:gd name="connsiteX5" fmla="*/ 704684 w 5281240"/>
              <a:gd name="connsiteY5" fmla="*/ 629478 h 838698"/>
              <a:gd name="connsiteX6" fmla="*/ 2524125 w 5281240"/>
              <a:gd name="connsiteY6" fmla="*/ 495300 h 838698"/>
              <a:gd name="connsiteX7" fmla="*/ 2190750 w 5281240"/>
              <a:gd name="connsiteY7" fmla="*/ 838200 h 838698"/>
              <a:gd name="connsiteX8" fmla="*/ 5281240 w 5281240"/>
              <a:gd name="connsiteY8" fmla="*/ 617385 h 838698"/>
              <a:gd name="connsiteX0" fmla="*/ 0 w 7139742"/>
              <a:gd name="connsiteY0" fmla="*/ 0 h 838698"/>
              <a:gd name="connsiteX1" fmla="*/ 0 w 7139742"/>
              <a:gd name="connsiteY1" fmla="*/ 0 h 838698"/>
              <a:gd name="connsiteX2" fmla="*/ 323850 w 7139742"/>
              <a:gd name="connsiteY2" fmla="*/ 57150 h 838698"/>
              <a:gd name="connsiteX3" fmla="*/ 238125 w 7139742"/>
              <a:gd name="connsiteY3" fmla="*/ 352425 h 838698"/>
              <a:gd name="connsiteX4" fmla="*/ 971550 w 7139742"/>
              <a:gd name="connsiteY4" fmla="*/ 257175 h 838698"/>
              <a:gd name="connsiteX5" fmla="*/ 704684 w 7139742"/>
              <a:gd name="connsiteY5" fmla="*/ 629478 h 838698"/>
              <a:gd name="connsiteX6" fmla="*/ 2524125 w 7139742"/>
              <a:gd name="connsiteY6" fmla="*/ 495300 h 838698"/>
              <a:gd name="connsiteX7" fmla="*/ 2190750 w 7139742"/>
              <a:gd name="connsiteY7" fmla="*/ 838200 h 838698"/>
              <a:gd name="connsiteX8" fmla="*/ 7139742 w 7139742"/>
              <a:gd name="connsiteY8" fmla="*/ 608318 h 838698"/>
              <a:gd name="connsiteX0" fmla="*/ 0 w 7239467"/>
              <a:gd name="connsiteY0" fmla="*/ 0 h 838698"/>
              <a:gd name="connsiteX1" fmla="*/ 0 w 7239467"/>
              <a:gd name="connsiteY1" fmla="*/ 0 h 838698"/>
              <a:gd name="connsiteX2" fmla="*/ 323850 w 7239467"/>
              <a:gd name="connsiteY2" fmla="*/ 57150 h 838698"/>
              <a:gd name="connsiteX3" fmla="*/ 238125 w 7239467"/>
              <a:gd name="connsiteY3" fmla="*/ 352425 h 838698"/>
              <a:gd name="connsiteX4" fmla="*/ 971550 w 7239467"/>
              <a:gd name="connsiteY4" fmla="*/ 257175 h 838698"/>
              <a:gd name="connsiteX5" fmla="*/ 704684 w 7239467"/>
              <a:gd name="connsiteY5" fmla="*/ 629478 h 838698"/>
              <a:gd name="connsiteX6" fmla="*/ 2524125 w 7239467"/>
              <a:gd name="connsiteY6" fmla="*/ 495300 h 838698"/>
              <a:gd name="connsiteX7" fmla="*/ 2190750 w 7239467"/>
              <a:gd name="connsiteY7" fmla="*/ 838200 h 838698"/>
              <a:gd name="connsiteX8" fmla="*/ 7239467 w 723946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94137" h="838698">
                <a:moveTo>
                  <a:pt x="0" y="0"/>
                </a:moveTo>
                <a:lnTo>
                  <a:pt x="0" y="0"/>
                </a:lnTo>
                <a:cubicBezTo>
                  <a:pt x="107950" y="19050"/>
                  <a:pt x="386654" y="-32693"/>
                  <a:pt x="323850" y="57150"/>
                </a:cubicBezTo>
                <a:cubicBezTo>
                  <a:pt x="233116" y="186948"/>
                  <a:pt x="70540" y="342942"/>
                  <a:pt x="238125" y="352425"/>
                </a:cubicBezTo>
                <a:cubicBezTo>
                  <a:pt x="482600" y="320675"/>
                  <a:pt x="985493" y="129899"/>
                  <a:pt x="971550" y="257175"/>
                </a:cubicBezTo>
                <a:cubicBezTo>
                  <a:pt x="942229" y="426333"/>
                  <a:pt x="475587" y="595492"/>
                  <a:pt x="704684" y="629478"/>
                </a:cubicBezTo>
                <a:cubicBezTo>
                  <a:pt x="963446" y="669165"/>
                  <a:pt x="2681964" y="361122"/>
                  <a:pt x="2524125" y="495300"/>
                </a:cubicBezTo>
                <a:cubicBezTo>
                  <a:pt x="2413000" y="609600"/>
                  <a:pt x="1912261" y="851121"/>
                  <a:pt x="2190750" y="838200"/>
                </a:cubicBezTo>
                <a:cubicBezTo>
                  <a:pt x="3220913" y="764595"/>
                  <a:pt x="6218369" y="618462"/>
                  <a:pt x="7194137" y="608318"/>
                </a:cubicBezTo>
              </a:path>
            </a:pathLst>
          </a:custGeom>
          <a:ln w="349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dirty="0"/>
          </a:p>
        </p:txBody>
      </p:sp>
      <p:grpSp>
        <p:nvGrpSpPr>
          <p:cNvPr id="73" name="Group 72">
            <a:extLst>
              <a:ext uri="{FF2B5EF4-FFF2-40B4-BE49-F238E27FC236}">
                <a16:creationId xmlns:a16="http://schemas.microsoft.com/office/drawing/2014/main" id="{00BC451A-C777-F0BF-6A93-001BE92CCFBC}"/>
              </a:ext>
            </a:extLst>
          </p:cNvPr>
          <p:cNvGrpSpPr/>
          <p:nvPr/>
        </p:nvGrpSpPr>
        <p:grpSpPr>
          <a:xfrm rot="5400000">
            <a:off x="10045517" y="3625666"/>
            <a:ext cx="3253432" cy="525185"/>
            <a:chOff x="1612709" y="1258934"/>
            <a:chExt cx="2620319" cy="525185"/>
          </a:xfrm>
        </p:grpSpPr>
        <p:sp>
          <p:nvSpPr>
            <p:cNvPr id="74" name="Freeform: Shape 73">
              <a:extLst>
                <a:ext uri="{FF2B5EF4-FFF2-40B4-BE49-F238E27FC236}">
                  <a16:creationId xmlns:a16="http://schemas.microsoft.com/office/drawing/2014/main" id="{353A03B3-DBCB-EC2F-F9B7-A2C2F1E51219}"/>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14FAB98-7131-DA40-ED05-58315B3A5E3F}"/>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6A2EFCD5-DF24-5117-B458-5332D70B1845}"/>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682CC636-1986-854C-2901-AAC1FE6DD917}"/>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7E6321E2-B8E3-C01D-717C-0FECEF5B2734}"/>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D0E4C4FE-1766-641E-2718-FCD956221952}"/>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A7A6F60F-B212-C414-E270-2D7F5511E0D1}"/>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98D5C681-ECF6-3D7F-CB8B-6186CC8695AA}"/>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345BE67-0208-E44B-1F7A-4BABD756B56F}"/>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63B4ABF-A6EF-2369-8BE8-915122014C82}"/>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0DCF4DF4-7188-9426-D820-427FD99181AA}"/>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FBB1A6B4-1D1A-4B75-BCD6-5A269ABE1EEA}"/>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EC16A18-BE18-3C5B-B74D-0389A6475F77}"/>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55709B5B-4986-98A0-E9C7-AE5DF4DA6810}"/>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3B449752-7BA5-1FA3-9FE5-249382501A50}"/>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03D5DDCD-31B1-CDE1-C546-02A9CCD47A9C}"/>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C84397CA-DFB0-5122-71AD-0E2775988D73}"/>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1AFDD2C3-4A7C-2F1E-1F06-E2906277F48B}"/>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95AD72B-3601-3268-32A3-ADD534FB0DBA}"/>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3004F826-BCA4-064F-2558-BC7A31B37E91}"/>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BC9D5501-569E-9A18-D7A4-71382D3BC783}"/>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63098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prstGeom prst="rect">
            <a:avLst/>
          </a:prstGeom>
        </p:spPr>
        <p:txBody>
          <a:bodyPr/>
          <a:lstStyle/>
          <a:p>
            <a:r>
              <a:rPr lang="en-US" b="1" dirty="0"/>
              <a:t>Technology Used</a:t>
            </a:r>
          </a:p>
        </p:txBody>
      </p:sp>
      <p:grpSp>
        <p:nvGrpSpPr>
          <p:cNvPr id="59" name="Group 58">
            <a:extLst>
              <a:ext uri="{FF2B5EF4-FFF2-40B4-BE49-F238E27FC236}">
                <a16:creationId xmlns:a16="http://schemas.microsoft.com/office/drawing/2014/main" id="{73C33118-8F95-D823-CDF3-596F651F517C}"/>
              </a:ext>
            </a:extLst>
          </p:cNvPr>
          <p:cNvGrpSpPr/>
          <p:nvPr/>
        </p:nvGrpSpPr>
        <p:grpSpPr>
          <a:xfrm rot="2206929">
            <a:off x="-384811" y="564083"/>
            <a:ext cx="2952312" cy="3670229"/>
            <a:chOff x="1018679" y="1848460"/>
            <a:chExt cx="2952312" cy="3670229"/>
          </a:xfrm>
        </p:grpSpPr>
        <p:sp>
          <p:nvSpPr>
            <p:cNvPr id="29" name="Oval 1">
              <a:extLst>
                <a:ext uri="{FF2B5EF4-FFF2-40B4-BE49-F238E27FC236}">
                  <a16:creationId xmlns:a16="http://schemas.microsoft.com/office/drawing/2014/main" id="{C6655EEA-7455-4D99-98C2-429D9A73595F}"/>
                </a:ext>
              </a:extLst>
            </p:cNvPr>
            <p:cNvSpPr/>
            <p:nvPr/>
          </p:nvSpPr>
          <p:spPr>
            <a:xfrm rot="19043010">
              <a:off x="1018679" y="1848460"/>
              <a:ext cx="2271442" cy="2335067"/>
            </a:xfrm>
            <a:custGeom>
              <a:avLst/>
              <a:gdLst/>
              <a:ahLst/>
              <a:cxnLst/>
              <a:rect l="l" t="t" r="r" b="b"/>
              <a:pathLst>
                <a:path w="2552017" h="2623501">
                  <a:moveTo>
                    <a:pt x="960593" y="2481474"/>
                  </a:moveTo>
                  <a:lnTo>
                    <a:pt x="1639506" y="2481474"/>
                  </a:lnTo>
                  <a:cubicBezTo>
                    <a:pt x="1671635" y="2481474"/>
                    <a:pt x="1697681" y="2507520"/>
                    <a:pt x="1697681" y="2539649"/>
                  </a:cubicBezTo>
                  <a:lnTo>
                    <a:pt x="1697681" y="2565326"/>
                  </a:lnTo>
                  <a:cubicBezTo>
                    <a:pt x="1697681" y="2597455"/>
                    <a:pt x="1671635" y="2623501"/>
                    <a:pt x="1639506" y="2623501"/>
                  </a:cubicBezTo>
                  <a:lnTo>
                    <a:pt x="960593" y="2623501"/>
                  </a:lnTo>
                  <a:cubicBezTo>
                    <a:pt x="928464" y="2623501"/>
                    <a:pt x="902418" y="2597455"/>
                    <a:pt x="902418" y="2565326"/>
                  </a:cubicBezTo>
                  <a:lnTo>
                    <a:pt x="902418" y="2539649"/>
                  </a:lnTo>
                  <a:cubicBezTo>
                    <a:pt x="902418" y="2507520"/>
                    <a:pt x="928464" y="2481474"/>
                    <a:pt x="960593" y="2481474"/>
                  </a:cubicBezTo>
                  <a:close/>
                  <a:moveTo>
                    <a:pt x="932191" y="2289251"/>
                  </a:moveTo>
                  <a:lnTo>
                    <a:pt x="1667909" y="2289251"/>
                  </a:lnTo>
                  <a:cubicBezTo>
                    <a:pt x="1700037" y="2289251"/>
                    <a:pt x="1726082" y="2315296"/>
                    <a:pt x="1726082" y="2347425"/>
                  </a:cubicBezTo>
                  <a:lnTo>
                    <a:pt x="1726082" y="2373104"/>
                  </a:lnTo>
                  <a:cubicBezTo>
                    <a:pt x="1726082" y="2405232"/>
                    <a:pt x="1700037" y="2431279"/>
                    <a:pt x="1667909" y="2431279"/>
                  </a:cubicBezTo>
                  <a:lnTo>
                    <a:pt x="932191" y="2431279"/>
                  </a:lnTo>
                  <a:cubicBezTo>
                    <a:pt x="900060" y="2431279"/>
                    <a:pt x="874016" y="2405232"/>
                    <a:pt x="874016" y="2373104"/>
                  </a:cubicBezTo>
                  <a:lnTo>
                    <a:pt x="874016" y="2347425"/>
                  </a:lnTo>
                  <a:cubicBezTo>
                    <a:pt x="874016" y="2315296"/>
                    <a:pt x="900060" y="2289251"/>
                    <a:pt x="932191" y="2289251"/>
                  </a:cubicBezTo>
                  <a:close/>
                  <a:moveTo>
                    <a:pt x="2552017" y="936595"/>
                  </a:moveTo>
                  <a:lnTo>
                    <a:pt x="2552017" y="1134206"/>
                  </a:lnTo>
                  <a:lnTo>
                    <a:pt x="2269715" y="1094683"/>
                  </a:lnTo>
                  <a:lnTo>
                    <a:pt x="2269715" y="976116"/>
                  </a:lnTo>
                  <a:close/>
                  <a:moveTo>
                    <a:pt x="0" y="936595"/>
                  </a:moveTo>
                  <a:lnTo>
                    <a:pt x="282302" y="976116"/>
                  </a:lnTo>
                  <a:lnTo>
                    <a:pt x="282302" y="1094683"/>
                  </a:lnTo>
                  <a:lnTo>
                    <a:pt x="0" y="1134206"/>
                  </a:lnTo>
                  <a:close/>
                  <a:moveTo>
                    <a:pt x="1294602" y="538610"/>
                  </a:moveTo>
                  <a:cubicBezTo>
                    <a:pt x="913173" y="539058"/>
                    <a:pt x="604117" y="848419"/>
                    <a:pt x="604117" y="1229963"/>
                  </a:cubicBezTo>
                  <a:cubicBezTo>
                    <a:pt x="604117" y="1488254"/>
                    <a:pt x="788458" y="1743173"/>
                    <a:pt x="933602" y="1859635"/>
                  </a:cubicBezTo>
                  <a:cubicBezTo>
                    <a:pt x="999780" y="1936202"/>
                    <a:pt x="994533" y="1937770"/>
                    <a:pt x="1021427" y="2035767"/>
                  </a:cubicBezTo>
                  <a:cubicBezTo>
                    <a:pt x="1030792" y="2095827"/>
                    <a:pt x="1015388" y="2108637"/>
                    <a:pt x="1052591" y="2112393"/>
                  </a:cubicBezTo>
                  <a:lnTo>
                    <a:pt x="1054999" y="2125056"/>
                  </a:lnTo>
                  <a:lnTo>
                    <a:pt x="1550433" y="2125056"/>
                  </a:lnTo>
                  <a:lnTo>
                    <a:pt x="1553159" y="2110727"/>
                  </a:lnTo>
                  <a:cubicBezTo>
                    <a:pt x="1573723" y="2104124"/>
                    <a:pt x="1563459" y="2087417"/>
                    <a:pt x="1571512" y="2035767"/>
                  </a:cubicBezTo>
                  <a:cubicBezTo>
                    <a:pt x="1598405" y="1937770"/>
                    <a:pt x="1593158" y="1936202"/>
                    <a:pt x="1659337" y="1859635"/>
                  </a:cubicBezTo>
                  <a:cubicBezTo>
                    <a:pt x="1804480" y="1743173"/>
                    <a:pt x="1988823" y="1488254"/>
                    <a:pt x="1988823" y="1229963"/>
                  </a:cubicBezTo>
                  <a:cubicBezTo>
                    <a:pt x="1988823" y="848419"/>
                    <a:pt x="1679767" y="539058"/>
                    <a:pt x="1298337" y="538610"/>
                  </a:cubicBezTo>
                  <a:lnTo>
                    <a:pt x="1298337" y="538781"/>
                  </a:lnTo>
                  <a:lnTo>
                    <a:pt x="1296470" y="538638"/>
                  </a:lnTo>
                  <a:lnTo>
                    <a:pt x="1294602" y="538781"/>
                  </a:lnTo>
                  <a:close/>
                  <a:moveTo>
                    <a:pt x="1294881" y="366993"/>
                  </a:moveTo>
                  <a:lnTo>
                    <a:pt x="1296470" y="367115"/>
                  </a:lnTo>
                  <a:lnTo>
                    <a:pt x="1298059" y="366993"/>
                  </a:lnTo>
                  <a:cubicBezTo>
                    <a:pt x="1765638" y="366993"/>
                    <a:pt x="2144688" y="746041"/>
                    <a:pt x="2144688" y="1213621"/>
                  </a:cubicBezTo>
                  <a:cubicBezTo>
                    <a:pt x="2144688" y="1530035"/>
                    <a:pt x="1918769" y="1842315"/>
                    <a:pt x="1741015" y="1984856"/>
                  </a:cubicBezTo>
                  <a:cubicBezTo>
                    <a:pt x="1688059" y="2045866"/>
                    <a:pt x="1711430" y="2077925"/>
                    <a:pt x="1700050" y="2157459"/>
                  </a:cubicBezTo>
                  <a:cubicBezTo>
                    <a:pt x="1670466" y="2218857"/>
                    <a:pt x="1644003" y="2238490"/>
                    <a:pt x="1591710" y="2238490"/>
                  </a:cubicBezTo>
                  <a:lnTo>
                    <a:pt x="1296470" y="2237434"/>
                  </a:lnTo>
                  <a:lnTo>
                    <a:pt x="1001230" y="2238490"/>
                  </a:lnTo>
                  <a:cubicBezTo>
                    <a:pt x="948937" y="2238490"/>
                    <a:pt x="922474" y="2218857"/>
                    <a:pt x="892888" y="2157459"/>
                  </a:cubicBezTo>
                  <a:cubicBezTo>
                    <a:pt x="881509" y="2077925"/>
                    <a:pt x="904880" y="2045866"/>
                    <a:pt x="851923" y="1984856"/>
                  </a:cubicBezTo>
                  <a:cubicBezTo>
                    <a:pt x="674170" y="1842315"/>
                    <a:pt x="448251" y="1530035"/>
                    <a:pt x="448251" y="1213621"/>
                  </a:cubicBezTo>
                  <a:cubicBezTo>
                    <a:pt x="448251" y="746041"/>
                    <a:pt x="827300" y="366993"/>
                    <a:pt x="1294881" y="366993"/>
                  </a:cubicBezTo>
                  <a:close/>
                  <a:moveTo>
                    <a:pt x="2017322" y="195354"/>
                  </a:moveTo>
                  <a:lnTo>
                    <a:pt x="2168700" y="322376"/>
                  </a:lnTo>
                  <a:lnTo>
                    <a:pt x="1956964" y="513228"/>
                  </a:lnTo>
                  <a:lnTo>
                    <a:pt x="1866137" y="437013"/>
                  </a:lnTo>
                  <a:close/>
                  <a:moveTo>
                    <a:pt x="520680" y="195354"/>
                  </a:moveTo>
                  <a:lnTo>
                    <a:pt x="671864" y="437013"/>
                  </a:lnTo>
                  <a:lnTo>
                    <a:pt x="581036" y="513228"/>
                  </a:lnTo>
                  <a:lnTo>
                    <a:pt x="369300" y="322376"/>
                  </a:lnTo>
                  <a:close/>
                  <a:moveTo>
                    <a:pt x="1197664" y="0"/>
                  </a:moveTo>
                  <a:lnTo>
                    <a:pt x="1395275" y="0"/>
                  </a:lnTo>
                  <a:lnTo>
                    <a:pt x="1355752" y="282302"/>
                  </a:lnTo>
                  <a:lnTo>
                    <a:pt x="1237185" y="2823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58" name="Group 57">
              <a:extLst>
                <a:ext uri="{FF2B5EF4-FFF2-40B4-BE49-F238E27FC236}">
                  <a16:creationId xmlns:a16="http://schemas.microsoft.com/office/drawing/2014/main" id="{F33CAD1A-D3D1-212B-9219-79965CDBC213}"/>
                </a:ext>
              </a:extLst>
            </p:cNvPr>
            <p:cNvGrpSpPr/>
            <p:nvPr/>
          </p:nvGrpSpPr>
          <p:grpSpPr>
            <a:xfrm>
              <a:off x="1561179" y="2495177"/>
              <a:ext cx="2409812" cy="3023512"/>
              <a:chOff x="1561179" y="2495177"/>
              <a:chExt cx="2409812" cy="3023512"/>
            </a:xfrm>
          </p:grpSpPr>
          <p:grpSp>
            <p:nvGrpSpPr>
              <p:cNvPr id="30" name="Group 18">
                <a:extLst>
                  <a:ext uri="{FF2B5EF4-FFF2-40B4-BE49-F238E27FC236}">
                    <a16:creationId xmlns:a16="http://schemas.microsoft.com/office/drawing/2014/main" id="{FDBAB89B-9752-4D63-B05D-04DDB2818238}"/>
                  </a:ext>
                </a:extLst>
              </p:cNvPr>
              <p:cNvGrpSpPr/>
              <p:nvPr/>
            </p:nvGrpSpPr>
            <p:grpSpPr>
              <a:xfrm rot="19043010">
                <a:off x="3312156" y="3670884"/>
                <a:ext cx="658835" cy="1847805"/>
                <a:chOff x="6208048" y="3967120"/>
                <a:chExt cx="864096" cy="2231240"/>
              </a:xfrm>
            </p:grpSpPr>
            <p:sp>
              <p:nvSpPr>
                <p:cNvPr id="49" name="Rectangle 13">
                  <a:extLst>
                    <a:ext uri="{FF2B5EF4-FFF2-40B4-BE49-F238E27FC236}">
                      <a16:creationId xmlns:a16="http://schemas.microsoft.com/office/drawing/2014/main" id="{63B4E9AB-433C-4A8E-A201-FC2A47C307FA}"/>
                    </a:ext>
                  </a:extLst>
                </p:cNvPr>
                <p:cNvSpPr/>
                <p:nvPr/>
              </p:nvSpPr>
              <p:spPr>
                <a:xfrm>
                  <a:off x="6208144" y="3967120"/>
                  <a:ext cx="864000" cy="1416860"/>
                </a:xfrm>
                <a:prstGeom prst="rect">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50" name="Isosceles Triangle 14">
                  <a:extLst>
                    <a:ext uri="{FF2B5EF4-FFF2-40B4-BE49-F238E27FC236}">
                      <a16:creationId xmlns:a16="http://schemas.microsoft.com/office/drawing/2014/main" id="{94B97142-4D08-45E9-95D6-57109E058C63}"/>
                    </a:ext>
                  </a:extLst>
                </p:cNvPr>
                <p:cNvSpPr/>
                <p:nvPr/>
              </p:nvSpPr>
              <p:spPr>
                <a:xfrm rot="10800000">
                  <a:off x="6485344" y="5887981"/>
                  <a:ext cx="309600" cy="310379"/>
                </a:xfrm>
                <a:prstGeom prst="triangle">
                  <a:avLst/>
                </a:prstGeom>
                <a:solidFill>
                  <a:schemeClr val="bg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p>
              </p:txBody>
            </p:sp>
            <p:sp>
              <p:nvSpPr>
                <p:cNvPr id="51" name="Trapezoid 12">
                  <a:extLst>
                    <a:ext uri="{FF2B5EF4-FFF2-40B4-BE49-F238E27FC236}">
                      <a16:creationId xmlns:a16="http://schemas.microsoft.com/office/drawing/2014/main" id="{76A5B5DD-AB2B-47AB-9DB1-D5638A7D2FF1}"/>
                    </a:ext>
                  </a:extLst>
                </p:cNvPr>
                <p:cNvSpPr/>
                <p:nvPr/>
              </p:nvSpPr>
              <p:spPr>
                <a:xfrm rot="10800000">
                  <a:off x="6208048" y="5189849"/>
                  <a:ext cx="864096" cy="696733"/>
                </a:xfrm>
                <a:custGeom>
                  <a:avLst/>
                  <a:gdLst>
                    <a:gd name="connsiteX0" fmla="*/ 0 w 864096"/>
                    <a:gd name="connsiteY0" fmla="*/ 504000 h 504000"/>
                    <a:gd name="connsiteX1" fmla="*/ 278218 w 864096"/>
                    <a:gd name="connsiteY1" fmla="*/ 0 h 504000"/>
                    <a:gd name="connsiteX2" fmla="*/ 585878 w 864096"/>
                    <a:gd name="connsiteY2" fmla="*/ 0 h 504000"/>
                    <a:gd name="connsiteX3" fmla="*/ 864096 w 864096"/>
                    <a:gd name="connsiteY3" fmla="*/ 504000 h 504000"/>
                    <a:gd name="connsiteX4" fmla="*/ 0 w 864096"/>
                    <a:gd name="connsiteY4" fmla="*/ 504000 h 504000"/>
                    <a:gd name="connsiteX0" fmla="*/ 0 w 864096"/>
                    <a:gd name="connsiteY0" fmla="*/ 504000 h 504000"/>
                    <a:gd name="connsiteX1" fmla="*/ 278218 w 864096"/>
                    <a:gd name="connsiteY1" fmla="*/ 0 h 504000"/>
                    <a:gd name="connsiteX2" fmla="*/ 585878 w 864096"/>
                    <a:gd name="connsiteY2" fmla="*/ 0 h 504000"/>
                    <a:gd name="connsiteX3" fmla="*/ 864096 w 864096"/>
                    <a:gd name="connsiteY3" fmla="*/ 504000 h 504000"/>
                    <a:gd name="connsiteX4" fmla="*/ 654389 w 864096"/>
                    <a:gd name="connsiteY4" fmla="*/ 502269 h 504000"/>
                    <a:gd name="connsiteX5" fmla="*/ 0 w 864096"/>
                    <a:gd name="connsiteY5" fmla="*/ 504000 h 504000"/>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0 w 864096"/>
                    <a:gd name="connsiteY5"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0 w 864096"/>
                    <a:gd name="connsiteY5" fmla="*/ 504000 h 692597"/>
                    <a:gd name="connsiteX0" fmla="*/ 0 w 864096"/>
                    <a:gd name="connsiteY0" fmla="*/ 504000 h 693799"/>
                    <a:gd name="connsiteX1" fmla="*/ 278218 w 864096"/>
                    <a:gd name="connsiteY1" fmla="*/ 0 h 693799"/>
                    <a:gd name="connsiteX2" fmla="*/ 585878 w 864096"/>
                    <a:gd name="connsiteY2" fmla="*/ 0 h 693799"/>
                    <a:gd name="connsiteX3" fmla="*/ 864096 w 864096"/>
                    <a:gd name="connsiteY3" fmla="*/ 504000 h 693799"/>
                    <a:gd name="connsiteX4" fmla="*/ 646114 w 864096"/>
                    <a:gd name="connsiteY4" fmla="*/ 692597 h 693799"/>
                    <a:gd name="connsiteX5" fmla="*/ 418548 w 864096"/>
                    <a:gd name="connsiteY5" fmla="*/ 580882 h 693799"/>
                    <a:gd name="connsiteX6" fmla="*/ 0 w 864096"/>
                    <a:gd name="connsiteY6" fmla="*/ 504000 h 693799"/>
                    <a:gd name="connsiteX0" fmla="*/ 0 w 864096"/>
                    <a:gd name="connsiteY0" fmla="*/ 504000 h 693347"/>
                    <a:gd name="connsiteX1" fmla="*/ 278218 w 864096"/>
                    <a:gd name="connsiteY1" fmla="*/ 0 h 693347"/>
                    <a:gd name="connsiteX2" fmla="*/ 585878 w 864096"/>
                    <a:gd name="connsiteY2" fmla="*/ 0 h 693347"/>
                    <a:gd name="connsiteX3" fmla="*/ 864096 w 864096"/>
                    <a:gd name="connsiteY3" fmla="*/ 504000 h 693347"/>
                    <a:gd name="connsiteX4" fmla="*/ 646114 w 864096"/>
                    <a:gd name="connsiteY4" fmla="*/ 692597 h 693347"/>
                    <a:gd name="connsiteX5" fmla="*/ 418548 w 864096"/>
                    <a:gd name="connsiteY5" fmla="*/ 518819 h 693347"/>
                    <a:gd name="connsiteX6" fmla="*/ 0 w 864096"/>
                    <a:gd name="connsiteY6" fmla="*/ 504000 h 69334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18548 w 864096"/>
                    <a:gd name="connsiteY5" fmla="*/ 518819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18548 w 864096"/>
                    <a:gd name="connsiteY5" fmla="*/ 518819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162 w 864258"/>
                    <a:gd name="connsiteY0" fmla="*/ 504000 h 692597"/>
                    <a:gd name="connsiteX1" fmla="*/ 278380 w 864258"/>
                    <a:gd name="connsiteY1" fmla="*/ 0 h 692597"/>
                    <a:gd name="connsiteX2" fmla="*/ 586040 w 864258"/>
                    <a:gd name="connsiteY2" fmla="*/ 0 h 692597"/>
                    <a:gd name="connsiteX3" fmla="*/ 864258 w 864258"/>
                    <a:gd name="connsiteY3" fmla="*/ 504000 h 692597"/>
                    <a:gd name="connsiteX4" fmla="*/ 646276 w 864258"/>
                    <a:gd name="connsiteY4" fmla="*/ 692597 h 692597"/>
                    <a:gd name="connsiteX5" fmla="*/ 422848 w 864258"/>
                    <a:gd name="connsiteY5" fmla="*/ 489856 h 692597"/>
                    <a:gd name="connsiteX6" fmla="*/ 240795 w 864258"/>
                    <a:gd name="connsiteY6" fmla="*/ 576744 h 692597"/>
                    <a:gd name="connsiteX7" fmla="*/ 162 w 864258"/>
                    <a:gd name="connsiteY7" fmla="*/ 504000 h 692597"/>
                    <a:gd name="connsiteX0" fmla="*/ 153 w 864249"/>
                    <a:gd name="connsiteY0" fmla="*/ 504000 h 692597"/>
                    <a:gd name="connsiteX1" fmla="*/ 278371 w 864249"/>
                    <a:gd name="connsiteY1" fmla="*/ 0 h 692597"/>
                    <a:gd name="connsiteX2" fmla="*/ 586031 w 864249"/>
                    <a:gd name="connsiteY2" fmla="*/ 0 h 692597"/>
                    <a:gd name="connsiteX3" fmla="*/ 864249 w 864249"/>
                    <a:gd name="connsiteY3" fmla="*/ 504000 h 692597"/>
                    <a:gd name="connsiteX4" fmla="*/ 646267 w 864249"/>
                    <a:gd name="connsiteY4" fmla="*/ 692597 h 692597"/>
                    <a:gd name="connsiteX5" fmla="*/ 422839 w 864249"/>
                    <a:gd name="connsiteY5" fmla="*/ 489856 h 692597"/>
                    <a:gd name="connsiteX6" fmla="*/ 253199 w 864249"/>
                    <a:gd name="connsiteY6" fmla="*/ 688458 h 692597"/>
                    <a:gd name="connsiteX7" fmla="*/ 153 w 864249"/>
                    <a:gd name="connsiteY7" fmla="*/ 504000 h 692597"/>
                    <a:gd name="connsiteX0" fmla="*/ 153 w 864249"/>
                    <a:gd name="connsiteY0" fmla="*/ 504000 h 692597"/>
                    <a:gd name="connsiteX1" fmla="*/ 278371 w 864249"/>
                    <a:gd name="connsiteY1" fmla="*/ 0 h 692597"/>
                    <a:gd name="connsiteX2" fmla="*/ 586031 w 864249"/>
                    <a:gd name="connsiteY2" fmla="*/ 0 h 692597"/>
                    <a:gd name="connsiteX3" fmla="*/ 864249 w 864249"/>
                    <a:gd name="connsiteY3" fmla="*/ 504000 h 692597"/>
                    <a:gd name="connsiteX4" fmla="*/ 646267 w 864249"/>
                    <a:gd name="connsiteY4" fmla="*/ 692597 h 692597"/>
                    <a:gd name="connsiteX5" fmla="*/ 422839 w 864249"/>
                    <a:gd name="connsiteY5" fmla="*/ 489856 h 692597"/>
                    <a:gd name="connsiteX6" fmla="*/ 253199 w 864249"/>
                    <a:gd name="connsiteY6" fmla="*/ 688458 h 692597"/>
                    <a:gd name="connsiteX7" fmla="*/ 153 w 864249"/>
                    <a:gd name="connsiteY7" fmla="*/ 504000 h 692597"/>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43514 w 864237"/>
                    <a:gd name="connsiteY5" fmla="*/ 481581 h 696774"/>
                    <a:gd name="connsiteX6" fmla="*/ 269737 w 864237"/>
                    <a:gd name="connsiteY6" fmla="*/ 696733 h 696774"/>
                    <a:gd name="connsiteX7" fmla="*/ 141 w 864237"/>
                    <a:gd name="connsiteY7" fmla="*/ 504000 h 696774"/>
                    <a:gd name="connsiteX0" fmla="*/ 187 w 864283"/>
                    <a:gd name="connsiteY0" fmla="*/ 504000 h 696733"/>
                    <a:gd name="connsiteX1" fmla="*/ 278405 w 864283"/>
                    <a:gd name="connsiteY1" fmla="*/ 0 h 696733"/>
                    <a:gd name="connsiteX2" fmla="*/ 586065 w 864283"/>
                    <a:gd name="connsiteY2" fmla="*/ 0 h 696733"/>
                    <a:gd name="connsiteX3" fmla="*/ 864283 w 864283"/>
                    <a:gd name="connsiteY3" fmla="*/ 504000 h 696733"/>
                    <a:gd name="connsiteX4" fmla="*/ 646301 w 864283"/>
                    <a:gd name="connsiteY4" fmla="*/ 692597 h 696733"/>
                    <a:gd name="connsiteX5" fmla="*/ 443560 w 864283"/>
                    <a:gd name="connsiteY5" fmla="*/ 481581 h 696733"/>
                    <a:gd name="connsiteX6" fmla="*/ 269783 w 864283"/>
                    <a:gd name="connsiteY6" fmla="*/ 696733 h 696733"/>
                    <a:gd name="connsiteX7" fmla="*/ 187 w 864283"/>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481581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4096" h="696733">
                      <a:moveTo>
                        <a:pt x="0" y="504000"/>
                      </a:moveTo>
                      <a:lnTo>
                        <a:pt x="278218" y="0"/>
                      </a:lnTo>
                      <a:lnTo>
                        <a:pt x="585878" y="0"/>
                      </a:lnTo>
                      <a:lnTo>
                        <a:pt x="864096" y="504000"/>
                      </a:lnTo>
                      <a:lnTo>
                        <a:pt x="646114" y="692597"/>
                      </a:lnTo>
                      <a:cubicBezTo>
                        <a:pt x="555306" y="618523"/>
                        <a:pt x="538646" y="587490"/>
                        <a:pt x="443373" y="506406"/>
                      </a:cubicBezTo>
                      <a:cubicBezTo>
                        <a:pt x="342692" y="607086"/>
                        <a:pt x="319356" y="636450"/>
                        <a:pt x="269596" y="696733"/>
                      </a:cubicBezTo>
                      <a:cubicBezTo>
                        <a:pt x="145360" y="616339"/>
                        <a:pt x="130275" y="612536"/>
                        <a:pt x="0" y="504000"/>
                      </a:cubicBezTo>
                      <a:close/>
                    </a:path>
                  </a:pathLst>
                </a:cu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grpSp>
          <p:grpSp>
            <p:nvGrpSpPr>
              <p:cNvPr id="56" name="Group 55">
                <a:extLst>
                  <a:ext uri="{FF2B5EF4-FFF2-40B4-BE49-F238E27FC236}">
                    <a16:creationId xmlns:a16="http://schemas.microsoft.com/office/drawing/2014/main" id="{79A18970-3C30-8927-23EF-58FB21519693}"/>
                  </a:ext>
                </a:extLst>
              </p:cNvPr>
              <p:cNvGrpSpPr/>
              <p:nvPr/>
            </p:nvGrpSpPr>
            <p:grpSpPr>
              <a:xfrm>
                <a:off x="1561179" y="2495177"/>
                <a:ext cx="1063915" cy="1178548"/>
                <a:chOff x="1561179" y="2495177"/>
                <a:chExt cx="1063915" cy="1178548"/>
              </a:xfrm>
            </p:grpSpPr>
            <p:sp>
              <p:nvSpPr>
                <p:cNvPr id="32" name="Freeform 23">
                  <a:extLst>
                    <a:ext uri="{FF2B5EF4-FFF2-40B4-BE49-F238E27FC236}">
                      <a16:creationId xmlns:a16="http://schemas.microsoft.com/office/drawing/2014/main" id="{C6754257-2434-4A78-B450-010AFE0910B0}"/>
                    </a:ext>
                  </a:extLst>
                </p:cNvPr>
                <p:cNvSpPr/>
                <p:nvPr/>
              </p:nvSpPr>
              <p:spPr>
                <a:xfrm rot="19043010">
                  <a:off x="2359639" y="3192186"/>
                  <a:ext cx="105125" cy="481539"/>
                </a:xfrm>
                <a:custGeom>
                  <a:avLst/>
                  <a:gdLst>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Lst>
                  <a:ahLst/>
                  <a:cxnLst>
                    <a:cxn ang="0">
                      <a:pos x="connsiteX0" y="connsiteY0"/>
                    </a:cxn>
                    <a:cxn ang="0">
                      <a:pos x="connsiteX1" y="connsiteY1"/>
                    </a:cxn>
                    <a:cxn ang="0">
                      <a:pos x="connsiteX2" y="connsiteY2"/>
                    </a:cxn>
                    <a:cxn ang="0">
                      <a:pos x="connsiteX3" y="connsiteY3"/>
                    </a:cxn>
                  </a:cxnLst>
                  <a:rect l="l" t="t" r="r" b="b"/>
                  <a:pathLst>
                    <a:path w="118110" h="541020">
                      <a:moveTo>
                        <a:pt x="0" y="0"/>
                      </a:moveTo>
                      <a:cubicBezTo>
                        <a:pt x="123190" y="153670"/>
                        <a:pt x="116840" y="356870"/>
                        <a:pt x="118110" y="541020"/>
                      </a:cubicBezTo>
                      <a:lnTo>
                        <a:pt x="118110" y="541020"/>
                      </a:lnTo>
                      <a:lnTo>
                        <a:pt x="118110" y="541020"/>
                      </a:lnTo>
                    </a:path>
                  </a:pathLst>
                </a:custGeom>
                <a:ln w="508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33" name="Freeform 24">
                  <a:extLst>
                    <a:ext uri="{FF2B5EF4-FFF2-40B4-BE49-F238E27FC236}">
                      <a16:creationId xmlns:a16="http://schemas.microsoft.com/office/drawing/2014/main" id="{A7895A1A-12E1-4C3B-A4C4-2F237AF91845}"/>
                    </a:ext>
                  </a:extLst>
                </p:cNvPr>
                <p:cNvSpPr/>
                <p:nvPr/>
              </p:nvSpPr>
              <p:spPr>
                <a:xfrm rot="19043010" flipH="1">
                  <a:off x="2519969" y="3044668"/>
                  <a:ext cx="105125" cy="481539"/>
                </a:xfrm>
                <a:custGeom>
                  <a:avLst/>
                  <a:gdLst>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Lst>
                  <a:ahLst/>
                  <a:cxnLst>
                    <a:cxn ang="0">
                      <a:pos x="connsiteX0" y="connsiteY0"/>
                    </a:cxn>
                    <a:cxn ang="0">
                      <a:pos x="connsiteX1" y="connsiteY1"/>
                    </a:cxn>
                    <a:cxn ang="0">
                      <a:pos x="connsiteX2" y="connsiteY2"/>
                    </a:cxn>
                    <a:cxn ang="0">
                      <a:pos x="connsiteX3" y="connsiteY3"/>
                    </a:cxn>
                  </a:cxnLst>
                  <a:rect l="l" t="t" r="r" b="b"/>
                  <a:pathLst>
                    <a:path w="118110" h="541020">
                      <a:moveTo>
                        <a:pt x="0" y="0"/>
                      </a:moveTo>
                      <a:cubicBezTo>
                        <a:pt x="123190" y="153670"/>
                        <a:pt x="116840" y="356870"/>
                        <a:pt x="118110" y="541020"/>
                      </a:cubicBezTo>
                      <a:lnTo>
                        <a:pt x="118110" y="541020"/>
                      </a:lnTo>
                      <a:lnTo>
                        <a:pt x="118110" y="541020"/>
                      </a:lnTo>
                    </a:path>
                  </a:pathLst>
                </a:custGeom>
                <a:noFill/>
                <a:ln w="508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grpSp>
              <p:nvGrpSpPr>
                <p:cNvPr id="34" name="그룹 7">
                  <a:extLst>
                    <a:ext uri="{FF2B5EF4-FFF2-40B4-BE49-F238E27FC236}">
                      <a16:creationId xmlns:a16="http://schemas.microsoft.com/office/drawing/2014/main" id="{F7E6E5F2-E7A9-49A3-AD67-08DF8A30BEA8}"/>
                    </a:ext>
                  </a:extLst>
                </p:cNvPr>
                <p:cNvGrpSpPr/>
                <p:nvPr/>
              </p:nvGrpSpPr>
              <p:grpSpPr>
                <a:xfrm rot="19020000">
                  <a:off x="1561179" y="2495177"/>
                  <a:ext cx="1058138" cy="791152"/>
                  <a:chOff x="3323392" y="61421"/>
                  <a:chExt cx="4436326" cy="3316965"/>
                </a:xfrm>
              </p:grpSpPr>
              <p:sp>
                <p:nvSpPr>
                  <p:cNvPr id="35" name="자유형: 도형 3">
                    <a:extLst>
                      <a:ext uri="{FF2B5EF4-FFF2-40B4-BE49-F238E27FC236}">
                        <a16:creationId xmlns:a16="http://schemas.microsoft.com/office/drawing/2014/main" id="{C427CF4D-D191-4DE7-8702-5948000D8940}"/>
                      </a:ext>
                    </a:extLst>
                  </p:cNvPr>
                  <p:cNvSpPr/>
                  <p:nvPr/>
                </p:nvSpPr>
                <p:spPr>
                  <a:xfrm>
                    <a:off x="5565729" y="61421"/>
                    <a:ext cx="2193989" cy="3316965"/>
                  </a:xfrm>
                  <a:custGeom>
                    <a:avLst/>
                    <a:gdLst>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1983 h 3520436"/>
                      <a:gd name="connsiteX1" fmla="*/ 991074 w 2385391"/>
                      <a:gd name="connsiteY1" fmla="*/ 363058 h 3520436"/>
                      <a:gd name="connsiteX2" fmla="*/ 1630018 w 2385391"/>
                      <a:gd name="connsiteY2" fmla="*/ 270340 h 3520436"/>
                      <a:gd name="connsiteX3" fmla="*/ 1789044 w 2385391"/>
                      <a:gd name="connsiteY3" fmla="*/ 717601 h 3520436"/>
                      <a:gd name="connsiteX4" fmla="*/ 2216426 w 2385391"/>
                      <a:gd name="connsiteY4" fmla="*/ 1065470 h 3520436"/>
                      <a:gd name="connsiteX5" fmla="*/ 2037522 w 2385391"/>
                      <a:gd name="connsiteY5" fmla="*/ 1641940 h 3520436"/>
                      <a:gd name="connsiteX6" fmla="*/ 2385391 w 2385391"/>
                      <a:gd name="connsiteY6" fmla="*/ 2059383 h 3520436"/>
                      <a:gd name="connsiteX7" fmla="*/ 1938131 w 2385391"/>
                      <a:gd name="connsiteY7" fmla="*/ 2645792 h 3520436"/>
                      <a:gd name="connsiteX8" fmla="*/ 1719470 w 2385391"/>
                      <a:gd name="connsiteY8" fmla="*/ 3301775 h 3520436"/>
                      <a:gd name="connsiteX9" fmla="*/ 1033670 w 2385391"/>
                      <a:gd name="connsiteY9" fmla="*/ 3351470 h 3520436"/>
                      <a:gd name="connsiteX10" fmla="*/ 357809 w 2385391"/>
                      <a:gd name="connsiteY10" fmla="*/ 3520436 h 3520436"/>
                      <a:gd name="connsiteX11" fmla="*/ 0 w 2385391"/>
                      <a:gd name="connsiteY11" fmla="*/ 2735244 h 3520436"/>
                      <a:gd name="connsiteX12" fmla="*/ 9939 w 2385391"/>
                      <a:gd name="connsiteY12" fmla="*/ 538696 h 3520436"/>
                      <a:gd name="connsiteX13" fmla="*/ 467139 w 2385391"/>
                      <a:gd name="connsiteY13" fmla="*/ 1983 h 3520436"/>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95068 w 2385391"/>
                      <a:gd name="connsiteY5" fmla="*/ 1640113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27050 h 3521874"/>
                      <a:gd name="connsiteX6" fmla="*/ 2352734 w 2352734"/>
                      <a:gd name="connsiteY6" fmla="*/ 2080415 h 3521874"/>
                      <a:gd name="connsiteX7" fmla="*/ 1938131 w 2352734"/>
                      <a:gd name="connsiteY7" fmla="*/ 2647230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27050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21104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40112 h 3521874"/>
                      <a:gd name="connsiteX6" fmla="*/ 2352734 w 2352734"/>
                      <a:gd name="connsiteY6" fmla="*/ 2080415 h 3521874"/>
                      <a:gd name="connsiteX7" fmla="*/ 1882614 w 2352734"/>
                      <a:gd name="connsiteY7" fmla="*/ 2608041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760"/>
                      <a:gd name="connsiteY0" fmla="*/ 3421 h 3521874"/>
                      <a:gd name="connsiteX1" fmla="*/ 991074 w 2352760"/>
                      <a:gd name="connsiteY1" fmla="*/ 364496 h 3521874"/>
                      <a:gd name="connsiteX2" fmla="*/ 1597361 w 2352760"/>
                      <a:gd name="connsiteY2" fmla="*/ 304435 h 3521874"/>
                      <a:gd name="connsiteX3" fmla="*/ 1762919 w 2352760"/>
                      <a:gd name="connsiteY3" fmla="*/ 741899 h 3521874"/>
                      <a:gd name="connsiteX4" fmla="*/ 2190300 w 2352760"/>
                      <a:gd name="connsiteY4" fmla="*/ 1096300 h 3521874"/>
                      <a:gd name="connsiteX5" fmla="*/ 1982005 w 2352760"/>
                      <a:gd name="connsiteY5" fmla="*/ 1640112 h 3521874"/>
                      <a:gd name="connsiteX6" fmla="*/ 2352734 w 2352760"/>
                      <a:gd name="connsiteY6" fmla="*/ 2080415 h 3521874"/>
                      <a:gd name="connsiteX7" fmla="*/ 1882614 w 2352760"/>
                      <a:gd name="connsiteY7" fmla="*/ 2608041 h 3521874"/>
                      <a:gd name="connsiteX8" fmla="*/ 1719470 w 2352760"/>
                      <a:gd name="connsiteY8" fmla="*/ 3303213 h 3521874"/>
                      <a:gd name="connsiteX9" fmla="*/ 1033670 w 2352760"/>
                      <a:gd name="connsiteY9" fmla="*/ 3352908 h 3521874"/>
                      <a:gd name="connsiteX10" fmla="*/ 357809 w 2352760"/>
                      <a:gd name="connsiteY10" fmla="*/ 3521874 h 3521874"/>
                      <a:gd name="connsiteX11" fmla="*/ 0 w 2352760"/>
                      <a:gd name="connsiteY11" fmla="*/ 2736682 h 3521874"/>
                      <a:gd name="connsiteX12" fmla="*/ 9939 w 2352760"/>
                      <a:gd name="connsiteY12" fmla="*/ 540134 h 3521874"/>
                      <a:gd name="connsiteX13" fmla="*/ 467139 w 2352760"/>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82614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484067"/>
                      <a:gd name="connsiteX1" fmla="*/ 991074 w 2349495"/>
                      <a:gd name="connsiteY1" fmla="*/ 364496 h 3484067"/>
                      <a:gd name="connsiteX2" fmla="*/ 1597361 w 2349495"/>
                      <a:gd name="connsiteY2" fmla="*/ 304435 h 3484067"/>
                      <a:gd name="connsiteX3" fmla="*/ 1762919 w 2349495"/>
                      <a:gd name="connsiteY3" fmla="*/ 741899 h 3484067"/>
                      <a:gd name="connsiteX4" fmla="*/ 2190300 w 2349495"/>
                      <a:gd name="connsiteY4" fmla="*/ 1096300 h 3484067"/>
                      <a:gd name="connsiteX5" fmla="*/ 1982005 w 2349495"/>
                      <a:gd name="connsiteY5" fmla="*/ 1640112 h 3484067"/>
                      <a:gd name="connsiteX6" fmla="*/ 2349468 w 2349495"/>
                      <a:gd name="connsiteY6" fmla="*/ 2100010 h 3484067"/>
                      <a:gd name="connsiteX7" fmla="*/ 1869551 w 2349495"/>
                      <a:gd name="connsiteY7" fmla="*/ 2608041 h 3484067"/>
                      <a:gd name="connsiteX8" fmla="*/ 1686813 w 2349495"/>
                      <a:gd name="connsiteY8" fmla="*/ 3254228 h 3484067"/>
                      <a:gd name="connsiteX9" fmla="*/ 1108782 w 2349495"/>
                      <a:gd name="connsiteY9" fmla="*/ 3333313 h 3484067"/>
                      <a:gd name="connsiteX10" fmla="*/ 364340 w 2349495"/>
                      <a:gd name="connsiteY10" fmla="*/ 3469622 h 3484067"/>
                      <a:gd name="connsiteX11" fmla="*/ 0 w 2349495"/>
                      <a:gd name="connsiteY11" fmla="*/ 2736682 h 3484067"/>
                      <a:gd name="connsiteX12" fmla="*/ 9939 w 2349495"/>
                      <a:gd name="connsiteY12" fmla="*/ 540134 h 3484067"/>
                      <a:gd name="connsiteX13" fmla="*/ 467139 w 2349495"/>
                      <a:gd name="connsiteY13" fmla="*/ 3421 h 3484067"/>
                      <a:gd name="connsiteX0" fmla="*/ 467139 w 2349495"/>
                      <a:gd name="connsiteY0" fmla="*/ 3421 h 3480224"/>
                      <a:gd name="connsiteX1" fmla="*/ 991074 w 2349495"/>
                      <a:gd name="connsiteY1" fmla="*/ 364496 h 3480224"/>
                      <a:gd name="connsiteX2" fmla="*/ 1597361 w 2349495"/>
                      <a:gd name="connsiteY2" fmla="*/ 304435 h 3480224"/>
                      <a:gd name="connsiteX3" fmla="*/ 1762919 w 2349495"/>
                      <a:gd name="connsiteY3" fmla="*/ 741899 h 3480224"/>
                      <a:gd name="connsiteX4" fmla="*/ 2190300 w 2349495"/>
                      <a:gd name="connsiteY4" fmla="*/ 1096300 h 3480224"/>
                      <a:gd name="connsiteX5" fmla="*/ 1982005 w 2349495"/>
                      <a:gd name="connsiteY5" fmla="*/ 1640112 h 3480224"/>
                      <a:gd name="connsiteX6" fmla="*/ 2349468 w 2349495"/>
                      <a:gd name="connsiteY6" fmla="*/ 2100010 h 3480224"/>
                      <a:gd name="connsiteX7" fmla="*/ 1869551 w 2349495"/>
                      <a:gd name="connsiteY7" fmla="*/ 2608041 h 3480224"/>
                      <a:gd name="connsiteX8" fmla="*/ 1686813 w 2349495"/>
                      <a:gd name="connsiteY8" fmla="*/ 3254228 h 3480224"/>
                      <a:gd name="connsiteX9" fmla="*/ 1108782 w 2349495"/>
                      <a:gd name="connsiteY9" fmla="*/ 3333313 h 3480224"/>
                      <a:gd name="connsiteX10" fmla="*/ 370871 w 2349495"/>
                      <a:gd name="connsiteY10" fmla="*/ 3459825 h 3480224"/>
                      <a:gd name="connsiteX11" fmla="*/ 0 w 2349495"/>
                      <a:gd name="connsiteY11" fmla="*/ 2736682 h 3480224"/>
                      <a:gd name="connsiteX12" fmla="*/ 9939 w 2349495"/>
                      <a:gd name="connsiteY12" fmla="*/ 540134 h 3480224"/>
                      <a:gd name="connsiteX13" fmla="*/ 467139 w 2349495"/>
                      <a:gd name="connsiteY13" fmla="*/ 3421 h 3480224"/>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233 w 2349589"/>
                      <a:gd name="connsiteY0" fmla="*/ 3421 h 3552207"/>
                      <a:gd name="connsiteX1" fmla="*/ 991168 w 2349589"/>
                      <a:gd name="connsiteY1" fmla="*/ 364496 h 3552207"/>
                      <a:gd name="connsiteX2" fmla="*/ 1597455 w 2349589"/>
                      <a:gd name="connsiteY2" fmla="*/ 304435 h 3552207"/>
                      <a:gd name="connsiteX3" fmla="*/ 1763013 w 2349589"/>
                      <a:gd name="connsiteY3" fmla="*/ 741899 h 3552207"/>
                      <a:gd name="connsiteX4" fmla="*/ 2190394 w 2349589"/>
                      <a:gd name="connsiteY4" fmla="*/ 1096300 h 3552207"/>
                      <a:gd name="connsiteX5" fmla="*/ 1982099 w 2349589"/>
                      <a:gd name="connsiteY5" fmla="*/ 1640112 h 3552207"/>
                      <a:gd name="connsiteX6" fmla="*/ 2349562 w 2349589"/>
                      <a:gd name="connsiteY6" fmla="*/ 2100010 h 3552207"/>
                      <a:gd name="connsiteX7" fmla="*/ 1869645 w 2349589"/>
                      <a:gd name="connsiteY7" fmla="*/ 2608041 h 3552207"/>
                      <a:gd name="connsiteX8" fmla="*/ 1686907 w 2349589"/>
                      <a:gd name="connsiteY8" fmla="*/ 3254228 h 3552207"/>
                      <a:gd name="connsiteX9" fmla="*/ 1108876 w 2349589"/>
                      <a:gd name="connsiteY9" fmla="*/ 3333313 h 3552207"/>
                      <a:gd name="connsiteX10" fmla="*/ 370965 w 2349589"/>
                      <a:gd name="connsiteY10" fmla="*/ 3459825 h 3552207"/>
                      <a:gd name="connsiteX11" fmla="*/ 94 w 2349589"/>
                      <a:gd name="connsiteY11" fmla="*/ 2736682 h 3552207"/>
                      <a:gd name="connsiteX12" fmla="*/ 10033 w 2349589"/>
                      <a:gd name="connsiteY12" fmla="*/ 540134 h 3552207"/>
                      <a:gd name="connsiteX13" fmla="*/ 467233 w 2349589"/>
                      <a:gd name="connsiteY13" fmla="*/ 3421 h 355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9589" h="3552207">
                        <a:moveTo>
                          <a:pt x="467233" y="3421"/>
                        </a:moveTo>
                        <a:cubicBezTo>
                          <a:pt x="734407" y="-24266"/>
                          <a:pt x="981985" y="117864"/>
                          <a:pt x="991168" y="364496"/>
                        </a:cubicBezTo>
                        <a:cubicBezTo>
                          <a:pt x="1194352" y="121319"/>
                          <a:pt x="1498773" y="227572"/>
                          <a:pt x="1597455" y="304435"/>
                        </a:cubicBezTo>
                        <a:cubicBezTo>
                          <a:pt x="1689652" y="352285"/>
                          <a:pt x="1788382" y="579749"/>
                          <a:pt x="1763013" y="741899"/>
                        </a:cubicBezTo>
                        <a:cubicBezTo>
                          <a:pt x="1943573" y="782744"/>
                          <a:pt x="2133931" y="882371"/>
                          <a:pt x="2190394" y="1096300"/>
                        </a:cubicBezTo>
                        <a:cubicBezTo>
                          <a:pt x="2247236" y="1330910"/>
                          <a:pt x="2127731" y="1529599"/>
                          <a:pt x="1982099" y="1640112"/>
                        </a:cubicBezTo>
                        <a:cubicBezTo>
                          <a:pt x="2152484" y="1693262"/>
                          <a:pt x="2352260" y="1890106"/>
                          <a:pt x="2349562" y="2100010"/>
                        </a:cubicBezTo>
                        <a:cubicBezTo>
                          <a:pt x="2319129" y="2527345"/>
                          <a:pt x="2047035" y="2618311"/>
                          <a:pt x="1869645" y="2608041"/>
                        </a:cubicBezTo>
                        <a:cubicBezTo>
                          <a:pt x="1950246" y="2898548"/>
                          <a:pt x="1812046" y="3097616"/>
                          <a:pt x="1686907" y="3254228"/>
                        </a:cubicBezTo>
                        <a:cubicBezTo>
                          <a:pt x="1508381" y="3391624"/>
                          <a:pt x="1336387" y="3401657"/>
                          <a:pt x="1108876" y="3333313"/>
                        </a:cubicBezTo>
                        <a:cubicBezTo>
                          <a:pt x="969586" y="3611704"/>
                          <a:pt x="680072" y="3589648"/>
                          <a:pt x="370965" y="3459825"/>
                        </a:cubicBezTo>
                        <a:cubicBezTo>
                          <a:pt x="103649" y="3346140"/>
                          <a:pt x="-3644" y="3069170"/>
                          <a:pt x="94" y="2736682"/>
                        </a:cubicBezTo>
                        <a:lnTo>
                          <a:pt x="10033" y="540134"/>
                        </a:lnTo>
                        <a:cubicBezTo>
                          <a:pt x="2413" y="246930"/>
                          <a:pt x="200533" y="45165"/>
                          <a:pt x="467233" y="3421"/>
                        </a:cubicBezTo>
                        <a:close/>
                      </a:path>
                    </a:pathLst>
                  </a:cu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36" name="그룹 42">
                    <a:extLst>
                      <a:ext uri="{FF2B5EF4-FFF2-40B4-BE49-F238E27FC236}">
                        <a16:creationId xmlns:a16="http://schemas.microsoft.com/office/drawing/2014/main" id="{B4DE19D9-DFCA-414B-B7DA-A18A2242DBD5}"/>
                      </a:ext>
                    </a:extLst>
                  </p:cNvPr>
                  <p:cNvGrpSpPr/>
                  <p:nvPr/>
                </p:nvGrpSpPr>
                <p:grpSpPr>
                  <a:xfrm>
                    <a:off x="5560358" y="66818"/>
                    <a:ext cx="2194998" cy="3306170"/>
                    <a:chOff x="6150565" y="3254095"/>
                    <a:chExt cx="979312" cy="1475068"/>
                  </a:xfrm>
                </p:grpSpPr>
                <p:sp>
                  <p:nvSpPr>
                    <p:cNvPr id="44" name="자유형: 도형 43">
                      <a:extLst>
                        <a:ext uri="{FF2B5EF4-FFF2-40B4-BE49-F238E27FC236}">
                          <a16:creationId xmlns:a16="http://schemas.microsoft.com/office/drawing/2014/main" id="{B8E0A958-5451-418A-81E9-D520AD6D64B7}"/>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5" name="자유형: 도형 44">
                      <a:extLst>
                        <a:ext uri="{FF2B5EF4-FFF2-40B4-BE49-F238E27FC236}">
                          <a16:creationId xmlns:a16="http://schemas.microsoft.com/office/drawing/2014/main" id="{1F025EE2-A089-46E7-9137-E351D366CF66}"/>
                        </a:ext>
                      </a:extLst>
                    </p:cNvPr>
                    <p:cNvSpPr/>
                    <p:nvPr/>
                  </p:nvSpPr>
                  <p:spPr>
                    <a:xfrm>
                      <a:off x="6646452" y="3560646"/>
                      <a:ext cx="483425" cy="785841"/>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42808">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35403" y="1017236"/>
                            <a:pt x="384825" y="1042808"/>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6" name="자유형: 도형 45">
                      <a:extLst>
                        <a:ext uri="{FF2B5EF4-FFF2-40B4-BE49-F238E27FC236}">
                          <a16:creationId xmlns:a16="http://schemas.microsoft.com/office/drawing/2014/main" id="{7BEE059D-1ABF-4612-BFCE-1832A766FA83}"/>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47" name="자유형: 도형 46">
                      <a:extLst>
                        <a:ext uri="{FF2B5EF4-FFF2-40B4-BE49-F238E27FC236}">
                          <a16:creationId xmlns:a16="http://schemas.microsoft.com/office/drawing/2014/main" id="{D2DB6989-0C01-4C4A-BFFE-DAC583BB89FA}"/>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48" name="직선 연결선 47">
                      <a:extLst>
                        <a:ext uri="{FF2B5EF4-FFF2-40B4-BE49-F238E27FC236}">
                          <a16:creationId xmlns:a16="http://schemas.microsoft.com/office/drawing/2014/main" id="{53FB9350-E6F9-4F7B-9349-DC6968854DB4}"/>
                        </a:ext>
                      </a:extLst>
                    </p:cNvPr>
                    <p:cNvCxnSpPr>
                      <a:cxnSpLocks/>
                    </p:cNvCxnSpPr>
                    <p:nvPr/>
                  </p:nvCxnSpPr>
                  <p:spPr>
                    <a:xfrm flipH="1">
                      <a:off x="6152008" y="3476077"/>
                      <a:ext cx="1188" cy="9747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자유형: 도형 95">
                    <a:extLst>
                      <a:ext uri="{FF2B5EF4-FFF2-40B4-BE49-F238E27FC236}">
                        <a16:creationId xmlns:a16="http://schemas.microsoft.com/office/drawing/2014/main" id="{42156AE0-5BBD-49FE-860A-E8A912148106}"/>
                      </a:ext>
                    </a:extLst>
                  </p:cNvPr>
                  <p:cNvSpPr/>
                  <p:nvPr/>
                </p:nvSpPr>
                <p:spPr>
                  <a:xfrm flipH="1">
                    <a:off x="3323392" y="61421"/>
                    <a:ext cx="2193989" cy="3316965"/>
                  </a:xfrm>
                  <a:custGeom>
                    <a:avLst/>
                    <a:gdLst>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1983 h 3520436"/>
                      <a:gd name="connsiteX1" fmla="*/ 991074 w 2385391"/>
                      <a:gd name="connsiteY1" fmla="*/ 363058 h 3520436"/>
                      <a:gd name="connsiteX2" fmla="*/ 1630018 w 2385391"/>
                      <a:gd name="connsiteY2" fmla="*/ 270340 h 3520436"/>
                      <a:gd name="connsiteX3" fmla="*/ 1789044 w 2385391"/>
                      <a:gd name="connsiteY3" fmla="*/ 717601 h 3520436"/>
                      <a:gd name="connsiteX4" fmla="*/ 2216426 w 2385391"/>
                      <a:gd name="connsiteY4" fmla="*/ 1065470 h 3520436"/>
                      <a:gd name="connsiteX5" fmla="*/ 2037522 w 2385391"/>
                      <a:gd name="connsiteY5" fmla="*/ 1641940 h 3520436"/>
                      <a:gd name="connsiteX6" fmla="*/ 2385391 w 2385391"/>
                      <a:gd name="connsiteY6" fmla="*/ 2059383 h 3520436"/>
                      <a:gd name="connsiteX7" fmla="*/ 1938131 w 2385391"/>
                      <a:gd name="connsiteY7" fmla="*/ 2645792 h 3520436"/>
                      <a:gd name="connsiteX8" fmla="*/ 1719470 w 2385391"/>
                      <a:gd name="connsiteY8" fmla="*/ 3301775 h 3520436"/>
                      <a:gd name="connsiteX9" fmla="*/ 1033670 w 2385391"/>
                      <a:gd name="connsiteY9" fmla="*/ 3351470 h 3520436"/>
                      <a:gd name="connsiteX10" fmla="*/ 357809 w 2385391"/>
                      <a:gd name="connsiteY10" fmla="*/ 3520436 h 3520436"/>
                      <a:gd name="connsiteX11" fmla="*/ 0 w 2385391"/>
                      <a:gd name="connsiteY11" fmla="*/ 2735244 h 3520436"/>
                      <a:gd name="connsiteX12" fmla="*/ 9939 w 2385391"/>
                      <a:gd name="connsiteY12" fmla="*/ 538696 h 3520436"/>
                      <a:gd name="connsiteX13" fmla="*/ 467139 w 2385391"/>
                      <a:gd name="connsiteY13" fmla="*/ 1983 h 3520436"/>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95068 w 2385391"/>
                      <a:gd name="connsiteY5" fmla="*/ 1640113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27050 h 3521874"/>
                      <a:gd name="connsiteX6" fmla="*/ 2352734 w 2352734"/>
                      <a:gd name="connsiteY6" fmla="*/ 2080415 h 3521874"/>
                      <a:gd name="connsiteX7" fmla="*/ 1938131 w 2352734"/>
                      <a:gd name="connsiteY7" fmla="*/ 2647230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27050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21104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40112 h 3521874"/>
                      <a:gd name="connsiteX6" fmla="*/ 2352734 w 2352734"/>
                      <a:gd name="connsiteY6" fmla="*/ 2080415 h 3521874"/>
                      <a:gd name="connsiteX7" fmla="*/ 1882614 w 2352734"/>
                      <a:gd name="connsiteY7" fmla="*/ 2608041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760"/>
                      <a:gd name="connsiteY0" fmla="*/ 3421 h 3521874"/>
                      <a:gd name="connsiteX1" fmla="*/ 991074 w 2352760"/>
                      <a:gd name="connsiteY1" fmla="*/ 364496 h 3521874"/>
                      <a:gd name="connsiteX2" fmla="*/ 1597361 w 2352760"/>
                      <a:gd name="connsiteY2" fmla="*/ 304435 h 3521874"/>
                      <a:gd name="connsiteX3" fmla="*/ 1762919 w 2352760"/>
                      <a:gd name="connsiteY3" fmla="*/ 741899 h 3521874"/>
                      <a:gd name="connsiteX4" fmla="*/ 2190300 w 2352760"/>
                      <a:gd name="connsiteY4" fmla="*/ 1096300 h 3521874"/>
                      <a:gd name="connsiteX5" fmla="*/ 1982005 w 2352760"/>
                      <a:gd name="connsiteY5" fmla="*/ 1640112 h 3521874"/>
                      <a:gd name="connsiteX6" fmla="*/ 2352734 w 2352760"/>
                      <a:gd name="connsiteY6" fmla="*/ 2080415 h 3521874"/>
                      <a:gd name="connsiteX7" fmla="*/ 1882614 w 2352760"/>
                      <a:gd name="connsiteY7" fmla="*/ 2608041 h 3521874"/>
                      <a:gd name="connsiteX8" fmla="*/ 1719470 w 2352760"/>
                      <a:gd name="connsiteY8" fmla="*/ 3303213 h 3521874"/>
                      <a:gd name="connsiteX9" fmla="*/ 1033670 w 2352760"/>
                      <a:gd name="connsiteY9" fmla="*/ 3352908 h 3521874"/>
                      <a:gd name="connsiteX10" fmla="*/ 357809 w 2352760"/>
                      <a:gd name="connsiteY10" fmla="*/ 3521874 h 3521874"/>
                      <a:gd name="connsiteX11" fmla="*/ 0 w 2352760"/>
                      <a:gd name="connsiteY11" fmla="*/ 2736682 h 3521874"/>
                      <a:gd name="connsiteX12" fmla="*/ 9939 w 2352760"/>
                      <a:gd name="connsiteY12" fmla="*/ 540134 h 3521874"/>
                      <a:gd name="connsiteX13" fmla="*/ 467139 w 2352760"/>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82614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484067"/>
                      <a:gd name="connsiteX1" fmla="*/ 991074 w 2349495"/>
                      <a:gd name="connsiteY1" fmla="*/ 364496 h 3484067"/>
                      <a:gd name="connsiteX2" fmla="*/ 1597361 w 2349495"/>
                      <a:gd name="connsiteY2" fmla="*/ 304435 h 3484067"/>
                      <a:gd name="connsiteX3" fmla="*/ 1762919 w 2349495"/>
                      <a:gd name="connsiteY3" fmla="*/ 741899 h 3484067"/>
                      <a:gd name="connsiteX4" fmla="*/ 2190300 w 2349495"/>
                      <a:gd name="connsiteY4" fmla="*/ 1096300 h 3484067"/>
                      <a:gd name="connsiteX5" fmla="*/ 1982005 w 2349495"/>
                      <a:gd name="connsiteY5" fmla="*/ 1640112 h 3484067"/>
                      <a:gd name="connsiteX6" fmla="*/ 2349468 w 2349495"/>
                      <a:gd name="connsiteY6" fmla="*/ 2100010 h 3484067"/>
                      <a:gd name="connsiteX7" fmla="*/ 1869551 w 2349495"/>
                      <a:gd name="connsiteY7" fmla="*/ 2608041 h 3484067"/>
                      <a:gd name="connsiteX8" fmla="*/ 1686813 w 2349495"/>
                      <a:gd name="connsiteY8" fmla="*/ 3254228 h 3484067"/>
                      <a:gd name="connsiteX9" fmla="*/ 1108782 w 2349495"/>
                      <a:gd name="connsiteY9" fmla="*/ 3333313 h 3484067"/>
                      <a:gd name="connsiteX10" fmla="*/ 364340 w 2349495"/>
                      <a:gd name="connsiteY10" fmla="*/ 3469622 h 3484067"/>
                      <a:gd name="connsiteX11" fmla="*/ 0 w 2349495"/>
                      <a:gd name="connsiteY11" fmla="*/ 2736682 h 3484067"/>
                      <a:gd name="connsiteX12" fmla="*/ 9939 w 2349495"/>
                      <a:gd name="connsiteY12" fmla="*/ 540134 h 3484067"/>
                      <a:gd name="connsiteX13" fmla="*/ 467139 w 2349495"/>
                      <a:gd name="connsiteY13" fmla="*/ 3421 h 3484067"/>
                      <a:gd name="connsiteX0" fmla="*/ 467139 w 2349495"/>
                      <a:gd name="connsiteY0" fmla="*/ 3421 h 3480224"/>
                      <a:gd name="connsiteX1" fmla="*/ 991074 w 2349495"/>
                      <a:gd name="connsiteY1" fmla="*/ 364496 h 3480224"/>
                      <a:gd name="connsiteX2" fmla="*/ 1597361 w 2349495"/>
                      <a:gd name="connsiteY2" fmla="*/ 304435 h 3480224"/>
                      <a:gd name="connsiteX3" fmla="*/ 1762919 w 2349495"/>
                      <a:gd name="connsiteY3" fmla="*/ 741899 h 3480224"/>
                      <a:gd name="connsiteX4" fmla="*/ 2190300 w 2349495"/>
                      <a:gd name="connsiteY4" fmla="*/ 1096300 h 3480224"/>
                      <a:gd name="connsiteX5" fmla="*/ 1982005 w 2349495"/>
                      <a:gd name="connsiteY5" fmla="*/ 1640112 h 3480224"/>
                      <a:gd name="connsiteX6" fmla="*/ 2349468 w 2349495"/>
                      <a:gd name="connsiteY6" fmla="*/ 2100010 h 3480224"/>
                      <a:gd name="connsiteX7" fmla="*/ 1869551 w 2349495"/>
                      <a:gd name="connsiteY7" fmla="*/ 2608041 h 3480224"/>
                      <a:gd name="connsiteX8" fmla="*/ 1686813 w 2349495"/>
                      <a:gd name="connsiteY8" fmla="*/ 3254228 h 3480224"/>
                      <a:gd name="connsiteX9" fmla="*/ 1108782 w 2349495"/>
                      <a:gd name="connsiteY9" fmla="*/ 3333313 h 3480224"/>
                      <a:gd name="connsiteX10" fmla="*/ 370871 w 2349495"/>
                      <a:gd name="connsiteY10" fmla="*/ 3459825 h 3480224"/>
                      <a:gd name="connsiteX11" fmla="*/ 0 w 2349495"/>
                      <a:gd name="connsiteY11" fmla="*/ 2736682 h 3480224"/>
                      <a:gd name="connsiteX12" fmla="*/ 9939 w 2349495"/>
                      <a:gd name="connsiteY12" fmla="*/ 540134 h 3480224"/>
                      <a:gd name="connsiteX13" fmla="*/ 467139 w 2349495"/>
                      <a:gd name="connsiteY13" fmla="*/ 3421 h 3480224"/>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233 w 2349589"/>
                      <a:gd name="connsiteY0" fmla="*/ 3421 h 3552207"/>
                      <a:gd name="connsiteX1" fmla="*/ 991168 w 2349589"/>
                      <a:gd name="connsiteY1" fmla="*/ 364496 h 3552207"/>
                      <a:gd name="connsiteX2" fmla="*/ 1597455 w 2349589"/>
                      <a:gd name="connsiteY2" fmla="*/ 304435 h 3552207"/>
                      <a:gd name="connsiteX3" fmla="*/ 1763013 w 2349589"/>
                      <a:gd name="connsiteY3" fmla="*/ 741899 h 3552207"/>
                      <a:gd name="connsiteX4" fmla="*/ 2190394 w 2349589"/>
                      <a:gd name="connsiteY4" fmla="*/ 1096300 h 3552207"/>
                      <a:gd name="connsiteX5" fmla="*/ 1982099 w 2349589"/>
                      <a:gd name="connsiteY5" fmla="*/ 1640112 h 3552207"/>
                      <a:gd name="connsiteX6" fmla="*/ 2349562 w 2349589"/>
                      <a:gd name="connsiteY6" fmla="*/ 2100010 h 3552207"/>
                      <a:gd name="connsiteX7" fmla="*/ 1869645 w 2349589"/>
                      <a:gd name="connsiteY7" fmla="*/ 2608041 h 3552207"/>
                      <a:gd name="connsiteX8" fmla="*/ 1686907 w 2349589"/>
                      <a:gd name="connsiteY8" fmla="*/ 3254228 h 3552207"/>
                      <a:gd name="connsiteX9" fmla="*/ 1108876 w 2349589"/>
                      <a:gd name="connsiteY9" fmla="*/ 3333313 h 3552207"/>
                      <a:gd name="connsiteX10" fmla="*/ 370965 w 2349589"/>
                      <a:gd name="connsiteY10" fmla="*/ 3459825 h 3552207"/>
                      <a:gd name="connsiteX11" fmla="*/ 94 w 2349589"/>
                      <a:gd name="connsiteY11" fmla="*/ 2736682 h 3552207"/>
                      <a:gd name="connsiteX12" fmla="*/ 10033 w 2349589"/>
                      <a:gd name="connsiteY12" fmla="*/ 540134 h 3552207"/>
                      <a:gd name="connsiteX13" fmla="*/ 467233 w 2349589"/>
                      <a:gd name="connsiteY13" fmla="*/ 3421 h 355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9589" h="3552207">
                        <a:moveTo>
                          <a:pt x="467233" y="3421"/>
                        </a:moveTo>
                        <a:cubicBezTo>
                          <a:pt x="734407" y="-24266"/>
                          <a:pt x="981985" y="117864"/>
                          <a:pt x="991168" y="364496"/>
                        </a:cubicBezTo>
                        <a:cubicBezTo>
                          <a:pt x="1194352" y="121319"/>
                          <a:pt x="1498773" y="227572"/>
                          <a:pt x="1597455" y="304435"/>
                        </a:cubicBezTo>
                        <a:cubicBezTo>
                          <a:pt x="1689652" y="352285"/>
                          <a:pt x="1788382" y="579749"/>
                          <a:pt x="1763013" y="741899"/>
                        </a:cubicBezTo>
                        <a:cubicBezTo>
                          <a:pt x="1943573" y="782744"/>
                          <a:pt x="2133931" y="882371"/>
                          <a:pt x="2190394" y="1096300"/>
                        </a:cubicBezTo>
                        <a:cubicBezTo>
                          <a:pt x="2247236" y="1330910"/>
                          <a:pt x="2127731" y="1529599"/>
                          <a:pt x="1982099" y="1640112"/>
                        </a:cubicBezTo>
                        <a:cubicBezTo>
                          <a:pt x="2152484" y="1693262"/>
                          <a:pt x="2352260" y="1890106"/>
                          <a:pt x="2349562" y="2100010"/>
                        </a:cubicBezTo>
                        <a:cubicBezTo>
                          <a:pt x="2319129" y="2527345"/>
                          <a:pt x="2047035" y="2618311"/>
                          <a:pt x="1869645" y="2608041"/>
                        </a:cubicBezTo>
                        <a:cubicBezTo>
                          <a:pt x="1950246" y="2898548"/>
                          <a:pt x="1812046" y="3097616"/>
                          <a:pt x="1686907" y="3254228"/>
                        </a:cubicBezTo>
                        <a:cubicBezTo>
                          <a:pt x="1508381" y="3391624"/>
                          <a:pt x="1336387" y="3401657"/>
                          <a:pt x="1108876" y="3333313"/>
                        </a:cubicBezTo>
                        <a:cubicBezTo>
                          <a:pt x="969586" y="3611704"/>
                          <a:pt x="680072" y="3589648"/>
                          <a:pt x="370965" y="3459825"/>
                        </a:cubicBezTo>
                        <a:cubicBezTo>
                          <a:pt x="103649" y="3346140"/>
                          <a:pt x="-3644" y="3069170"/>
                          <a:pt x="94" y="2736682"/>
                        </a:cubicBezTo>
                        <a:lnTo>
                          <a:pt x="10033" y="540134"/>
                        </a:lnTo>
                        <a:cubicBezTo>
                          <a:pt x="2413" y="246930"/>
                          <a:pt x="200533" y="45165"/>
                          <a:pt x="467233" y="3421"/>
                        </a:cubicBezTo>
                        <a:close/>
                      </a:path>
                    </a:pathLst>
                  </a:cu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38" name="그룹 96">
                    <a:extLst>
                      <a:ext uri="{FF2B5EF4-FFF2-40B4-BE49-F238E27FC236}">
                        <a16:creationId xmlns:a16="http://schemas.microsoft.com/office/drawing/2014/main" id="{D9AC64E0-5D26-40A9-AE23-16E329BF0CD7}"/>
                      </a:ext>
                    </a:extLst>
                  </p:cNvPr>
                  <p:cNvGrpSpPr/>
                  <p:nvPr/>
                </p:nvGrpSpPr>
                <p:grpSpPr>
                  <a:xfrm flipH="1">
                    <a:off x="3326867" y="66818"/>
                    <a:ext cx="2194998" cy="3306170"/>
                    <a:chOff x="6150565" y="3254095"/>
                    <a:chExt cx="979312" cy="1475068"/>
                  </a:xfrm>
                </p:grpSpPr>
                <p:sp>
                  <p:nvSpPr>
                    <p:cNvPr id="39" name="자유형: 도형 97">
                      <a:extLst>
                        <a:ext uri="{FF2B5EF4-FFF2-40B4-BE49-F238E27FC236}">
                          <a16:creationId xmlns:a16="http://schemas.microsoft.com/office/drawing/2014/main" id="{653443ED-6DAE-4DF5-B085-750AC19E973B}"/>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0" name="자유형: 도형 98">
                      <a:extLst>
                        <a:ext uri="{FF2B5EF4-FFF2-40B4-BE49-F238E27FC236}">
                          <a16:creationId xmlns:a16="http://schemas.microsoft.com/office/drawing/2014/main" id="{9448D5E1-67C0-460A-861D-FA922CF9D72A}"/>
                        </a:ext>
                      </a:extLst>
                    </p:cNvPr>
                    <p:cNvSpPr/>
                    <p:nvPr/>
                  </p:nvSpPr>
                  <p:spPr>
                    <a:xfrm>
                      <a:off x="6646452" y="3560646"/>
                      <a:ext cx="483425" cy="785841"/>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42808">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35403" y="1017236"/>
                            <a:pt x="384825" y="1042808"/>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1" name="자유형: 도형 99">
                      <a:extLst>
                        <a:ext uri="{FF2B5EF4-FFF2-40B4-BE49-F238E27FC236}">
                          <a16:creationId xmlns:a16="http://schemas.microsoft.com/office/drawing/2014/main" id="{4332457D-CE17-47E8-B579-99F972BC1CF0}"/>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2" name="자유형: 도형 100">
                      <a:extLst>
                        <a:ext uri="{FF2B5EF4-FFF2-40B4-BE49-F238E27FC236}">
                          <a16:creationId xmlns:a16="http://schemas.microsoft.com/office/drawing/2014/main" id="{880FBA18-EF7C-460D-B7DD-650588B00E88}"/>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43" name="직선 연결선 101">
                      <a:extLst>
                        <a:ext uri="{FF2B5EF4-FFF2-40B4-BE49-F238E27FC236}">
                          <a16:creationId xmlns:a16="http://schemas.microsoft.com/office/drawing/2014/main" id="{E88C3D0B-3B6D-44ED-BED9-9893196CBC90}"/>
                        </a:ext>
                      </a:extLst>
                    </p:cNvPr>
                    <p:cNvCxnSpPr>
                      <a:cxnSpLocks/>
                    </p:cNvCxnSpPr>
                    <p:nvPr/>
                  </p:nvCxnSpPr>
                  <p:spPr>
                    <a:xfrm flipH="1">
                      <a:off x="6152008" y="3476077"/>
                      <a:ext cx="1188" cy="9747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grpSp>
        <p:nvGrpSpPr>
          <p:cNvPr id="62" name="Group 61">
            <a:extLst>
              <a:ext uri="{FF2B5EF4-FFF2-40B4-BE49-F238E27FC236}">
                <a16:creationId xmlns:a16="http://schemas.microsoft.com/office/drawing/2014/main" id="{AC02AEF3-62FD-060A-DE93-69A9E5FAC79B}"/>
              </a:ext>
            </a:extLst>
          </p:cNvPr>
          <p:cNvGrpSpPr/>
          <p:nvPr/>
        </p:nvGrpSpPr>
        <p:grpSpPr>
          <a:xfrm>
            <a:off x="-4732341" y="2863038"/>
            <a:ext cx="4702235" cy="1694302"/>
            <a:chOff x="2368982" y="3226488"/>
            <a:chExt cx="4702235" cy="1694302"/>
          </a:xfrm>
        </p:grpSpPr>
        <p:grpSp>
          <p:nvGrpSpPr>
            <p:cNvPr id="10" name="Group 39">
              <a:extLst>
                <a:ext uri="{FF2B5EF4-FFF2-40B4-BE49-F238E27FC236}">
                  <a16:creationId xmlns:a16="http://schemas.microsoft.com/office/drawing/2014/main" id="{155EAF57-C52C-4E57-B01A-D4A817D425C1}"/>
                </a:ext>
              </a:extLst>
            </p:cNvPr>
            <p:cNvGrpSpPr/>
            <p:nvPr/>
          </p:nvGrpSpPr>
          <p:grpSpPr>
            <a:xfrm>
              <a:off x="2959216" y="3226488"/>
              <a:ext cx="4112001" cy="1694302"/>
              <a:chOff x="973910" y="2552193"/>
              <a:chExt cx="1863663" cy="2138695"/>
            </a:xfrm>
          </p:grpSpPr>
          <p:sp>
            <p:nvSpPr>
              <p:cNvPr id="11" name="TextBox 10">
                <a:extLst>
                  <a:ext uri="{FF2B5EF4-FFF2-40B4-BE49-F238E27FC236}">
                    <a16:creationId xmlns:a16="http://schemas.microsoft.com/office/drawing/2014/main" id="{AE6FD75A-122D-43D1-BF4A-98BE4AA081FA}"/>
                  </a:ext>
                </a:extLst>
              </p:cNvPr>
              <p:cNvSpPr txBox="1"/>
              <p:nvPr/>
            </p:nvSpPr>
            <p:spPr>
              <a:xfrm>
                <a:off x="980171" y="3059672"/>
                <a:ext cx="1836876" cy="1631216"/>
              </a:xfrm>
              <a:prstGeom prst="rect">
                <a:avLst/>
              </a:prstGeom>
              <a:noFill/>
            </p:spPr>
            <p:txBody>
              <a:bodyPr wrap="square" rtlCol="0">
                <a:spAutoFit/>
              </a:bodyPr>
              <a:lstStyle/>
              <a:p>
                <a:pPr algn="just"/>
                <a:r>
                  <a:rPr lang="en-US" altLang="ko-KR" sz="2000" dirty="0">
                    <a:solidFill>
                      <a:schemeClr val="bg1"/>
                    </a:solidFill>
                    <a:cs typeface="Arial" pitchFamily="34" charset="0"/>
                  </a:rPr>
                  <a:t>Bootstrap streamlines the process of creating visually appealing and mobile-friendly websites, saving time and effort in design and development.</a:t>
                </a:r>
                <a:endParaRPr lang="ko-KR" altLang="en-US" sz="2000" dirty="0">
                  <a:solidFill>
                    <a:schemeClr val="bg1"/>
                  </a:solidFill>
                  <a:cs typeface="Arial" pitchFamily="34" charset="0"/>
                </a:endParaRPr>
              </a:p>
            </p:txBody>
          </p:sp>
          <p:sp>
            <p:nvSpPr>
              <p:cNvPr id="12" name="TextBox 11">
                <a:extLst>
                  <a:ext uri="{FF2B5EF4-FFF2-40B4-BE49-F238E27FC236}">
                    <a16:creationId xmlns:a16="http://schemas.microsoft.com/office/drawing/2014/main" id="{E265889D-DEA2-4667-8287-3CFDC2BACAF8}"/>
                  </a:ext>
                </a:extLst>
              </p:cNvPr>
              <p:cNvSpPr txBox="1"/>
              <p:nvPr/>
            </p:nvSpPr>
            <p:spPr>
              <a:xfrm>
                <a:off x="973910" y="2552193"/>
                <a:ext cx="1863663" cy="461665"/>
              </a:xfrm>
              <a:prstGeom prst="rect">
                <a:avLst/>
              </a:prstGeom>
              <a:noFill/>
            </p:spPr>
            <p:txBody>
              <a:bodyPr wrap="square" rtlCol="0">
                <a:spAutoFit/>
              </a:bodyPr>
              <a:lstStyle/>
              <a:p>
                <a:r>
                  <a:rPr lang="en-US" altLang="ko-KR" sz="2400" b="1" dirty="0">
                    <a:solidFill>
                      <a:schemeClr val="bg1"/>
                    </a:solidFill>
                    <a:cs typeface="Arial" pitchFamily="34" charset="0"/>
                  </a:rPr>
                  <a:t>BOOTSTRAP</a:t>
                </a:r>
                <a:endParaRPr lang="ko-KR" altLang="en-US" sz="2400" b="1" dirty="0">
                  <a:solidFill>
                    <a:schemeClr val="bg1"/>
                  </a:solidFill>
                  <a:cs typeface="Arial" pitchFamily="34" charset="0"/>
                </a:endParaRPr>
              </a:p>
            </p:txBody>
          </p:sp>
        </p:grpSp>
        <p:grpSp>
          <p:nvGrpSpPr>
            <p:cNvPr id="57" name="Group 56">
              <a:extLst>
                <a:ext uri="{FF2B5EF4-FFF2-40B4-BE49-F238E27FC236}">
                  <a16:creationId xmlns:a16="http://schemas.microsoft.com/office/drawing/2014/main" id="{0FC07898-B7C4-8F95-42B3-221144927BDE}"/>
                </a:ext>
              </a:extLst>
            </p:cNvPr>
            <p:cNvGrpSpPr/>
            <p:nvPr/>
          </p:nvGrpSpPr>
          <p:grpSpPr>
            <a:xfrm>
              <a:off x="2368982" y="3309699"/>
              <a:ext cx="684069" cy="684069"/>
              <a:chOff x="4788478" y="3797641"/>
              <a:chExt cx="684069" cy="684069"/>
            </a:xfrm>
          </p:grpSpPr>
          <p:grpSp>
            <p:nvGrpSpPr>
              <p:cNvPr id="13" name="Group 42">
                <a:extLst>
                  <a:ext uri="{FF2B5EF4-FFF2-40B4-BE49-F238E27FC236}">
                    <a16:creationId xmlns:a16="http://schemas.microsoft.com/office/drawing/2014/main" id="{631F53F1-D3C1-4BE2-8565-96B03ACB9705}"/>
                  </a:ext>
                </a:extLst>
              </p:cNvPr>
              <p:cNvGrpSpPr/>
              <p:nvPr/>
            </p:nvGrpSpPr>
            <p:grpSpPr>
              <a:xfrm>
                <a:off x="4788478" y="3797641"/>
                <a:ext cx="684069" cy="684069"/>
                <a:chOff x="3218806" y="1961572"/>
                <a:chExt cx="684068" cy="684068"/>
              </a:xfrm>
            </p:grpSpPr>
            <p:sp>
              <p:nvSpPr>
                <p:cNvPr id="14" name="Diamond 43">
                  <a:extLst>
                    <a:ext uri="{FF2B5EF4-FFF2-40B4-BE49-F238E27FC236}">
                      <a16:creationId xmlns:a16="http://schemas.microsoft.com/office/drawing/2014/main" id="{BC49775E-CAB4-4FEA-A5A0-F92012325BAD}"/>
                    </a:ext>
                  </a:extLst>
                </p:cNvPr>
                <p:cNvSpPr/>
                <p:nvPr/>
              </p:nvSpPr>
              <p:spPr>
                <a:xfrm>
                  <a:off x="3218806" y="1961572"/>
                  <a:ext cx="684068" cy="684068"/>
                </a:xfrm>
                <a:prstGeom prst="diamond">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bg1"/>
                    </a:solidFill>
                  </a:endParaRPr>
                </a:p>
              </p:txBody>
            </p:sp>
            <p:sp>
              <p:nvSpPr>
                <p:cNvPr id="15" name="TextBox 14">
                  <a:extLst>
                    <a:ext uri="{FF2B5EF4-FFF2-40B4-BE49-F238E27FC236}">
                      <a16:creationId xmlns:a16="http://schemas.microsoft.com/office/drawing/2014/main" id="{6B21E578-22D9-4635-AA9D-4B4D3C533736}"/>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02</a:t>
                  </a:r>
                  <a:endParaRPr lang="ko-KR" altLang="en-US" sz="1600" b="1" dirty="0">
                    <a:solidFill>
                      <a:schemeClr val="bg1"/>
                    </a:solidFill>
                    <a:cs typeface="Arial" pitchFamily="34" charset="0"/>
                  </a:endParaRPr>
                </a:p>
              </p:txBody>
            </p:sp>
          </p:grpSp>
          <p:sp>
            <p:nvSpPr>
              <p:cNvPr id="28" name="Diamond 27">
                <a:extLst>
                  <a:ext uri="{FF2B5EF4-FFF2-40B4-BE49-F238E27FC236}">
                    <a16:creationId xmlns:a16="http://schemas.microsoft.com/office/drawing/2014/main" id="{074B87E9-D570-B11C-4D94-560F5C586319}"/>
                  </a:ext>
                </a:extLst>
              </p:cNvPr>
              <p:cNvSpPr/>
              <p:nvPr/>
            </p:nvSpPr>
            <p:spPr>
              <a:xfrm>
                <a:off x="4910749" y="3921382"/>
                <a:ext cx="436586"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4" name="Group 63">
            <a:extLst>
              <a:ext uri="{FF2B5EF4-FFF2-40B4-BE49-F238E27FC236}">
                <a16:creationId xmlns:a16="http://schemas.microsoft.com/office/drawing/2014/main" id="{40B833DA-C15C-CCCE-9457-84B58B3FE9C8}"/>
              </a:ext>
            </a:extLst>
          </p:cNvPr>
          <p:cNvGrpSpPr/>
          <p:nvPr/>
        </p:nvGrpSpPr>
        <p:grpSpPr>
          <a:xfrm>
            <a:off x="2673445" y="1663850"/>
            <a:ext cx="6346407" cy="790328"/>
            <a:chOff x="2495527" y="1304312"/>
            <a:chExt cx="6346407" cy="790328"/>
          </a:xfrm>
        </p:grpSpPr>
        <p:grpSp>
          <p:nvGrpSpPr>
            <p:cNvPr id="4" name="Group 33">
              <a:extLst>
                <a:ext uri="{FF2B5EF4-FFF2-40B4-BE49-F238E27FC236}">
                  <a16:creationId xmlns:a16="http://schemas.microsoft.com/office/drawing/2014/main" id="{5107DA47-F05C-4D31-988D-99333265B0DC}"/>
                </a:ext>
              </a:extLst>
            </p:cNvPr>
            <p:cNvGrpSpPr/>
            <p:nvPr/>
          </p:nvGrpSpPr>
          <p:grpSpPr>
            <a:xfrm>
              <a:off x="3101186" y="1304312"/>
              <a:ext cx="5740748" cy="790328"/>
              <a:chOff x="973909" y="2552193"/>
              <a:chExt cx="3894286" cy="867805"/>
            </a:xfrm>
          </p:grpSpPr>
          <p:sp>
            <p:nvSpPr>
              <p:cNvPr id="5" name="TextBox 4">
                <a:extLst>
                  <a:ext uri="{FF2B5EF4-FFF2-40B4-BE49-F238E27FC236}">
                    <a16:creationId xmlns:a16="http://schemas.microsoft.com/office/drawing/2014/main" id="{D499489E-7F86-42B9-BA60-9456916470C2}"/>
                  </a:ext>
                </a:extLst>
              </p:cNvPr>
              <p:cNvSpPr txBox="1"/>
              <p:nvPr/>
            </p:nvSpPr>
            <p:spPr>
              <a:xfrm>
                <a:off x="983538" y="2980665"/>
                <a:ext cx="3884657" cy="439333"/>
              </a:xfrm>
              <a:prstGeom prst="rect">
                <a:avLst/>
              </a:prstGeom>
              <a:noFill/>
            </p:spPr>
            <p:txBody>
              <a:bodyPr wrap="square" rtlCol="0">
                <a:spAutoFit/>
              </a:bodyPr>
              <a:lstStyle/>
              <a:p>
                <a:pPr algn="just"/>
                <a:endParaRPr lang="ko-KR" altLang="en-US" sz="2000" dirty="0">
                  <a:solidFill>
                    <a:schemeClr val="bg1"/>
                  </a:solidFill>
                  <a:cs typeface="Arial" pitchFamily="34" charset="0"/>
                </a:endParaRPr>
              </a:p>
            </p:txBody>
          </p:sp>
          <p:sp>
            <p:nvSpPr>
              <p:cNvPr id="6" name="TextBox 5">
                <a:extLst>
                  <a:ext uri="{FF2B5EF4-FFF2-40B4-BE49-F238E27FC236}">
                    <a16:creationId xmlns:a16="http://schemas.microsoft.com/office/drawing/2014/main" id="{86417082-81D3-4F22-A55F-2C235B985B69}"/>
                  </a:ext>
                </a:extLst>
              </p:cNvPr>
              <p:cNvSpPr txBox="1"/>
              <p:nvPr/>
            </p:nvSpPr>
            <p:spPr>
              <a:xfrm>
                <a:off x="973909" y="2552193"/>
                <a:ext cx="2238469" cy="506923"/>
              </a:xfrm>
              <a:prstGeom prst="rect">
                <a:avLst/>
              </a:prstGeom>
              <a:noFill/>
            </p:spPr>
            <p:txBody>
              <a:bodyPr wrap="square" rtlCol="0">
                <a:spAutoFit/>
              </a:bodyPr>
              <a:lstStyle/>
              <a:p>
                <a:r>
                  <a:rPr lang="en-US" altLang="ko-KR" sz="2400" b="1" dirty="0">
                    <a:solidFill>
                      <a:schemeClr val="bg1"/>
                    </a:solidFill>
                    <a:cs typeface="Arial" pitchFamily="34" charset="0"/>
                  </a:rPr>
                  <a:t>CSS &amp; BOOTSTRAP</a:t>
                </a:r>
                <a:endParaRPr lang="ko-KR" altLang="en-US" sz="2400" b="1" dirty="0">
                  <a:solidFill>
                    <a:schemeClr val="bg1"/>
                  </a:solidFill>
                  <a:cs typeface="Arial" pitchFamily="34" charset="0"/>
                </a:endParaRPr>
              </a:p>
            </p:txBody>
          </p:sp>
        </p:grpSp>
        <p:grpSp>
          <p:nvGrpSpPr>
            <p:cNvPr id="55" name="Group 54">
              <a:extLst>
                <a:ext uri="{FF2B5EF4-FFF2-40B4-BE49-F238E27FC236}">
                  <a16:creationId xmlns:a16="http://schemas.microsoft.com/office/drawing/2014/main" id="{4C87FE8A-2A9A-CA77-259F-4BA99B2DE587}"/>
                </a:ext>
              </a:extLst>
            </p:cNvPr>
            <p:cNvGrpSpPr/>
            <p:nvPr/>
          </p:nvGrpSpPr>
          <p:grpSpPr>
            <a:xfrm>
              <a:off x="2495527" y="1382377"/>
              <a:ext cx="684069" cy="684069"/>
              <a:chOff x="3895704" y="1971518"/>
              <a:chExt cx="684069" cy="684069"/>
            </a:xfrm>
          </p:grpSpPr>
          <p:grpSp>
            <p:nvGrpSpPr>
              <p:cNvPr id="7" name="Group 38">
                <a:extLst>
                  <a:ext uri="{FF2B5EF4-FFF2-40B4-BE49-F238E27FC236}">
                    <a16:creationId xmlns:a16="http://schemas.microsoft.com/office/drawing/2014/main" id="{442A8E9C-4951-4EB9-88A0-847F1FDC555E}"/>
                  </a:ext>
                </a:extLst>
              </p:cNvPr>
              <p:cNvGrpSpPr/>
              <p:nvPr/>
            </p:nvGrpSpPr>
            <p:grpSpPr>
              <a:xfrm>
                <a:off x="3895704" y="1971518"/>
                <a:ext cx="684069" cy="684069"/>
                <a:chOff x="3218806" y="1961572"/>
                <a:chExt cx="684068" cy="684068"/>
              </a:xfrm>
            </p:grpSpPr>
            <p:sp>
              <p:nvSpPr>
                <p:cNvPr id="8" name="Diamond 36">
                  <a:extLst>
                    <a:ext uri="{FF2B5EF4-FFF2-40B4-BE49-F238E27FC236}">
                      <a16:creationId xmlns:a16="http://schemas.microsoft.com/office/drawing/2014/main" id="{D47B10CA-1535-48ED-905C-9A45B25F755D}"/>
                    </a:ext>
                  </a:extLst>
                </p:cNvPr>
                <p:cNvSpPr/>
                <p:nvPr/>
              </p:nvSpPr>
              <p:spPr>
                <a:xfrm>
                  <a:off x="3218806" y="1961572"/>
                  <a:ext cx="684068" cy="684068"/>
                </a:xfrm>
                <a:prstGeom prst="diamond">
                  <a:avLst/>
                </a:pr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bg1"/>
                    </a:solidFill>
                  </a:endParaRPr>
                </a:p>
              </p:txBody>
            </p:sp>
            <p:sp>
              <p:nvSpPr>
                <p:cNvPr id="9" name="TextBox 8">
                  <a:extLst>
                    <a:ext uri="{FF2B5EF4-FFF2-40B4-BE49-F238E27FC236}">
                      <a16:creationId xmlns:a16="http://schemas.microsoft.com/office/drawing/2014/main" id="{3DEE8143-DB0F-4FD0-A36B-9978FA1FD019}"/>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02</a:t>
                  </a:r>
                  <a:endParaRPr lang="ko-KR" altLang="en-US" sz="1600" b="1" dirty="0">
                    <a:solidFill>
                      <a:schemeClr val="bg1"/>
                    </a:solidFill>
                    <a:cs typeface="Arial" pitchFamily="34" charset="0"/>
                  </a:endParaRPr>
                </a:p>
              </p:txBody>
            </p:sp>
          </p:grpSp>
          <p:sp>
            <p:nvSpPr>
              <p:cNvPr id="31" name="Diamond 30">
                <a:extLst>
                  <a:ext uri="{FF2B5EF4-FFF2-40B4-BE49-F238E27FC236}">
                    <a16:creationId xmlns:a16="http://schemas.microsoft.com/office/drawing/2014/main" id="{FFDE4B38-C6DA-61D5-49B6-0CD3A2897DAC}"/>
                  </a:ext>
                </a:extLst>
              </p:cNvPr>
              <p:cNvSpPr/>
              <p:nvPr/>
            </p:nvSpPr>
            <p:spPr>
              <a:xfrm>
                <a:off x="4010678" y="2101624"/>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61" name="Group 60">
            <a:extLst>
              <a:ext uri="{FF2B5EF4-FFF2-40B4-BE49-F238E27FC236}">
                <a16:creationId xmlns:a16="http://schemas.microsoft.com/office/drawing/2014/main" id="{2719595A-9471-509F-363E-7F2C3CDB1EBA}"/>
              </a:ext>
            </a:extLst>
          </p:cNvPr>
          <p:cNvGrpSpPr/>
          <p:nvPr/>
        </p:nvGrpSpPr>
        <p:grpSpPr>
          <a:xfrm>
            <a:off x="12435826" y="1404293"/>
            <a:ext cx="5472561" cy="2074732"/>
            <a:chOff x="6711682" y="2629913"/>
            <a:chExt cx="5472561" cy="2074732"/>
          </a:xfrm>
        </p:grpSpPr>
        <p:grpSp>
          <p:nvGrpSpPr>
            <p:cNvPr id="22" name="Group 51">
              <a:extLst>
                <a:ext uri="{FF2B5EF4-FFF2-40B4-BE49-F238E27FC236}">
                  <a16:creationId xmlns:a16="http://schemas.microsoft.com/office/drawing/2014/main" id="{26A39E9B-B721-48BF-9856-202E49483B0D}"/>
                </a:ext>
              </a:extLst>
            </p:cNvPr>
            <p:cNvGrpSpPr/>
            <p:nvPr/>
          </p:nvGrpSpPr>
          <p:grpSpPr>
            <a:xfrm>
              <a:off x="7281530" y="2629913"/>
              <a:ext cx="4902713" cy="2074732"/>
              <a:chOff x="973910" y="2552193"/>
              <a:chExt cx="1863663" cy="2045659"/>
            </a:xfrm>
          </p:grpSpPr>
          <p:sp>
            <p:nvSpPr>
              <p:cNvPr id="23" name="TextBox 22">
                <a:extLst>
                  <a:ext uri="{FF2B5EF4-FFF2-40B4-BE49-F238E27FC236}">
                    <a16:creationId xmlns:a16="http://schemas.microsoft.com/office/drawing/2014/main" id="{4254F8C5-2CCF-4E86-A235-47CCE79E5A26}"/>
                  </a:ext>
                </a:extLst>
              </p:cNvPr>
              <p:cNvSpPr txBox="1"/>
              <p:nvPr/>
            </p:nvSpPr>
            <p:spPr>
              <a:xfrm>
                <a:off x="1000696" y="2966636"/>
                <a:ext cx="1836876" cy="1631216"/>
              </a:xfrm>
              <a:prstGeom prst="rect">
                <a:avLst/>
              </a:prstGeom>
              <a:noFill/>
            </p:spPr>
            <p:txBody>
              <a:bodyPr wrap="square" rtlCol="0">
                <a:spAutoFit/>
              </a:bodyPr>
              <a:lstStyle/>
              <a:p>
                <a:pPr algn="just"/>
                <a:r>
                  <a:rPr lang="en-US" altLang="ko-KR" sz="2000" dirty="0">
                    <a:solidFill>
                      <a:schemeClr val="bg1"/>
                    </a:solidFill>
                    <a:cs typeface="Arial" pitchFamily="34" charset="0"/>
                  </a:rPr>
                  <a:t>CSS allows developers to define the appearance of HTML elements, including colors, fonts, and animations, to create visually appealing designs across a website.</a:t>
                </a:r>
                <a:endParaRPr lang="ko-KR" altLang="en-US" sz="2000" dirty="0">
                  <a:solidFill>
                    <a:schemeClr val="bg1"/>
                  </a:solidFill>
                  <a:cs typeface="Arial" pitchFamily="34" charset="0"/>
                </a:endParaRPr>
              </a:p>
            </p:txBody>
          </p:sp>
          <p:sp>
            <p:nvSpPr>
              <p:cNvPr id="24" name="TextBox 23">
                <a:extLst>
                  <a:ext uri="{FF2B5EF4-FFF2-40B4-BE49-F238E27FC236}">
                    <a16:creationId xmlns:a16="http://schemas.microsoft.com/office/drawing/2014/main" id="{8FB22F44-5BEF-450F-AEE5-0A2AFC049821}"/>
                  </a:ext>
                </a:extLst>
              </p:cNvPr>
              <p:cNvSpPr txBox="1"/>
              <p:nvPr/>
            </p:nvSpPr>
            <p:spPr>
              <a:xfrm>
                <a:off x="973910" y="2552193"/>
                <a:ext cx="1863663" cy="461665"/>
              </a:xfrm>
              <a:prstGeom prst="rect">
                <a:avLst/>
              </a:prstGeom>
              <a:noFill/>
            </p:spPr>
            <p:txBody>
              <a:bodyPr wrap="square" rtlCol="0">
                <a:spAutoFit/>
              </a:bodyPr>
              <a:lstStyle/>
              <a:p>
                <a:r>
                  <a:rPr lang="en-US" altLang="ko-KR" sz="2400" b="1" dirty="0">
                    <a:solidFill>
                      <a:schemeClr val="bg1"/>
                    </a:solidFill>
                    <a:cs typeface="Arial" pitchFamily="34" charset="0"/>
                  </a:rPr>
                  <a:t>CSS</a:t>
                </a:r>
                <a:endParaRPr lang="ko-KR" altLang="en-US" sz="2400" b="1" dirty="0">
                  <a:solidFill>
                    <a:schemeClr val="bg1"/>
                  </a:solidFill>
                  <a:cs typeface="Arial" pitchFamily="34" charset="0"/>
                </a:endParaRPr>
              </a:p>
            </p:txBody>
          </p:sp>
        </p:grpSp>
        <p:grpSp>
          <p:nvGrpSpPr>
            <p:cNvPr id="54" name="Group 53">
              <a:extLst>
                <a:ext uri="{FF2B5EF4-FFF2-40B4-BE49-F238E27FC236}">
                  <a16:creationId xmlns:a16="http://schemas.microsoft.com/office/drawing/2014/main" id="{DD9BEEFB-6971-AA8D-99D2-1ABBA19C1DA5}"/>
                </a:ext>
              </a:extLst>
            </p:cNvPr>
            <p:cNvGrpSpPr/>
            <p:nvPr/>
          </p:nvGrpSpPr>
          <p:grpSpPr>
            <a:xfrm>
              <a:off x="6711682" y="2765949"/>
              <a:ext cx="684069" cy="684069"/>
              <a:chOff x="7342656" y="2884580"/>
              <a:chExt cx="684069" cy="684069"/>
            </a:xfrm>
          </p:grpSpPr>
          <p:grpSp>
            <p:nvGrpSpPr>
              <p:cNvPr id="25" name="Group 54">
                <a:extLst>
                  <a:ext uri="{FF2B5EF4-FFF2-40B4-BE49-F238E27FC236}">
                    <a16:creationId xmlns:a16="http://schemas.microsoft.com/office/drawing/2014/main" id="{45C12E96-074A-445E-B4DD-494699200678}"/>
                  </a:ext>
                </a:extLst>
              </p:cNvPr>
              <p:cNvGrpSpPr/>
              <p:nvPr/>
            </p:nvGrpSpPr>
            <p:grpSpPr>
              <a:xfrm>
                <a:off x="7342656" y="2884580"/>
                <a:ext cx="684069" cy="684069"/>
                <a:chOff x="3218806" y="1961572"/>
                <a:chExt cx="684068" cy="684068"/>
              </a:xfrm>
            </p:grpSpPr>
            <p:sp>
              <p:nvSpPr>
                <p:cNvPr id="26" name="Diamond 55">
                  <a:extLst>
                    <a:ext uri="{FF2B5EF4-FFF2-40B4-BE49-F238E27FC236}">
                      <a16:creationId xmlns:a16="http://schemas.microsoft.com/office/drawing/2014/main" id="{56B3587B-0DFB-4405-8329-277FB2D325B4}"/>
                    </a:ext>
                  </a:extLst>
                </p:cNvPr>
                <p:cNvSpPr/>
                <p:nvPr/>
              </p:nvSpPr>
              <p:spPr>
                <a:xfrm>
                  <a:off x="3218806" y="1961572"/>
                  <a:ext cx="684068" cy="684068"/>
                </a:xfrm>
                <a:prstGeom prst="diamond">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sp>
              <p:nvSpPr>
                <p:cNvPr id="27" name="TextBox 26">
                  <a:extLst>
                    <a:ext uri="{FF2B5EF4-FFF2-40B4-BE49-F238E27FC236}">
                      <a16:creationId xmlns:a16="http://schemas.microsoft.com/office/drawing/2014/main" id="{04474FFB-83A3-458F-8F60-E9875F6C12AE}"/>
                    </a:ext>
                  </a:extLst>
                </p:cNvPr>
                <p:cNvSpPr txBox="1"/>
                <p:nvPr/>
              </p:nvSpPr>
              <p:spPr>
                <a:xfrm>
                  <a:off x="3348376"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03</a:t>
                  </a:r>
                  <a:endParaRPr lang="ko-KR" altLang="en-US" sz="1600" b="1" dirty="0">
                    <a:solidFill>
                      <a:schemeClr val="bg1"/>
                    </a:solidFill>
                    <a:cs typeface="Arial" pitchFamily="34" charset="0"/>
                  </a:endParaRPr>
                </a:p>
              </p:txBody>
            </p:sp>
          </p:grpSp>
          <p:sp>
            <p:nvSpPr>
              <p:cNvPr id="52" name="Diamond 51">
                <a:extLst>
                  <a:ext uri="{FF2B5EF4-FFF2-40B4-BE49-F238E27FC236}">
                    <a16:creationId xmlns:a16="http://schemas.microsoft.com/office/drawing/2014/main" id="{81F8C56E-401B-A9FA-92FB-BA0C75F0845A}"/>
                  </a:ext>
                </a:extLst>
              </p:cNvPr>
              <p:cNvSpPr/>
              <p:nvPr/>
            </p:nvSpPr>
            <p:spPr>
              <a:xfrm>
                <a:off x="7457630" y="3014686"/>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3" name="Group 62">
            <a:extLst>
              <a:ext uri="{FF2B5EF4-FFF2-40B4-BE49-F238E27FC236}">
                <a16:creationId xmlns:a16="http://schemas.microsoft.com/office/drawing/2014/main" id="{EFFF596F-0782-F291-38A3-23934AE3E440}"/>
              </a:ext>
            </a:extLst>
          </p:cNvPr>
          <p:cNvGrpSpPr/>
          <p:nvPr/>
        </p:nvGrpSpPr>
        <p:grpSpPr>
          <a:xfrm>
            <a:off x="13191725" y="6390988"/>
            <a:ext cx="5379165" cy="1731866"/>
            <a:chOff x="6648050" y="4828888"/>
            <a:chExt cx="5379165" cy="1731866"/>
          </a:xfrm>
        </p:grpSpPr>
        <p:grpSp>
          <p:nvGrpSpPr>
            <p:cNvPr id="16" name="Group 45">
              <a:extLst>
                <a:ext uri="{FF2B5EF4-FFF2-40B4-BE49-F238E27FC236}">
                  <a16:creationId xmlns:a16="http://schemas.microsoft.com/office/drawing/2014/main" id="{5F0CC694-B8C1-4C24-8403-73ADB1313DCF}"/>
                </a:ext>
              </a:extLst>
            </p:cNvPr>
            <p:cNvGrpSpPr/>
            <p:nvPr/>
          </p:nvGrpSpPr>
          <p:grpSpPr>
            <a:xfrm>
              <a:off x="7182490" y="4828888"/>
              <a:ext cx="4844725" cy="1731866"/>
              <a:chOff x="973910" y="2552193"/>
              <a:chExt cx="1868817" cy="1731866"/>
            </a:xfrm>
          </p:grpSpPr>
          <p:sp>
            <p:nvSpPr>
              <p:cNvPr id="17" name="TextBox 16">
                <a:extLst>
                  <a:ext uri="{FF2B5EF4-FFF2-40B4-BE49-F238E27FC236}">
                    <a16:creationId xmlns:a16="http://schemas.microsoft.com/office/drawing/2014/main" id="{B1057858-F158-4F9D-9E3D-71BB0A39ADD9}"/>
                  </a:ext>
                </a:extLst>
              </p:cNvPr>
              <p:cNvSpPr txBox="1"/>
              <p:nvPr/>
            </p:nvSpPr>
            <p:spPr>
              <a:xfrm>
                <a:off x="1005851" y="2960620"/>
                <a:ext cx="1836876" cy="1323439"/>
              </a:xfrm>
              <a:prstGeom prst="rect">
                <a:avLst/>
              </a:prstGeom>
              <a:noFill/>
            </p:spPr>
            <p:txBody>
              <a:bodyPr wrap="square" rtlCol="0">
                <a:spAutoFit/>
              </a:bodyPr>
              <a:lstStyle/>
              <a:p>
                <a:pPr algn="just"/>
                <a:r>
                  <a:rPr lang="en-US" altLang="ko-KR" sz="2000" dirty="0">
                    <a:solidFill>
                      <a:schemeClr val="bg1"/>
                    </a:solidFill>
                    <a:cs typeface="Arial" pitchFamily="34" charset="0"/>
                  </a:rPr>
                  <a:t>JavaScript enables features like user input validation, animations, and real-time updates, making websites more engaging and interactive for users.</a:t>
                </a:r>
                <a:endParaRPr lang="ko-KR" altLang="en-US" sz="2000" dirty="0">
                  <a:solidFill>
                    <a:schemeClr val="bg1"/>
                  </a:solidFill>
                  <a:cs typeface="Arial" pitchFamily="34" charset="0"/>
                </a:endParaRPr>
              </a:p>
            </p:txBody>
          </p:sp>
          <p:sp>
            <p:nvSpPr>
              <p:cNvPr id="18" name="TextBox 17">
                <a:extLst>
                  <a:ext uri="{FF2B5EF4-FFF2-40B4-BE49-F238E27FC236}">
                    <a16:creationId xmlns:a16="http://schemas.microsoft.com/office/drawing/2014/main" id="{37EE972A-78F0-4CA4-9A47-2D0891902E3D}"/>
                  </a:ext>
                </a:extLst>
              </p:cNvPr>
              <p:cNvSpPr txBox="1"/>
              <p:nvPr/>
            </p:nvSpPr>
            <p:spPr>
              <a:xfrm>
                <a:off x="973910" y="2552193"/>
                <a:ext cx="1863663" cy="461665"/>
              </a:xfrm>
              <a:prstGeom prst="rect">
                <a:avLst/>
              </a:prstGeom>
              <a:noFill/>
            </p:spPr>
            <p:txBody>
              <a:bodyPr wrap="square" rtlCol="0">
                <a:spAutoFit/>
              </a:bodyPr>
              <a:lstStyle/>
              <a:p>
                <a:r>
                  <a:rPr lang="en-US" altLang="ko-KR" sz="2400" b="1" dirty="0">
                    <a:solidFill>
                      <a:schemeClr val="bg1"/>
                    </a:solidFill>
                    <a:cs typeface="Arial" pitchFamily="34" charset="0"/>
                  </a:rPr>
                  <a:t>JAVASCRIPT</a:t>
                </a:r>
                <a:endParaRPr lang="ko-KR" altLang="en-US" sz="2400" b="1" dirty="0">
                  <a:solidFill>
                    <a:schemeClr val="bg1"/>
                  </a:solidFill>
                  <a:cs typeface="Arial" pitchFamily="34" charset="0"/>
                </a:endParaRPr>
              </a:p>
            </p:txBody>
          </p:sp>
        </p:grpSp>
        <p:grpSp>
          <p:nvGrpSpPr>
            <p:cNvPr id="60" name="Group 59">
              <a:extLst>
                <a:ext uri="{FF2B5EF4-FFF2-40B4-BE49-F238E27FC236}">
                  <a16:creationId xmlns:a16="http://schemas.microsoft.com/office/drawing/2014/main" id="{5FC60D4C-DCC8-6607-6527-B80854CA79FF}"/>
                </a:ext>
              </a:extLst>
            </p:cNvPr>
            <p:cNvGrpSpPr/>
            <p:nvPr/>
          </p:nvGrpSpPr>
          <p:grpSpPr>
            <a:xfrm>
              <a:off x="6648050" y="4989006"/>
              <a:ext cx="684069" cy="712035"/>
              <a:chOff x="8132450" y="4710702"/>
              <a:chExt cx="684069" cy="684069"/>
            </a:xfrm>
          </p:grpSpPr>
          <p:grpSp>
            <p:nvGrpSpPr>
              <p:cNvPr id="19" name="Group 48">
                <a:extLst>
                  <a:ext uri="{FF2B5EF4-FFF2-40B4-BE49-F238E27FC236}">
                    <a16:creationId xmlns:a16="http://schemas.microsoft.com/office/drawing/2014/main" id="{FF13CAAC-FF8D-43BB-95A1-A8B1F66AFF00}"/>
                  </a:ext>
                </a:extLst>
              </p:cNvPr>
              <p:cNvGrpSpPr/>
              <p:nvPr/>
            </p:nvGrpSpPr>
            <p:grpSpPr>
              <a:xfrm>
                <a:off x="8132450" y="4710702"/>
                <a:ext cx="684069" cy="684069"/>
                <a:chOff x="3218806" y="1961572"/>
                <a:chExt cx="684068" cy="684068"/>
              </a:xfrm>
            </p:grpSpPr>
            <p:sp>
              <p:nvSpPr>
                <p:cNvPr id="20" name="Diamond 49">
                  <a:extLst>
                    <a:ext uri="{FF2B5EF4-FFF2-40B4-BE49-F238E27FC236}">
                      <a16:creationId xmlns:a16="http://schemas.microsoft.com/office/drawing/2014/main" id="{D5C7E846-C3B3-41A5-A476-80C9DC5B28AA}"/>
                    </a:ext>
                  </a:extLst>
                </p:cNvPr>
                <p:cNvSpPr/>
                <p:nvPr/>
              </p:nvSpPr>
              <p:spPr>
                <a:xfrm>
                  <a:off x="3218806" y="1961572"/>
                  <a:ext cx="684068" cy="684068"/>
                </a:xfrm>
                <a:prstGeom prst="diamond">
                  <a:avLst/>
                </a:prstGeom>
                <a:no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sp>
              <p:nvSpPr>
                <p:cNvPr id="21" name="TextBox 20">
                  <a:extLst>
                    <a:ext uri="{FF2B5EF4-FFF2-40B4-BE49-F238E27FC236}">
                      <a16:creationId xmlns:a16="http://schemas.microsoft.com/office/drawing/2014/main" id="{5849E15B-84D0-48A7-B039-930656059C1B}"/>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04</a:t>
                  </a:r>
                  <a:endParaRPr lang="ko-KR" altLang="en-US" sz="1600" b="1" dirty="0">
                    <a:solidFill>
                      <a:schemeClr val="bg1"/>
                    </a:solidFill>
                    <a:cs typeface="Arial" pitchFamily="34" charset="0"/>
                  </a:endParaRPr>
                </a:p>
              </p:txBody>
            </p:sp>
          </p:grpSp>
          <p:sp>
            <p:nvSpPr>
              <p:cNvPr id="53" name="Diamond 52">
                <a:extLst>
                  <a:ext uri="{FF2B5EF4-FFF2-40B4-BE49-F238E27FC236}">
                    <a16:creationId xmlns:a16="http://schemas.microsoft.com/office/drawing/2014/main" id="{49638060-3B40-6560-9389-7B135702CE21}"/>
                  </a:ext>
                </a:extLst>
              </p:cNvPr>
              <p:cNvSpPr/>
              <p:nvPr/>
            </p:nvSpPr>
            <p:spPr>
              <a:xfrm>
                <a:off x="8251761" y="484285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5" name="TextBox 64">
            <a:extLst>
              <a:ext uri="{FF2B5EF4-FFF2-40B4-BE49-F238E27FC236}">
                <a16:creationId xmlns:a16="http://schemas.microsoft.com/office/drawing/2014/main" id="{BE25319D-E4D5-1478-65C2-D5744D2BE02E}"/>
              </a:ext>
            </a:extLst>
          </p:cNvPr>
          <p:cNvSpPr txBox="1"/>
          <p:nvPr/>
        </p:nvSpPr>
        <p:spPr>
          <a:xfrm>
            <a:off x="9019853" y="487647"/>
            <a:ext cx="2876873" cy="523220"/>
          </a:xfrm>
          <a:prstGeom prst="rect">
            <a:avLst/>
          </a:prstGeom>
          <a:noFill/>
        </p:spPr>
        <p:txBody>
          <a:bodyPr wrap="square" rtlCol="0">
            <a:spAutoFit/>
          </a:bodyPr>
          <a:lstStyle/>
          <a:p>
            <a:r>
              <a:rPr lang="en-US" sz="2800" b="1" dirty="0">
                <a:solidFill>
                  <a:schemeClr val="bg1"/>
                </a:solidFill>
              </a:rPr>
              <a:t>(With Example)</a:t>
            </a:r>
          </a:p>
        </p:txBody>
      </p:sp>
      <p:pic>
        <p:nvPicPr>
          <p:cNvPr id="67" name="Graphic 66" descr="Body builder with solid fill">
            <a:extLst>
              <a:ext uri="{FF2B5EF4-FFF2-40B4-BE49-F238E27FC236}">
                <a16:creationId xmlns:a16="http://schemas.microsoft.com/office/drawing/2014/main" id="{9D2022DD-2A7E-262A-FE26-1CD882A4D1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77842" y="-2370891"/>
            <a:ext cx="1609725" cy="1554786"/>
          </a:xfrm>
          <a:prstGeom prst="rect">
            <a:avLst/>
          </a:prstGeom>
        </p:spPr>
      </p:pic>
      <p:pic>
        <p:nvPicPr>
          <p:cNvPr id="1030" name="Picture 6">
            <a:extLst>
              <a:ext uri="{FF2B5EF4-FFF2-40B4-BE49-F238E27FC236}">
                <a16:creationId xmlns:a16="http://schemas.microsoft.com/office/drawing/2014/main" id="{37AABCA1-90FE-13E4-DD1A-BA913630903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25" r="15396"/>
          <a:stretch/>
        </p:blipFill>
        <p:spPr bwMode="auto">
          <a:xfrm>
            <a:off x="-6568141" y="5886383"/>
            <a:ext cx="6122133" cy="3793129"/>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a:extLst>
              <a:ext uri="{FF2B5EF4-FFF2-40B4-BE49-F238E27FC236}">
                <a16:creationId xmlns:a16="http://schemas.microsoft.com/office/drawing/2014/main" id="{8918A3A5-C1CE-8CFA-206B-CBD8444076AD}"/>
              </a:ext>
            </a:extLst>
          </p:cNvPr>
          <p:cNvPicPr>
            <a:picLocks noChangeAspect="1"/>
          </p:cNvPicPr>
          <p:nvPr/>
        </p:nvPicPr>
        <p:blipFill>
          <a:blip r:embed="rId5"/>
          <a:stretch>
            <a:fillRect/>
          </a:stretch>
        </p:blipFill>
        <p:spPr>
          <a:xfrm>
            <a:off x="4716991" y="3292957"/>
            <a:ext cx="5568700" cy="3300419"/>
          </a:xfrm>
          <a:prstGeom prst="rect">
            <a:avLst/>
          </a:prstGeom>
        </p:spPr>
      </p:pic>
      <p:sp>
        <p:nvSpPr>
          <p:cNvPr id="68" name="TextBox 67">
            <a:extLst>
              <a:ext uri="{FF2B5EF4-FFF2-40B4-BE49-F238E27FC236}">
                <a16:creationId xmlns:a16="http://schemas.microsoft.com/office/drawing/2014/main" id="{7772C7B5-187B-7EB7-B24A-B4102AA8AF5B}"/>
              </a:ext>
            </a:extLst>
          </p:cNvPr>
          <p:cNvSpPr txBox="1"/>
          <p:nvPr/>
        </p:nvSpPr>
        <p:spPr>
          <a:xfrm>
            <a:off x="3313759" y="2187045"/>
            <a:ext cx="6697016" cy="1015663"/>
          </a:xfrm>
          <a:prstGeom prst="rect">
            <a:avLst/>
          </a:prstGeom>
          <a:noFill/>
        </p:spPr>
        <p:txBody>
          <a:bodyPr wrap="square" rtlCol="0">
            <a:spAutoFit/>
          </a:bodyPr>
          <a:lstStyle/>
          <a:p>
            <a:r>
              <a:rPr lang="en-US" sz="2000" dirty="0">
                <a:solidFill>
                  <a:schemeClr val="bg1"/>
                </a:solidFill>
              </a:rPr>
              <a:t>CSS and Bootstrap work as paint color &amp; combinations, Home décor, furniture, lawns, etc. </a:t>
            </a:r>
          </a:p>
          <a:p>
            <a:endParaRPr lang="en-US" sz="2000" dirty="0">
              <a:solidFill>
                <a:schemeClr val="bg1"/>
              </a:solidFill>
            </a:endParaRPr>
          </a:p>
        </p:txBody>
      </p:sp>
      <p:grpSp>
        <p:nvGrpSpPr>
          <p:cNvPr id="69" name="Group 68">
            <a:extLst>
              <a:ext uri="{FF2B5EF4-FFF2-40B4-BE49-F238E27FC236}">
                <a16:creationId xmlns:a16="http://schemas.microsoft.com/office/drawing/2014/main" id="{22561147-7292-B58D-0872-7FD51BE161ED}"/>
              </a:ext>
            </a:extLst>
          </p:cNvPr>
          <p:cNvGrpSpPr/>
          <p:nvPr/>
        </p:nvGrpSpPr>
        <p:grpSpPr>
          <a:xfrm rot="10800000" flipH="1">
            <a:off x="7985724" y="128289"/>
            <a:ext cx="4041006" cy="1179757"/>
            <a:chOff x="8230329" y="5360525"/>
            <a:chExt cx="3634011" cy="1097280"/>
          </a:xfrm>
        </p:grpSpPr>
        <p:sp>
          <p:nvSpPr>
            <p:cNvPr id="70" name="Rectangle 69">
              <a:extLst>
                <a:ext uri="{FF2B5EF4-FFF2-40B4-BE49-F238E27FC236}">
                  <a16:creationId xmlns:a16="http://schemas.microsoft.com/office/drawing/2014/main" id="{37B9668C-857E-6DAA-55A2-2D79B318A38C}"/>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0BF4B522-52E8-77F1-FED5-9C63B114022B}"/>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a:extLst>
              <a:ext uri="{FF2B5EF4-FFF2-40B4-BE49-F238E27FC236}">
                <a16:creationId xmlns:a16="http://schemas.microsoft.com/office/drawing/2014/main" id="{CC901D01-0350-0275-E417-E484D109E32B}"/>
              </a:ext>
            </a:extLst>
          </p:cNvPr>
          <p:cNvGrpSpPr/>
          <p:nvPr/>
        </p:nvGrpSpPr>
        <p:grpSpPr>
          <a:xfrm rot="10800000" flipV="1">
            <a:off x="121655" y="5342512"/>
            <a:ext cx="3823826" cy="1395039"/>
            <a:chOff x="8230329" y="5360525"/>
            <a:chExt cx="3643536" cy="1106806"/>
          </a:xfrm>
        </p:grpSpPr>
        <p:sp>
          <p:nvSpPr>
            <p:cNvPr id="73" name="Rectangle 72">
              <a:extLst>
                <a:ext uri="{FF2B5EF4-FFF2-40B4-BE49-F238E27FC236}">
                  <a16:creationId xmlns:a16="http://schemas.microsoft.com/office/drawing/2014/main" id="{A4309DA6-3153-84FA-352A-704C2EF72B35}"/>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B6134634-CEAB-2255-2BD7-E66442C34745}"/>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Freeform 32">
            <a:extLst>
              <a:ext uri="{FF2B5EF4-FFF2-40B4-BE49-F238E27FC236}">
                <a16:creationId xmlns:a16="http://schemas.microsoft.com/office/drawing/2014/main" id="{53C2D3C1-B1E4-A5DC-9E8D-1BD91EB1ECC8}"/>
              </a:ext>
            </a:extLst>
          </p:cNvPr>
          <p:cNvSpPr/>
          <p:nvPr/>
        </p:nvSpPr>
        <p:spPr>
          <a:xfrm rot="964692">
            <a:off x="1354231" y="5473360"/>
            <a:ext cx="4739160" cy="919486"/>
          </a:xfrm>
          <a:custGeom>
            <a:avLst/>
            <a:gdLst>
              <a:gd name="connsiteX0" fmla="*/ 0 w 4124325"/>
              <a:gd name="connsiteY0" fmla="*/ 0 h 838200"/>
              <a:gd name="connsiteX1" fmla="*/ 0 w 4124325"/>
              <a:gd name="connsiteY1" fmla="*/ 0 h 838200"/>
              <a:gd name="connsiteX2" fmla="*/ 85725 w 4124325"/>
              <a:gd name="connsiteY2" fmla="*/ 9525 h 838200"/>
              <a:gd name="connsiteX3" fmla="*/ 123825 w 4124325"/>
              <a:gd name="connsiteY3" fmla="*/ 19050 h 838200"/>
              <a:gd name="connsiteX4" fmla="*/ 209550 w 4124325"/>
              <a:gd name="connsiteY4" fmla="*/ 28575 h 838200"/>
              <a:gd name="connsiteX5" fmla="*/ 285750 w 4124325"/>
              <a:gd name="connsiteY5" fmla="*/ 38100 h 838200"/>
              <a:gd name="connsiteX6" fmla="*/ 323850 w 4124325"/>
              <a:gd name="connsiteY6" fmla="*/ 57150 h 838200"/>
              <a:gd name="connsiteX7" fmla="*/ 323850 w 4124325"/>
              <a:gd name="connsiteY7" fmla="*/ 57150 h 838200"/>
              <a:gd name="connsiteX8" fmla="*/ 238125 w 4124325"/>
              <a:gd name="connsiteY8" fmla="*/ 352425 h 838200"/>
              <a:gd name="connsiteX9" fmla="*/ 971550 w 4124325"/>
              <a:gd name="connsiteY9" fmla="*/ 257175 h 838200"/>
              <a:gd name="connsiteX10" fmla="*/ 800100 w 4124325"/>
              <a:gd name="connsiteY10" fmla="*/ 609600 h 838200"/>
              <a:gd name="connsiteX11" fmla="*/ 2524125 w 4124325"/>
              <a:gd name="connsiteY11" fmla="*/ 495300 h 838200"/>
              <a:gd name="connsiteX12" fmla="*/ 2190750 w 4124325"/>
              <a:gd name="connsiteY12" fmla="*/ 838200 h 838200"/>
              <a:gd name="connsiteX13" fmla="*/ 4124325 w 4124325"/>
              <a:gd name="connsiteY13" fmla="*/ 704850 h 838200"/>
              <a:gd name="connsiteX0" fmla="*/ 0 w 4124325"/>
              <a:gd name="connsiteY0" fmla="*/ 0 h 838200"/>
              <a:gd name="connsiteX1" fmla="*/ 0 w 4124325"/>
              <a:gd name="connsiteY1" fmla="*/ 0 h 838200"/>
              <a:gd name="connsiteX2" fmla="*/ 85725 w 4124325"/>
              <a:gd name="connsiteY2" fmla="*/ 9525 h 838200"/>
              <a:gd name="connsiteX3" fmla="*/ 123825 w 4124325"/>
              <a:gd name="connsiteY3" fmla="*/ 19050 h 838200"/>
              <a:gd name="connsiteX4" fmla="*/ 285750 w 4124325"/>
              <a:gd name="connsiteY4" fmla="*/ 38100 h 838200"/>
              <a:gd name="connsiteX5" fmla="*/ 323850 w 4124325"/>
              <a:gd name="connsiteY5" fmla="*/ 57150 h 838200"/>
              <a:gd name="connsiteX6" fmla="*/ 323850 w 4124325"/>
              <a:gd name="connsiteY6" fmla="*/ 57150 h 838200"/>
              <a:gd name="connsiteX7" fmla="*/ 238125 w 4124325"/>
              <a:gd name="connsiteY7" fmla="*/ 352425 h 838200"/>
              <a:gd name="connsiteX8" fmla="*/ 971550 w 4124325"/>
              <a:gd name="connsiteY8" fmla="*/ 257175 h 838200"/>
              <a:gd name="connsiteX9" fmla="*/ 800100 w 4124325"/>
              <a:gd name="connsiteY9" fmla="*/ 609600 h 838200"/>
              <a:gd name="connsiteX10" fmla="*/ 2524125 w 4124325"/>
              <a:gd name="connsiteY10" fmla="*/ 495300 h 838200"/>
              <a:gd name="connsiteX11" fmla="*/ 2190750 w 4124325"/>
              <a:gd name="connsiteY11" fmla="*/ 838200 h 838200"/>
              <a:gd name="connsiteX12" fmla="*/ 4124325 w 4124325"/>
              <a:gd name="connsiteY12" fmla="*/ 704850 h 838200"/>
              <a:gd name="connsiteX0" fmla="*/ 0 w 4124325"/>
              <a:gd name="connsiteY0" fmla="*/ 0 h 838200"/>
              <a:gd name="connsiteX1" fmla="*/ 0 w 4124325"/>
              <a:gd name="connsiteY1" fmla="*/ 0 h 838200"/>
              <a:gd name="connsiteX2" fmla="*/ 85725 w 4124325"/>
              <a:gd name="connsiteY2" fmla="*/ 9525 h 838200"/>
              <a:gd name="connsiteX3" fmla="*/ 285750 w 4124325"/>
              <a:gd name="connsiteY3" fmla="*/ 38100 h 838200"/>
              <a:gd name="connsiteX4" fmla="*/ 323850 w 4124325"/>
              <a:gd name="connsiteY4" fmla="*/ 57150 h 838200"/>
              <a:gd name="connsiteX5" fmla="*/ 323850 w 4124325"/>
              <a:gd name="connsiteY5" fmla="*/ 57150 h 838200"/>
              <a:gd name="connsiteX6" fmla="*/ 238125 w 4124325"/>
              <a:gd name="connsiteY6" fmla="*/ 352425 h 838200"/>
              <a:gd name="connsiteX7" fmla="*/ 971550 w 4124325"/>
              <a:gd name="connsiteY7" fmla="*/ 257175 h 838200"/>
              <a:gd name="connsiteX8" fmla="*/ 800100 w 4124325"/>
              <a:gd name="connsiteY8" fmla="*/ 609600 h 838200"/>
              <a:gd name="connsiteX9" fmla="*/ 2524125 w 4124325"/>
              <a:gd name="connsiteY9" fmla="*/ 495300 h 838200"/>
              <a:gd name="connsiteX10" fmla="*/ 2190750 w 4124325"/>
              <a:gd name="connsiteY10" fmla="*/ 838200 h 838200"/>
              <a:gd name="connsiteX11" fmla="*/ 4124325 w 4124325"/>
              <a:gd name="connsiteY11" fmla="*/ 704850 h 838200"/>
              <a:gd name="connsiteX0" fmla="*/ 0 w 4124325"/>
              <a:gd name="connsiteY0" fmla="*/ 0 h 838200"/>
              <a:gd name="connsiteX1" fmla="*/ 0 w 4124325"/>
              <a:gd name="connsiteY1" fmla="*/ 0 h 838200"/>
              <a:gd name="connsiteX2" fmla="*/ 285750 w 4124325"/>
              <a:gd name="connsiteY2" fmla="*/ 38100 h 838200"/>
              <a:gd name="connsiteX3" fmla="*/ 323850 w 4124325"/>
              <a:gd name="connsiteY3" fmla="*/ 57150 h 838200"/>
              <a:gd name="connsiteX4" fmla="*/ 323850 w 4124325"/>
              <a:gd name="connsiteY4" fmla="*/ 57150 h 838200"/>
              <a:gd name="connsiteX5" fmla="*/ 238125 w 4124325"/>
              <a:gd name="connsiteY5" fmla="*/ 352425 h 838200"/>
              <a:gd name="connsiteX6" fmla="*/ 971550 w 4124325"/>
              <a:gd name="connsiteY6" fmla="*/ 257175 h 838200"/>
              <a:gd name="connsiteX7" fmla="*/ 800100 w 4124325"/>
              <a:gd name="connsiteY7" fmla="*/ 609600 h 838200"/>
              <a:gd name="connsiteX8" fmla="*/ 2524125 w 4124325"/>
              <a:gd name="connsiteY8" fmla="*/ 495300 h 838200"/>
              <a:gd name="connsiteX9" fmla="*/ 2190750 w 4124325"/>
              <a:gd name="connsiteY9" fmla="*/ 838200 h 838200"/>
              <a:gd name="connsiteX10" fmla="*/ 4124325 w 4124325"/>
              <a:gd name="connsiteY10" fmla="*/ 704850 h 838200"/>
              <a:gd name="connsiteX0" fmla="*/ 0 w 4124325"/>
              <a:gd name="connsiteY0" fmla="*/ 0 h 838200"/>
              <a:gd name="connsiteX1" fmla="*/ 0 w 4124325"/>
              <a:gd name="connsiteY1" fmla="*/ 0 h 838200"/>
              <a:gd name="connsiteX2" fmla="*/ 323850 w 4124325"/>
              <a:gd name="connsiteY2" fmla="*/ 57150 h 838200"/>
              <a:gd name="connsiteX3" fmla="*/ 323850 w 4124325"/>
              <a:gd name="connsiteY3" fmla="*/ 57150 h 838200"/>
              <a:gd name="connsiteX4" fmla="*/ 238125 w 4124325"/>
              <a:gd name="connsiteY4" fmla="*/ 352425 h 838200"/>
              <a:gd name="connsiteX5" fmla="*/ 971550 w 4124325"/>
              <a:gd name="connsiteY5" fmla="*/ 257175 h 838200"/>
              <a:gd name="connsiteX6" fmla="*/ 800100 w 4124325"/>
              <a:gd name="connsiteY6" fmla="*/ 609600 h 838200"/>
              <a:gd name="connsiteX7" fmla="*/ 2524125 w 4124325"/>
              <a:gd name="connsiteY7" fmla="*/ 495300 h 838200"/>
              <a:gd name="connsiteX8" fmla="*/ 2190750 w 4124325"/>
              <a:gd name="connsiteY8" fmla="*/ 838200 h 838200"/>
              <a:gd name="connsiteX9" fmla="*/ 4124325 w 4124325"/>
              <a:gd name="connsiteY9" fmla="*/ 704850 h 838200"/>
              <a:gd name="connsiteX0" fmla="*/ 0 w 4124325"/>
              <a:gd name="connsiteY0" fmla="*/ 19050 h 857250"/>
              <a:gd name="connsiteX1" fmla="*/ 0 w 4124325"/>
              <a:gd name="connsiteY1" fmla="*/ 19050 h 857250"/>
              <a:gd name="connsiteX2" fmla="*/ 323850 w 4124325"/>
              <a:gd name="connsiteY2" fmla="*/ 76200 h 857250"/>
              <a:gd name="connsiteX3" fmla="*/ 400050 w 4124325"/>
              <a:gd name="connsiteY3" fmla="*/ 0 h 857250"/>
              <a:gd name="connsiteX4" fmla="*/ 238125 w 4124325"/>
              <a:gd name="connsiteY4" fmla="*/ 371475 h 857250"/>
              <a:gd name="connsiteX5" fmla="*/ 971550 w 4124325"/>
              <a:gd name="connsiteY5" fmla="*/ 276225 h 857250"/>
              <a:gd name="connsiteX6" fmla="*/ 800100 w 4124325"/>
              <a:gd name="connsiteY6" fmla="*/ 628650 h 857250"/>
              <a:gd name="connsiteX7" fmla="*/ 2524125 w 4124325"/>
              <a:gd name="connsiteY7" fmla="*/ 514350 h 857250"/>
              <a:gd name="connsiteX8" fmla="*/ 2190750 w 4124325"/>
              <a:gd name="connsiteY8" fmla="*/ 857250 h 857250"/>
              <a:gd name="connsiteX9" fmla="*/ 4124325 w 4124325"/>
              <a:gd name="connsiteY9" fmla="*/ 723900 h 85725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284758 w 4124325"/>
              <a:gd name="connsiteY6" fmla="*/ 437570 h 838200"/>
              <a:gd name="connsiteX7" fmla="*/ 2524125 w 4124325"/>
              <a:gd name="connsiteY7" fmla="*/ 495300 h 838200"/>
              <a:gd name="connsiteX8" fmla="*/ 2190750 w 4124325"/>
              <a:gd name="connsiteY8" fmla="*/ 838200 h 838200"/>
              <a:gd name="connsiteX9" fmla="*/ 4124325 w 4124325"/>
              <a:gd name="connsiteY9"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698"/>
              <a:gd name="connsiteX1" fmla="*/ 0 w 4124325"/>
              <a:gd name="connsiteY1" fmla="*/ 0 h 838698"/>
              <a:gd name="connsiteX2" fmla="*/ 323850 w 4124325"/>
              <a:gd name="connsiteY2" fmla="*/ 57150 h 838698"/>
              <a:gd name="connsiteX3" fmla="*/ 238125 w 4124325"/>
              <a:gd name="connsiteY3" fmla="*/ 352425 h 838698"/>
              <a:gd name="connsiteX4" fmla="*/ 971550 w 4124325"/>
              <a:gd name="connsiteY4" fmla="*/ 257175 h 838698"/>
              <a:gd name="connsiteX5" fmla="*/ 704684 w 4124325"/>
              <a:gd name="connsiteY5" fmla="*/ 629478 h 838698"/>
              <a:gd name="connsiteX6" fmla="*/ 2524125 w 4124325"/>
              <a:gd name="connsiteY6" fmla="*/ 495300 h 838698"/>
              <a:gd name="connsiteX7" fmla="*/ 2190750 w 4124325"/>
              <a:gd name="connsiteY7" fmla="*/ 838200 h 838698"/>
              <a:gd name="connsiteX8" fmla="*/ 4124325 w 4124325"/>
              <a:gd name="connsiteY8" fmla="*/ 704850 h 838698"/>
              <a:gd name="connsiteX0" fmla="*/ 0 w 5281240"/>
              <a:gd name="connsiteY0" fmla="*/ 0 h 838698"/>
              <a:gd name="connsiteX1" fmla="*/ 0 w 5281240"/>
              <a:gd name="connsiteY1" fmla="*/ 0 h 838698"/>
              <a:gd name="connsiteX2" fmla="*/ 323850 w 5281240"/>
              <a:gd name="connsiteY2" fmla="*/ 57150 h 838698"/>
              <a:gd name="connsiteX3" fmla="*/ 238125 w 5281240"/>
              <a:gd name="connsiteY3" fmla="*/ 352425 h 838698"/>
              <a:gd name="connsiteX4" fmla="*/ 971550 w 5281240"/>
              <a:gd name="connsiteY4" fmla="*/ 257175 h 838698"/>
              <a:gd name="connsiteX5" fmla="*/ 704684 w 5281240"/>
              <a:gd name="connsiteY5" fmla="*/ 629478 h 838698"/>
              <a:gd name="connsiteX6" fmla="*/ 2524125 w 5281240"/>
              <a:gd name="connsiteY6" fmla="*/ 495300 h 838698"/>
              <a:gd name="connsiteX7" fmla="*/ 2190750 w 5281240"/>
              <a:gd name="connsiteY7" fmla="*/ 838200 h 838698"/>
              <a:gd name="connsiteX8" fmla="*/ 5281240 w 5281240"/>
              <a:gd name="connsiteY8" fmla="*/ 617385 h 838698"/>
              <a:gd name="connsiteX0" fmla="*/ 0 w 7139742"/>
              <a:gd name="connsiteY0" fmla="*/ 0 h 838698"/>
              <a:gd name="connsiteX1" fmla="*/ 0 w 7139742"/>
              <a:gd name="connsiteY1" fmla="*/ 0 h 838698"/>
              <a:gd name="connsiteX2" fmla="*/ 323850 w 7139742"/>
              <a:gd name="connsiteY2" fmla="*/ 57150 h 838698"/>
              <a:gd name="connsiteX3" fmla="*/ 238125 w 7139742"/>
              <a:gd name="connsiteY3" fmla="*/ 352425 h 838698"/>
              <a:gd name="connsiteX4" fmla="*/ 971550 w 7139742"/>
              <a:gd name="connsiteY4" fmla="*/ 257175 h 838698"/>
              <a:gd name="connsiteX5" fmla="*/ 704684 w 7139742"/>
              <a:gd name="connsiteY5" fmla="*/ 629478 h 838698"/>
              <a:gd name="connsiteX6" fmla="*/ 2524125 w 7139742"/>
              <a:gd name="connsiteY6" fmla="*/ 495300 h 838698"/>
              <a:gd name="connsiteX7" fmla="*/ 2190750 w 7139742"/>
              <a:gd name="connsiteY7" fmla="*/ 838200 h 838698"/>
              <a:gd name="connsiteX8" fmla="*/ 7139742 w 7139742"/>
              <a:gd name="connsiteY8" fmla="*/ 608318 h 838698"/>
              <a:gd name="connsiteX0" fmla="*/ 0 w 7239467"/>
              <a:gd name="connsiteY0" fmla="*/ 0 h 838698"/>
              <a:gd name="connsiteX1" fmla="*/ 0 w 7239467"/>
              <a:gd name="connsiteY1" fmla="*/ 0 h 838698"/>
              <a:gd name="connsiteX2" fmla="*/ 323850 w 7239467"/>
              <a:gd name="connsiteY2" fmla="*/ 57150 h 838698"/>
              <a:gd name="connsiteX3" fmla="*/ 238125 w 7239467"/>
              <a:gd name="connsiteY3" fmla="*/ 352425 h 838698"/>
              <a:gd name="connsiteX4" fmla="*/ 971550 w 7239467"/>
              <a:gd name="connsiteY4" fmla="*/ 257175 h 838698"/>
              <a:gd name="connsiteX5" fmla="*/ 704684 w 7239467"/>
              <a:gd name="connsiteY5" fmla="*/ 629478 h 838698"/>
              <a:gd name="connsiteX6" fmla="*/ 2524125 w 7239467"/>
              <a:gd name="connsiteY6" fmla="*/ 495300 h 838698"/>
              <a:gd name="connsiteX7" fmla="*/ 2190750 w 7239467"/>
              <a:gd name="connsiteY7" fmla="*/ 838200 h 838698"/>
              <a:gd name="connsiteX8" fmla="*/ 7239467 w 723946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94137" h="838698">
                <a:moveTo>
                  <a:pt x="0" y="0"/>
                </a:moveTo>
                <a:lnTo>
                  <a:pt x="0" y="0"/>
                </a:lnTo>
                <a:cubicBezTo>
                  <a:pt x="107950" y="19050"/>
                  <a:pt x="386654" y="-32693"/>
                  <a:pt x="323850" y="57150"/>
                </a:cubicBezTo>
                <a:cubicBezTo>
                  <a:pt x="233116" y="186948"/>
                  <a:pt x="70540" y="342942"/>
                  <a:pt x="238125" y="352425"/>
                </a:cubicBezTo>
                <a:cubicBezTo>
                  <a:pt x="482600" y="320675"/>
                  <a:pt x="985493" y="129899"/>
                  <a:pt x="971550" y="257175"/>
                </a:cubicBezTo>
                <a:cubicBezTo>
                  <a:pt x="942229" y="426333"/>
                  <a:pt x="475587" y="595492"/>
                  <a:pt x="704684" y="629478"/>
                </a:cubicBezTo>
                <a:cubicBezTo>
                  <a:pt x="963446" y="669165"/>
                  <a:pt x="2681964" y="361122"/>
                  <a:pt x="2524125" y="495300"/>
                </a:cubicBezTo>
                <a:cubicBezTo>
                  <a:pt x="2413000" y="609600"/>
                  <a:pt x="1912261" y="851121"/>
                  <a:pt x="2190750" y="838200"/>
                </a:cubicBezTo>
                <a:cubicBezTo>
                  <a:pt x="3220913" y="764595"/>
                  <a:pt x="6218369" y="618462"/>
                  <a:pt x="7194137" y="608318"/>
                </a:cubicBezTo>
              </a:path>
            </a:pathLst>
          </a:custGeom>
          <a:ln w="349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dirty="0"/>
          </a:p>
        </p:txBody>
      </p:sp>
      <p:grpSp>
        <p:nvGrpSpPr>
          <p:cNvPr id="76" name="Group 75">
            <a:extLst>
              <a:ext uri="{FF2B5EF4-FFF2-40B4-BE49-F238E27FC236}">
                <a16:creationId xmlns:a16="http://schemas.microsoft.com/office/drawing/2014/main" id="{11F2AD5F-B215-8EC1-5EC3-14B291C96B65}"/>
              </a:ext>
            </a:extLst>
          </p:cNvPr>
          <p:cNvGrpSpPr/>
          <p:nvPr/>
        </p:nvGrpSpPr>
        <p:grpSpPr>
          <a:xfrm rot="5400000">
            <a:off x="9969823" y="3501335"/>
            <a:ext cx="3157169" cy="525185"/>
            <a:chOff x="1612709" y="1258934"/>
            <a:chExt cx="2620319" cy="525185"/>
          </a:xfrm>
        </p:grpSpPr>
        <p:sp>
          <p:nvSpPr>
            <p:cNvPr id="77" name="Freeform: Shape 76">
              <a:extLst>
                <a:ext uri="{FF2B5EF4-FFF2-40B4-BE49-F238E27FC236}">
                  <a16:creationId xmlns:a16="http://schemas.microsoft.com/office/drawing/2014/main" id="{706BE917-8EB4-93ED-EB40-32F2A9C3DC7C}"/>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0900C643-5BFD-AC2D-9292-F48A7F5CF518}"/>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9F08FA15-1FD9-F92B-411D-0BC22CB9C0D6}"/>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83B66965-4AC4-B071-F819-F60185EDA6DD}"/>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43D1DF8E-E2D5-0ABE-3492-CEE1777AA75D}"/>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C863761-35A3-98D4-B5FE-566ED4DB0CA7}"/>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DAEC71B8-42E8-8493-E66C-0D0168B1FEAD}"/>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B8414CD9-8440-5773-5CA9-CBA14E0B3DEB}"/>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C39B8D4B-AADC-DEE4-2715-581E4EDF9E3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FA00924A-E292-A8F4-5762-CECFB301206D}"/>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9D81BB3-2868-8D80-BD6D-97D29F3D33D4}"/>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688C32C2-9E1C-95F3-5B6A-E2AD97DAD054}"/>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93424762-AAF6-866E-564D-02F534F98F22}"/>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952319DD-A3A4-AED1-AC85-F9A8E10B0D8D}"/>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721CA86B-3CA8-671E-878B-C5F46576B16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3DB1C03E-D425-6472-AE8E-016FB8B8280C}"/>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C2557CE1-6D57-D37C-E6D1-67D749ABCFEC}"/>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EC9DE33-348A-B7BD-93E7-68F65E613CFA}"/>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AFAA5E6C-CC29-249E-0BB6-5889AD687195}"/>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5E246A13-6728-6541-A3E3-BB76E1BC3EC1}"/>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731A1865-939F-1FA4-B025-48F69937E41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03546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prstGeom prst="rect">
            <a:avLst/>
          </a:prstGeom>
        </p:spPr>
        <p:txBody>
          <a:bodyPr/>
          <a:lstStyle/>
          <a:p>
            <a:r>
              <a:rPr lang="en-US" b="1" dirty="0"/>
              <a:t>Technology Used</a:t>
            </a:r>
          </a:p>
        </p:txBody>
      </p:sp>
      <p:grpSp>
        <p:nvGrpSpPr>
          <p:cNvPr id="59" name="Group 58">
            <a:extLst>
              <a:ext uri="{FF2B5EF4-FFF2-40B4-BE49-F238E27FC236}">
                <a16:creationId xmlns:a16="http://schemas.microsoft.com/office/drawing/2014/main" id="{73C33118-8F95-D823-CDF3-596F651F517C}"/>
              </a:ext>
            </a:extLst>
          </p:cNvPr>
          <p:cNvGrpSpPr/>
          <p:nvPr/>
        </p:nvGrpSpPr>
        <p:grpSpPr>
          <a:xfrm rot="2206929">
            <a:off x="-384811" y="564083"/>
            <a:ext cx="2952312" cy="3670229"/>
            <a:chOff x="1018679" y="1848460"/>
            <a:chExt cx="2952312" cy="3670229"/>
          </a:xfrm>
        </p:grpSpPr>
        <p:sp>
          <p:nvSpPr>
            <p:cNvPr id="29" name="Oval 1">
              <a:extLst>
                <a:ext uri="{FF2B5EF4-FFF2-40B4-BE49-F238E27FC236}">
                  <a16:creationId xmlns:a16="http://schemas.microsoft.com/office/drawing/2014/main" id="{C6655EEA-7455-4D99-98C2-429D9A73595F}"/>
                </a:ext>
              </a:extLst>
            </p:cNvPr>
            <p:cNvSpPr/>
            <p:nvPr/>
          </p:nvSpPr>
          <p:spPr>
            <a:xfrm rot="19043010">
              <a:off x="1018679" y="1848460"/>
              <a:ext cx="2271442" cy="2335067"/>
            </a:xfrm>
            <a:custGeom>
              <a:avLst/>
              <a:gdLst/>
              <a:ahLst/>
              <a:cxnLst/>
              <a:rect l="l" t="t" r="r" b="b"/>
              <a:pathLst>
                <a:path w="2552017" h="2623501">
                  <a:moveTo>
                    <a:pt x="960593" y="2481474"/>
                  </a:moveTo>
                  <a:lnTo>
                    <a:pt x="1639506" y="2481474"/>
                  </a:lnTo>
                  <a:cubicBezTo>
                    <a:pt x="1671635" y="2481474"/>
                    <a:pt x="1697681" y="2507520"/>
                    <a:pt x="1697681" y="2539649"/>
                  </a:cubicBezTo>
                  <a:lnTo>
                    <a:pt x="1697681" y="2565326"/>
                  </a:lnTo>
                  <a:cubicBezTo>
                    <a:pt x="1697681" y="2597455"/>
                    <a:pt x="1671635" y="2623501"/>
                    <a:pt x="1639506" y="2623501"/>
                  </a:cubicBezTo>
                  <a:lnTo>
                    <a:pt x="960593" y="2623501"/>
                  </a:lnTo>
                  <a:cubicBezTo>
                    <a:pt x="928464" y="2623501"/>
                    <a:pt x="902418" y="2597455"/>
                    <a:pt x="902418" y="2565326"/>
                  </a:cubicBezTo>
                  <a:lnTo>
                    <a:pt x="902418" y="2539649"/>
                  </a:lnTo>
                  <a:cubicBezTo>
                    <a:pt x="902418" y="2507520"/>
                    <a:pt x="928464" y="2481474"/>
                    <a:pt x="960593" y="2481474"/>
                  </a:cubicBezTo>
                  <a:close/>
                  <a:moveTo>
                    <a:pt x="932191" y="2289251"/>
                  </a:moveTo>
                  <a:lnTo>
                    <a:pt x="1667909" y="2289251"/>
                  </a:lnTo>
                  <a:cubicBezTo>
                    <a:pt x="1700037" y="2289251"/>
                    <a:pt x="1726082" y="2315296"/>
                    <a:pt x="1726082" y="2347425"/>
                  </a:cubicBezTo>
                  <a:lnTo>
                    <a:pt x="1726082" y="2373104"/>
                  </a:lnTo>
                  <a:cubicBezTo>
                    <a:pt x="1726082" y="2405232"/>
                    <a:pt x="1700037" y="2431279"/>
                    <a:pt x="1667909" y="2431279"/>
                  </a:cubicBezTo>
                  <a:lnTo>
                    <a:pt x="932191" y="2431279"/>
                  </a:lnTo>
                  <a:cubicBezTo>
                    <a:pt x="900060" y="2431279"/>
                    <a:pt x="874016" y="2405232"/>
                    <a:pt x="874016" y="2373104"/>
                  </a:cubicBezTo>
                  <a:lnTo>
                    <a:pt x="874016" y="2347425"/>
                  </a:lnTo>
                  <a:cubicBezTo>
                    <a:pt x="874016" y="2315296"/>
                    <a:pt x="900060" y="2289251"/>
                    <a:pt x="932191" y="2289251"/>
                  </a:cubicBezTo>
                  <a:close/>
                  <a:moveTo>
                    <a:pt x="2552017" y="936595"/>
                  </a:moveTo>
                  <a:lnTo>
                    <a:pt x="2552017" y="1134206"/>
                  </a:lnTo>
                  <a:lnTo>
                    <a:pt x="2269715" y="1094683"/>
                  </a:lnTo>
                  <a:lnTo>
                    <a:pt x="2269715" y="976116"/>
                  </a:lnTo>
                  <a:close/>
                  <a:moveTo>
                    <a:pt x="0" y="936595"/>
                  </a:moveTo>
                  <a:lnTo>
                    <a:pt x="282302" y="976116"/>
                  </a:lnTo>
                  <a:lnTo>
                    <a:pt x="282302" y="1094683"/>
                  </a:lnTo>
                  <a:lnTo>
                    <a:pt x="0" y="1134206"/>
                  </a:lnTo>
                  <a:close/>
                  <a:moveTo>
                    <a:pt x="1294602" y="538610"/>
                  </a:moveTo>
                  <a:cubicBezTo>
                    <a:pt x="913173" y="539058"/>
                    <a:pt x="604117" y="848419"/>
                    <a:pt x="604117" y="1229963"/>
                  </a:cubicBezTo>
                  <a:cubicBezTo>
                    <a:pt x="604117" y="1488254"/>
                    <a:pt x="788458" y="1743173"/>
                    <a:pt x="933602" y="1859635"/>
                  </a:cubicBezTo>
                  <a:cubicBezTo>
                    <a:pt x="999780" y="1936202"/>
                    <a:pt x="994533" y="1937770"/>
                    <a:pt x="1021427" y="2035767"/>
                  </a:cubicBezTo>
                  <a:cubicBezTo>
                    <a:pt x="1030792" y="2095827"/>
                    <a:pt x="1015388" y="2108637"/>
                    <a:pt x="1052591" y="2112393"/>
                  </a:cubicBezTo>
                  <a:lnTo>
                    <a:pt x="1054999" y="2125056"/>
                  </a:lnTo>
                  <a:lnTo>
                    <a:pt x="1550433" y="2125056"/>
                  </a:lnTo>
                  <a:lnTo>
                    <a:pt x="1553159" y="2110727"/>
                  </a:lnTo>
                  <a:cubicBezTo>
                    <a:pt x="1573723" y="2104124"/>
                    <a:pt x="1563459" y="2087417"/>
                    <a:pt x="1571512" y="2035767"/>
                  </a:cubicBezTo>
                  <a:cubicBezTo>
                    <a:pt x="1598405" y="1937770"/>
                    <a:pt x="1593158" y="1936202"/>
                    <a:pt x="1659337" y="1859635"/>
                  </a:cubicBezTo>
                  <a:cubicBezTo>
                    <a:pt x="1804480" y="1743173"/>
                    <a:pt x="1988823" y="1488254"/>
                    <a:pt x="1988823" y="1229963"/>
                  </a:cubicBezTo>
                  <a:cubicBezTo>
                    <a:pt x="1988823" y="848419"/>
                    <a:pt x="1679767" y="539058"/>
                    <a:pt x="1298337" y="538610"/>
                  </a:cubicBezTo>
                  <a:lnTo>
                    <a:pt x="1298337" y="538781"/>
                  </a:lnTo>
                  <a:lnTo>
                    <a:pt x="1296470" y="538638"/>
                  </a:lnTo>
                  <a:lnTo>
                    <a:pt x="1294602" y="538781"/>
                  </a:lnTo>
                  <a:close/>
                  <a:moveTo>
                    <a:pt x="1294881" y="366993"/>
                  </a:moveTo>
                  <a:lnTo>
                    <a:pt x="1296470" y="367115"/>
                  </a:lnTo>
                  <a:lnTo>
                    <a:pt x="1298059" y="366993"/>
                  </a:lnTo>
                  <a:cubicBezTo>
                    <a:pt x="1765638" y="366993"/>
                    <a:pt x="2144688" y="746041"/>
                    <a:pt x="2144688" y="1213621"/>
                  </a:cubicBezTo>
                  <a:cubicBezTo>
                    <a:pt x="2144688" y="1530035"/>
                    <a:pt x="1918769" y="1842315"/>
                    <a:pt x="1741015" y="1984856"/>
                  </a:cubicBezTo>
                  <a:cubicBezTo>
                    <a:pt x="1688059" y="2045866"/>
                    <a:pt x="1711430" y="2077925"/>
                    <a:pt x="1700050" y="2157459"/>
                  </a:cubicBezTo>
                  <a:cubicBezTo>
                    <a:pt x="1670466" y="2218857"/>
                    <a:pt x="1644003" y="2238490"/>
                    <a:pt x="1591710" y="2238490"/>
                  </a:cubicBezTo>
                  <a:lnTo>
                    <a:pt x="1296470" y="2237434"/>
                  </a:lnTo>
                  <a:lnTo>
                    <a:pt x="1001230" y="2238490"/>
                  </a:lnTo>
                  <a:cubicBezTo>
                    <a:pt x="948937" y="2238490"/>
                    <a:pt x="922474" y="2218857"/>
                    <a:pt x="892888" y="2157459"/>
                  </a:cubicBezTo>
                  <a:cubicBezTo>
                    <a:pt x="881509" y="2077925"/>
                    <a:pt x="904880" y="2045866"/>
                    <a:pt x="851923" y="1984856"/>
                  </a:cubicBezTo>
                  <a:cubicBezTo>
                    <a:pt x="674170" y="1842315"/>
                    <a:pt x="448251" y="1530035"/>
                    <a:pt x="448251" y="1213621"/>
                  </a:cubicBezTo>
                  <a:cubicBezTo>
                    <a:pt x="448251" y="746041"/>
                    <a:pt x="827300" y="366993"/>
                    <a:pt x="1294881" y="366993"/>
                  </a:cubicBezTo>
                  <a:close/>
                  <a:moveTo>
                    <a:pt x="2017322" y="195354"/>
                  </a:moveTo>
                  <a:lnTo>
                    <a:pt x="2168700" y="322376"/>
                  </a:lnTo>
                  <a:lnTo>
                    <a:pt x="1956964" y="513228"/>
                  </a:lnTo>
                  <a:lnTo>
                    <a:pt x="1866137" y="437013"/>
                  </a:lnTo>
                  <a:close/>
                  <a:moveTo>
                    <a:pt x="520680" y="195354"/>
                  </a:moveTo>
                  <a:lnTo>
                    <a:pt x="671864" y="437013"/>
                  </a:lnTo>
                  <a:lnTo>
                    <a:pt x="581036" y="513228"/>
                  </a:lnTo>
                  <a:lnTo>
                    <a:pt x="369300" y="322376"/>
                  </a:lnTo>
                  <a:close/>
                  <a:moveTo>
                    <a:pt x="1197664" y="0"/>
                  </a:moveTo>
                  <a:lnTo>
                    <a:pt x="1395275" y="0"/>
                  </a:lnTo>
                  <a:lnTo>
                    <a:pt x="1355752" y="282302"/>
                  </a:lnTo>
                  <a:lnTo>
                    <a:pt x="1237185" y="2823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58" name="Group 57">
              <a:extLst>
                <a:ext uri="{FF2B5EF4-FFF2-40B4-BE49-F238E27FC236}">
                  <a16:creationId xmlns:a16="http://schemas.microsoft.com/office/drawing/2014/main" id="{F33CAD1A-D3D1-212B-9219-79965CDBC213}"/>
                </a:ext>
              </a:extLst>
            </p:cNvPr>
            <p:cNvGrpSpPr/>
            <p:nvPr/>
          </p:nvGrpSpPr>
          <p:grpSpPr>
            <a:xfrm>
              <a:off x="1561179" y="2495177"/>
              <a:ext cx="2409812" cy="3023512"/>
              <a:chOff x="1561179" y="2495177"/>
              <a:chExt cx="2409812" cy="3023512"/>
            </a:xfrm>
          </p:grpSpPr>
          <p:grpSp>
            <p:nvGrpSpPr>
              <p:cNvPr id="30" name="Group 18">
                <a:extLst>
                  <a:ext uri="{FF2B5EF4-FFF2-40B4-BE49-F238E27FC236}">
                    <a16:creationId xmlns:a16="http://schemas.microsoft.com/office/drawing/2014/main" id="{FDBAB89B-9752-4D63-B05D-04DDB2818238}"/>
                  </a:ext>
                </a:extLst>
              </p:cNvPr>
              <p:cNvGrpSpPr/>
              <p:nvPr/>
            </p:nvGrpSpPr>
            <p:grpSpPr>
              <a:xfrm rot="19043010">
                <a:off x="3312156" y="3670884"/>
                <a:ext cx="658835" cy="1847805"/>
                <a:chOff x="6208048" y="3967120"/>
                <a:chExt cx="864096" cy="2231240"/>
              </a:xfrm>
            </p:grpSpPr>
            <p:sp>
              <p:nvSpPr>
                <p:cNvPr id="49" name="Rectangle 13">
                  <a:extLst>
                    <a:ext uri="{FF2B5EF4-FFF2-40B4-BE49-F238E27FC236}">
                      <a16:creationId xmlns:a16="http://schemas.microsoft.com/office/drawing/2014/main" id="{63B4E9AB-433C-4A8E-A201-FC2A47C307FA}"/>
                    </a:ext>
                  </a:extLst>
                </p:cNvPr>
                <p:cNvSpPr/>
                <p:nvPr/>
              </p:nvSpPr>
              <p:spPr>
                <a:xfrm>
                  <a:off x="6208144" y="3967120"/>
                  <a:ext cx="864000" cy="1416860"/>
                </a:xfrm>
                <a:prstGeom prst="rect">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50" name="Isosceles Triangle 14">
                  <a:extLst>
                    <a:ext uri="{FF2B5EF4-FFF2-40B4-BE49-F238E27FC236}">
                      <a16:creationId xmlns:a16="http://schemas.microsoft.com/office/drawing/2014/main" id="{94B97142-4D08-45E9-95D6-57109E058C63}"/>
                    </a:ext>
                  </a:extLst>
                </p:cNvPr>
                <p:cNvSpPr/>
                <p:nvPr/>
              </p:nvSpPr>
              <p:spPr>
                <a:xfrm rot="10800000">
                  <a:off x="6485344" y="5887981"/>
                  <a:ext cx="309600" cy="310379"/>
                </a:xfrm>
                <a:prstGeom prst="triangle">
                  <a:avLst/>
                </a:prstGeom>
                <a:solidFill>
                  <a:schemeClr val="bg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p>
              </p:txBody>
            </p:sp>
            <p:sp>
              <p:nvSpPr>
                <p:cNvPr id="51" name="Trapezoid 12">
                  <a:extLst>
                    <a:ext uri="{FF2B5EF4-FFF2-40B4-BE49-F238E27FC236}">
                      <a16:creationId xmlns:a16="http://schemas.microsoft.com/office/drawing/2014/main" id="{76A5B5DD-AB2B-47AB-9DB1-D5638A7D2FF1}"/>
                    </a:ext>
                  </a:extLst>
                </p:cNvPr>
                <p:cNvSpPr/>
                <p:nvPr/>
              </p:nvSpPr>
              <p:spPr>
                <a:xfrm rot="10800000">
                  <a:off x="6208048" y="5189849"/>
                  <a:ext cx="864096" cy="696733"/>
                </a:xfrm>
                <a:custGeom>
                  <a:avLst/>
                  <a:gdLst>
                    <a:gd name="connsiteX0" fmla="*/ 0 w 864096"/>
                    <a:gd name="connsiteY0" fmla="*/ 504000 h 504000"/>
                    <a:gd name="connsiteX1" fmla="*/ 278218 w 864096"/>
                    <a:gd name="connsiteY1" fmla="*/ 0 h 504000"/>
                    <a:gd name="connsiteX2" fmla="*/ 585878 w 864096"/>
                    <a:gd name="connsiteY2" fmla="*/ 0 h 504000"/>
                    <a:gd name="connsiteX3" fmla="*/ 864096 w 864096"/>
                    <a:gd name="connsiteY3" fmla="*/ 504000 h 504000"/>
                    <a:gd name="connsiteX4" fmla="*/ 0 w 864096"/>
                    <a:gd name="connsiteY4" fmla="*/ 504000 h 504000"/>
                    <a:gd name="connsiteX0" fmla="*/ 0 w 864096"/>
                    <a:gd name="connsiteY0" fmla="*/ 504000 h 504000"/>
                    <a:gd name="connsiteX1" fmla="*/ 278218 w 864096"/>
                    <a:gd name="connsiteY1" fmla="*/ 0 h 504000"/>
                    <a:gd name="connsiteX2" fmla="*/ 585878 w 864096"/>
                    <a:gd name="connsiteY2" fmla="*/ 0 h 504000"/>
                    <a:gd name="connsiteX3" fmla="*/ 864096 w 864096"/>
                    <a:gd name="connsiteY3" fmla="*/ 504000 h 504000"/>
                    <a:gd name="connsiteX4" fmla="*/ 654389 w 864096"/>
                    <a:gd name="connsiteY4" fmla="*/ 502269 h 504000"/>
                    <a:gd name="connsiteX5" fmla="*/ 0 w 864096"/>
                    <a:gd name="connsiteY5" fmla="*/ 504000 h 504000"/>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0 w 864096"/>
                    <a:gd name="connsiteY5"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0 w 864096"/>
                    <a:gd name="connsiteY5" fmla="*/ 504000 h 692597"/>
                    <a:gd name="connsiteX0" fmla="*/ 0 w 864096"/>
                    <a:gd name="connsiteY0" fmla="*/ 504000 h 693799"/>
                    <a:gd name="connsiteX1" fmla="*/ 278218 w 864096"/>
                    <a:gd name="connsiteY1" fmla="*/ 0 h 693799"/>
                    <a:gd name="connsiteX2" fmla="*/ 585878 w 864096"/>
                    <a:gd name="connsiteY2" fmla="*/ 0 h 693799"/>
                    <a:gd name="connsiteX3" fmla="*/ 864096 w 864096"/>
                    <a:gd name="connsiteY3" fmla="*/ 504000 h 693799"/>
                    <a:gd name="connsiteX4" fmla="*/ 646114 w 864096"/>
                    <a:gd name="connsiteY4" fmla="*/ 692597 h 693799"/>
                    <a:gd name="connsiteX5" fmla="*/ 418548 w 864096"/>
                    <a:gd name="connsiteY5" fmla="*/ 580882 h 693799"/>
                    <a:gd name="connsiteX6" fmla="*/ 0 w 864096"/>
                    <a:gd name="connsiteY6" fmla="*/ 504000 h 693799"/>
                    <a:gd name="connsiteX0" fmla="*/ 0 w 864096"/>
                    <a:gd name="connsiteY0" fmla="*/ 504000 h 693347"/>
                    <a:gd name="connsiteX1" fmla="*/ 278218 w 864096"/>
                    <a:gd name="connsiteY1" fmla="*/ 0 h 693347"/>
                    <a:gd name="connsiteX2" fmla="*/ 585878 w 864096"/>
                    <a:gd name="connsiteY2" fmla="*/ 0 h 693347"/>
                    <a:gd name="connsiteX3" fmla="*/ 864096 w 864096"/>
                    <a:gd name="connsiteY3" fmla="*/ 504000 h 693347"/>
                    <a:gd name="connsiteX4" fmla="*/ 646114 w 864096"/>
                    <a:gd name="connsiteY4" fmla="*/ 692597 h 693347"/>
                    <a:gd name="connsiteX5" fmla="*/ 418548 w 864096"/>
                    <a:gd name="connsiteY5" fmla="*/ 518819 h 693347"/>
                    <a:gd name="connsiteX6" fmla="*/ 0 w 864096"/>
                    <a:gd name="connsiteY6" fmla="*/ 504000 h 69334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18548 w 864096"/>
                    <a:gd name="connsiteY5" fmla="*/ 518819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18548 w 864096"/>
                    <a:gd name="connsiteY5" fmla="*/ 518819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0 w 864096"/>
                    <a:gd name="connsiteY0" fmla="*/ 504000 h 692597"/>
                    <a:gd name="connsiteX1" fmla="*/ 278218 w 864096"/>
                    <a:gd name="connsiteY1" fmla="*/ 0 h 692597"/>
                    <a:gd name="connsiteX2" fmla="*/ 585878 w 864096"/>
                    <a:gd name="connsiteY2" fmla="*/ 0 h 692597"/>
                    <a:gd name="connsiteX3" fmla="*/ 864096 w 864096"/>
                    <a:gd name="connsiteY3" fmla="*/ 504000 h 692597"/>
                    <a:gd name="connsiteX4" fmla="*/ 646114 w 864096"/>
                    <a:gd name="connsiteY4" fmla="*/ 692597 h 692597"/>
                    <a:gd name="connsiteX5" fmla="*/ 422686 w 864096"/>
                    <a:gd name="connsiteY5" fmla="*/ 489856 h 692597"/>
                    <a:gd name="connsiteX6" fmla="*/ 0 w 864096"/>
                    <a:gd name="connsiteY6" fmla="*/ 504000 h 692597"/>
                    <a:gd name="connsiteX0" fmla="*/ 162 w 864258"/>
                    <a:gd name="connsiteY0" fmla="*/ 504000 h 692597"/>
                    <a:gd name="connsiteX1" fmla="*/ 278380 w 864258"/>
                    <a:gd name="connsiteY1" fmla="*/ 0 h 692597"/>
                    <a:gd name="connsiteX2" fmla="*/ 586040 w 864258"/>
                    <a:gd name="connsiteY2" fmla="*/ 0 h 692597"/>
                    <a:gd name="connsiteX3" fmla="*/ 864258 w 864258"/>
                    <a:gd name="connsiteY3" fmla="*/ 504000 h 692597"/>
                    <a:gd name="connsiteX4" fmla="*/ 646276 w 864258"/>
                    <a:gd name="connsiteY4" fmla="*/ 692597 h 692597"/>
                    <a:gd name="connsiteX5" fmla="*/ 422848 w 864258"/>
                    <a:gd name="connsiteY5" fmla="*/ 489856 h 692597"/>
                    <a:gd name="connsiteX6" fmla="*/ 240795 w 864258"/>
                    <a:gd name="connsiteY6" fmla="*/ 576744 h 692597"/>
                    <a:gd name="connsiteX7" fmla="*/ 162 w 864258"/>
                    <a:gd name="connsiteY7" fmla="*/ 504000 h 692597"/>
                    <a:gd name="connsiteX0" fmla="*/ 153 w 864249"/>
                    <a:gd name="connsiteY0" fmla="*/ 504000 h 692597"/>
                    <a:gd name="connsiteX1" fmla="*/ 278371 w 864249"/>
                    <a:gd name="connsiteY1" fmla="*/ 0 h 692597"/>
                    <a:gd name="connsiteX2" fmla="*/ 586031 w 864249"/>
                    <a:gd name="connsiteY2" fmla="*/ 0 h 692597"/>
                    <a:gd name="connsiteX3" fmla="*/ 864249 w 864249"/>
                    <a:gd name="connsiteY3" fmla="*/ 504000 h 692597"/>
                    <a:gd name="connsiteX4" fmla="*/ 646267 w 864249"/>
                    <a:gd name="connsiteY4" fmla="*/ 692597 h 692597"/>
                    <a:gd name="connsiteX5" fmla="*/ 422839 w 864249"/>
                    <a:gd name="connsiteY5" fmla="*/ 489856 h 692597"/>
                    <a:gd name="connsiteX6" fmla="*/ 253199 w 864249"/>
                    <a:gd name="connsiteY6" fmla="*/ 688458 h 692597"/>
                    <a:gd name="connsiteX7" fmla="*/ 153 w 864249"/>
                    <a:gd name="connsiteY7" fmla="*/ 504000 h 692597"/>
                    <a:gd name="connsiteX0" fmla="*/ 153 w 864249"/>
                    <a:gd name="connsiteY0" fmla="*/ 504000 h 692597"/>
                    <a:gd name="connsiteX1" fmla="*/ 278371 w 864249"/>
                    <a:gd name="connsiteY1" fmla="*/ 0 h 692597"/>
                    <a:gd name="connsiteX2" fmla="*/ 586031 w 864249"/>
                    <a:gd name="connsiteY2" fmla="*/ 0 h 692597"/>
                    <a:gd name="connsiteX3" fmla="*/ 864249 w 864249"/>
                    <a:gd name="connsiteY3" fmla="*/ 504000 h 692597"/>
                    <a:gd name="connsiteX4" fmla="*/ 646267 w 864249"/>
                    <a:gd name="connsiteY4" fmla="*/ 692597 h 692597"/>
                    <a:gd name="connsiteX5" fmla="*/ 422839 w 864249"/>
                    <a:gd name="connsiteY5" fmla="*/ 489856 h 692597"/>
                    <a:gd name="connsiteX6" fmla="*/ 253199 w 864249"/>
                    <a:gd name="connsiteY6" fmla="*/ 688458 h 692597"/>
                    <a:gd name="connsiteX7" fmla="*/ 153 w 864249"/>
                    <a:gd name="connsiteY7" fmla="*/ 504000 h 692597"/>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22827 w 864237"/>
                    <a:gd name="connsiteY5" fmla="*/ 489856 h 696774"/>
                    <a:gd name="connsiteX6" fmla="*/ 269737 w 864237"/>
                    <a:gd name="connsiteY6" fmla="*/ 696733 h 696774"/>
                    <a:gd name="connsiteX7" fmla="*/ 141 w 864237"/>
                    <a:gd name="connsiteY7" fmla="*/ 504000 h 696774"/>
                    <a:gd name="connsiteX0" fmla="*/ 141 w 864237"/>
                    <a:gd name="connsiteY0" fmla="*/ 504000 h 696774"/>
                    <a:gd name="connsiteX1" fmla="*/ 278359 w 864237"/>
                    <a:gd name="connsiteY1" fmla="*/ 0 h 696774"/>
                    <a:gd name="connsiteX2" fmla="*/ 586019 w 864237"/>
                    <a:gd name="connsiteY2" fmla="*/ 0 h 696774"/>
                    <a:gd name="connsiteX3" fmla="*/ 864237 w 864237"/>
                    <a:gd name="connsiteY3" fmla="*/ 504000 h 696774"/>
                    <a:gd name="connsiteX4" fmla="*/ 646255 w 864237"/>
                    <a:gd name="connsiteY4" fmla="*/ 692597 h 696774"/>
                    <a:gd name="connsiteX5" fmla="*/ 443514 w 864237"/>
                    <a:gd name="connsiteY5" fmla="*/ 481581 h 696774"/>
                    <a:gd name="connsiteX6" fmla="*/ 269737 w 864237"/>
                    <a:gd name="connsiteY6" fmla="*/ 696733 h 696774"/>
                    <a:gd name="connsiteX7" fmla="*/ 141 w 864237"/>
                    <a:gd name="connsiteY7" fmla="*/ 504000 h 696774"/>
                    <a:gd name="connsiteX0" fmla="*/ 187 w 864283"/>
                    <a:gd name="connsiteY0" fmla="*/ 504000 h 696733"/>
                    <a:gd name="connsiteX1" fmla="*/ 278405 w 864283"/>
                    <a:gd name="connsiteY1" fmla="*/ 0 h 696733"/>
                    <a:gd name="connsiteX2" fmla="*/ 586065 w 864283"/>
                    <a:gd name="connsiteY2" fmla="*/ 0 h 696733"/>
                    <a:gd name="connsiteX3" fmla="*/ 864283 w 864283"/>
                    <a:gd name="connsiteY3" fmla="*/ 504000 h 696733"/>
                    <a:gd name="connsiteX4" fmla="*/ 646301 w 864283"/>
                    <a:gd name="connsiteY4" fmla="*/ 692597 h 696733"/>
                    <a:gd name="connsiteX5" fmla="*/ 443560 w 864283"/>
                    <a:gd name="connsiteY5" fmla="*/ 481581 h 696733"/>
                    <a:gd name="connsiteX6" fmla="*/ 269783 w 864283"/>
                    <a:gd name="connsiteY6" fmla="*/ 696733 h 696733"/>
                    <a:gd name="connsiteX7" fmla="*/ 187 w 864283"/>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481581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 name="connsiteX0" fmla="*/ 0 w 864096"/>
                    <a:gd name="connsiteY0" fmla="*/ 504000 h 696733"/>
                    <a:gd name="connsiteX1" fmla="*/ 278218 w 864096"/>
                    <a:gd name="connsiteY1" fmla="*/ 0 h 696733"/>
                    <a:gd name="connsiteX2" fmla="*/ 585878 w 864096"/>
                    <a:gd name="connsiteY2" fmla="*/ 0 h 696733"/>
                    <a:gd name="connsiteX3" fmla="*/ 864096 w 864096"/>
                    <a:gd name="connsiteY3" fmla="*/ 504000 h 696733"/>
                    <a:gd name="connsiteX4" fmla="*/ 646114 w 864096"/>
                    <a:gd name="connsiteY4" fmla="*/ 692597 h 696733"/>
                    <a:gd name="connsiteX5" fmla="*/ 443373 w 864096"/>
                    <a:gd name="connsiteY5" fmla="*/ 506406 h 696733"/>
                    <a:gd name="connsiteX6" fmla="*/ 269596 w 864096"/>
                    <a:gd name="connsiteY6" fmla="*/ 696733 h 696733"/>
                    <a:gd name="connsiteX7" fmla="*/ 0 w 864096"/>
                    <a:gd name="connsiteY7" fmla="*/ 504000 h 696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4096" h="696733">
                      <a:moveTo>
                        <a:pt x="0" y="504000"/>
                      </a:moveTo>
                      <a:lnTo>
                        <a:pt x="278218" y="0"/>
                      </a:lnTo>
                      <a:lnTo>
                        <a:pt x="585878" y="0"/>
                      </a:lnTo>
                      <a:lnTo>
                        <a:pt x="864096" y="504000"/>
                      </a:lnTo>
                      <a:lnTo>
                        <a:pt x="646114" y="692597"/>
                      </a:lnTo>
                      <a:cubicBezTo>
                        <a:pt x="555306" y="618523"/>
                        <a:pt x="538646" y="587490"/>
                        <a:pt x="443373" y="506406"/>
                      </a:cubicBezTo>
                      <a:cubicBezTo>
                        <a:pt x="342692" y="607086"/>
                        <a:pt x="319356" y="636450"/>
                        <a:pt x="269596" y="696733"/>
                      </a:cubicBezTo>
                      <a:cubicBezTo>
                        <a:pt x="145360" y="616339"/>
                        <a:pt x="130275" y="612536"/>
                        <a:pt x="0" y="504000"/>
                      </a:cubicBezTo>
                      <a:close/>
                    </a:path>
                  </a:pathLst>
                </a:cu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grpSp>
          <p:grpSp>
            <p:nvGrpSpPr>
              <p:cNvPr id="56" name="Group 55">
                <a:extLst>
                  <a:ext uri="{FF2B5EF4-FFF2-40B4-BE49-F238E27FC236}">
                    <a16:creationId xmlns:a16="http://schemas.microsoft.com/office/drawing/2014/main" id="{79A18970-3C30-8927-23EF-58FB21519693}"/>
                  </a:ext>
                </a:extLst>
              </p:cNvPr>
              <p:cNvGrpSpPr/>
              <p:nvPr/>
            </p:nvGrpSpPr>
            <p:grpSpPr>
              <a:xfrm>
                <a:off x="1561179" y="2495177"/>
                <a:ext cx="1063915" cy="1178548"/>
                <a:chOff x="1561179" y="2495177"/>
                <a:chExt cx="1063915" cy="1178548"/>
              </a:xfrm>
            </p:grpSpPr>
            <p:sp>
              <p:nvSpPr>
                <p:cNvPr id="32" name="Freeform 23">
                  <a:extLst>
                    <a:ext uri="{FF2B5EF4-FFF2-40B4-BE49-F238E27FC236}">
                      <a16:creationId xmlns:a16="http://schemas.microsoft.com/office/drawing/2014/main" id="{C6754257-2434-4A78-B450-010AFE0910B0}"/>
                    </a:ext>
                  </a:extLst>
                </p:cNvPr>
                <p:cNvSpPr/>
                <p:nvPr/>
              </p:nvSpPr>
              <p:spPr>
                <a:xfrm rot="19043010">
                  <a:off x="2359639" y="3192186"/>
                  <a:ext cx="105125" cy="481539"/>
                </a:xfrm>
                <a:custGeom>
                  <a:avLst/>
                  <a:gdLst>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Lst>
                  <a:ahLst/>
                  <a:cxnLst>
                    <a:cxn ang="0">
                      <a:pos x="connsiteX0" y="connsiteY0"/>
                    </a:cxn>
                    <a:cxn ang="0">
                      <a:pos x="connsiteX1" y="connsiteY1"/>
                    </a:cxn>
                    <a:cxn ang="0">
                      <a:pos x="connsiteX2" y="connsiteY2"/>
                    </a:cxn>
                    <a:cxn ang="0">
                      <a:pos x="connsiteX3" y="connsiteY3"/>
                    </a:cxn>
                  </a:cxnLst>
                  <a:rect l="l" t="t" r="r" b="b"/>
                  <a:pathLst>
                    <a:path w="118110" h="541020">
                      <a:moveTo>
                        <a:pt x="0" y="0"/>
                      </a:moveTo>
                      <a:cubicBezTo>
                        <a:pt x="123190" y="153670"/>
                        <a:pt x="116840" y="356870"/>
                        <a:pt x="118110" y="541020"/>
                      </a:cubicBezTo>
                      <a:lnTo>
                        <a:pt x="118110" y="541020"/>
                      </a:lnTo>
                      <a:lnTo>
                        <a:pt x="118110" y="541020"/>
                      </a:lnTo>
                    </a:path>
                  </a:pathLst>
                </a:custGeom>
                <a:ln w="508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33" name="Freeform 24">
                  <a:extLst>
                    <a:ext uri="{FF2B5EF4-FFF2-40B4-BE49-F238E27FC236}">
                      <a16:creationId xmlns:a16="http://schemas.microsoft.com/office/drawing/2014/main" id="{A7895A1A-12E1-4C3B-A4C4-2F237AF91845}"/>
                    </a:ext>
                  </a:extLst>
                </p:cNvPr>
                <p:cNvSpPr/>
                <p:nvPr/>
              </p:nvSpPr>
              <p:spPr>
                <a:xfrm rot="19043010" flipH="1">
                  <a:off x="2519969" y="3044668"/>
                  <a:ext cx="105125" cy="481539"/>
                </a:xfrm>
                <a:custGeom>
                  <a:avLst/>
                  <a:gdLst>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 name="connsiteX0" fmla="*/ 0 w 118110"/>
                    <a:gd name="connsiteY0" fmla="*/ 0 h 541020"/>
                    <a:gd name="connsiteX1" fmla="*/ 118110 w 118110"/>
                    <a:gd name="connsiteY1" fmla="*/ 541020 h 541020"/>
                    <a:gd name="connsiteX2" fmla="*/ 118110 w 118110"/>
                    <a:gd name="connsiteY2" fmla="*/ 541020 h 541020"/>
                    <a:gd name="connsiteX3" fmla="*/ 118110 w 118110"/>
                    <a:gd name="connsiteY3" fmla="*/ 541020 h 541020"/>
                  </a:gdLst>
                  <a:ahLst/>
                  <a:cxnLst>
                    <a:cxn ang="0">
                      <a:pos x="connsiteX0" y="connsiteY0"/>
                    </a:cxn>
                    <a:cxn ang="0">
                      <a:pos x="connsiteX1" y="connsiteY1"/>
                    </a:cxn>
                    <a:cxn ang="0">
                      <a:pos x="connsiteX2" y="connsiteY2"/>
                    </a:cxn>
                    <a:cxn ang="0">
                      <a:pos x="connsiteX3" y="connsiteY3"/>
                    </a:cxn>
                  </a:cxnLst>
                  <a:rect l="l" t="t" r="r" b="b"/>
                  <a:pathLst>
                    <a:path w="118110" h="541020">
                      <a:moveTo>
                        <a:pt x="0" y="0"/>
                      </a:moveTo>
                      <a:cubicBezTo>
                        <a:pt x="123190" y="153670"/>
                        <a:pt x="116840" y="356870"/>
                        <a:pt x="118110" y="541020"/>
                      </a:cubicBezTo>
                      <a:lnTo>
                        <a:pt x="118110" y="541020"/>
                      </a:lnTo>
                      <a:lnTo>
                        <a:pt x="118110" y="541020"/>
                      </a:lnTo>
                    </a:path>
                  </a:pathLst>
                </a:custGeom>
                <a:noFill/>
                <a:ln w="508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grpSp>
              <p:nvGrpSpPr>
                <p:cNvPr id="34" name="그룹 7">
                  <a:extLst>
                    <a:ext uri="{FF2B5EF4-FFF2-40B4-BE49-F238E27FC236}">
                      <a16:creationId xmlns:a16="http://schemas.microsoft.com/office/drawing/2014/main" id="{F7E6E5F2-E7A9-49A3-AD67-08DF8A30BEA8}"/>
                    </a:ext>
                  </a:extLst>
                </p:cNvPr>
                <p:cNvGrpSpPr/>
                <p:nvPr/>
              </p:nvGrpSpPr>
              <p:grpSpPr>
                <a:xfrm rot="19020000">
                  <a:off x="1561179" y="2495177"/>
                  <a:ext cx="1058138" cy="791152"/>
                  <a:chOff x="3323392" y="61421"/>
                  <a:chExt cx="4436326" cy="3316965"/>
                </a:xfrm>
              </p:grpSpPr>
              <p:sp>
                <p:nvSpPr>
                  <p:cNvPr id="35" name="자유형: 도형 3">
                    <a:extLst>
                      <a:ext uri="{FF2B5EF4-FFF2-40B4-BE49-F238E27FC236}">
                        <a16:creationId xmlns:a16="http://schemas.microsoft.com/office/drawing/2014/main" id="{C427CF4D-D191-4DE7-8702-5948000D8940}"/>
                      </a:ext>
                    </a:extLst>
                  </p:cNvPr>
                  <p:cNvSpPr/>
                  <p:nvPr/>
                </p:nvSpPr>
                <p:spPr>
                  <a:xfrm>
                    <a:off x="5565729" y="61421"/>
                    <a:ext cx="2193989" cy="3316965"/>
                  </a:xfrm>
                  <a:custGeom>
                    <a:avLst/>
                    <a:gdLst>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1983 h 3520436"/>
                      <a:gd name="connsiteX1" fmla="*/ 991074 w 2385391"/>
                      <a:gd name="connsiteY1" fmla="*/ 363058 h 3520436"/>
                      <a:gd name="connsiteX2" fmla="*/ 1630018 w 2385391"/>
                      <a:gd name="connsiteY2" fmla="*/ 270340 h 3520436"/>
                      <a:gd name="connsiteX3" fmla="*/ 1789044 w 2385391"/>
                      <a:gd name="connsiteY3" fmla="*/ 717601 h 3520436"/>
                      <a:gd name="connsiteX4" fmla="*/ 2216426 w 2385391"/>
                      <a:gd name="connsiteY4" fmla="*/ 1065470 h 3520436"/>
                      <a:gd name="connsiteX5" fmla="*/ 2037522 w 2385391"/>
                      <a:gd name="connsiteY5" fmla="*/ 1641940 h 3520436"/>
                      <a:gd name="connsiteX6" fmla="*/ 2385391 w 2385391"/>
                      <a:gd name="connsiteY6" fmla="*/ 2059383 h 3520436"/>
                      <a:gd name="connsiteX7" fmla="*/ 1938131 w 2385391"/>
                      <a:gd name="connsiteY7" fmla="*/ 2645792 h 3520436"/>
                      <a:gd name="connsiteX8" fmla="*/ 1719470 w 2385391"/>
                      <a:gd name="connsiteY8" fmla="*/ 3301775 h 3520436"/>
                      <a:gd name="connsiteX9" fmla="*/ 1033670 w 2385391"/>
                      <a:gd name="connsiteY9" fmla="*/ 3351470 h 3520436"/>
                      <a:gd name="connsiteX10" fmla="*/ 357809 w 2385391"/>
                      <a:gd name="connsiteY10" fmla="*/ 3520436 h 3520436"/>
                      <a:gd name="connsiteX11" fmla="*/ 0 w 2385391"/>
                      <a:gd name="connsiteY11" fmla="*/ 2735244 h 3520436"/>
                      <a:gd name="connsiteX12" fmla="*/ 9939 w 2385391"/>
                      <a:gd name="connsiteY12" fmla="*/ 538696 h 3520436"/>
                      <a:gd name="connsiteX13" fmla="*/ 467139 w 2385391"/>
                      <a:gd name="connsiteY13" fmla="*/ 1983 h 3520436"/>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95068 w 2385391"/>
                      <a:gd name="connsiteY5" fmla="*/ 1640113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27050 h 3521874"/>
                      <a:gd name="connsiteX6" fmla="*/ 2352734 w 2352734"/>
                      <a:gd name="connsiteY6" fmla="*/ 2080415 h 3521874"/>
                      <a:gd name="connsiteX7" fmla="*/ 1938131 w 2352734"/>
                      <a:gd name="connsiteY7" fmla="*/ 2647230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27050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21104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40112 h 3521874"/>
                      <a:gd name="connsiteX6" fmla="*/ 2352734 w 2352734"/>
                      <a:gd name="connsiteY6" fmla="*/ 2080415 h 3521874"/>
                      <a:gd name="connsiteX7" fmla="*/ 1882614 w 2352734"/>
                      <a:gd name="connsiteY7" fmla="*/ 2608041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760"/>
                      <a:gd name="connsiteY0" fmla="*/ 3421 h 3521874"/>
                      <a:gd name="connsiteX1" fmla="*/ 991074 w 2352760"/>
                      <a:gd name="connsiteY1" fmla="*/ 364496 h 3521874"/>
                      <a:gd name="connsiteX2" fmla="*/ 1597361 w 2352760"/>
                      <a:gd name="connsiteY2" fmla="*/ 304435 h 3521874"/>
                      <a:gd name="connsiteX3" fmla="*/ 1762919 w 2352760"/>
                      <a:gd name="connsiteY3" fmla="*/ 741899 h 3521874"/>
                      <a:gd name="connsiteX4" fmla="*/ 2190300 w 2352760"/>
                      <a:gd name="connsiteY4" fmla="*/ 1096300 h 3521874"/>
                      <a:gd name="connsiteX5" fmla="*/ 1982005 w 2352760"/>
                      <a:gd name="connsiteY5" fmla="*/ 1640112 h 3521874"/>
                      <a:gd name="connsiteX6" fmla="*/ 2352734 w 2352760"/>
                      <a:gd name="connsiteY6" fmla="*/ 2080415 h 3521874"/>
                      <a:gd name="connsiteX7" fmla="*/ 1882614 w 2352760"/>
                      <a:gd name="connsiteY7" fmla="*/ 2608041 h 3521874"/>
                      <a:gd name="connsiteX8" fmla="*/ 1719470 w 2352760"/>
                      <a:gd name="connsiteY8" fmla="*/ 3303213 h 3521874"/>
                      <a:gd name="connsiteX9" fmla="*/ 1033670 w 2352760"/>
                      <a:gd name="connsiteY9" fmla="*/ 3352908 h 3521874"/>
                      <a:gd name="connsiteX10" fmla="*/ 357809 w 2352760"/>
                      <a:gd name="connsiteY10" fmla="*/ 3521874 h 3521874"/>
                      <a:gd name="connsiteX11" fmla="*/ 0 w 2352760"/>
                      <a:gd name="connsiteY11" fmla="*/ 2736682 h 3521874"/>
                      <a:gd name="connsiteX12" fmla="*/ 9939 w 2352760"/>
                      <a:gd name="connsiteY12" fmla="*/ 540134 h 3521874"/>
                      <a:gd name="connsiteX13" fmla="*/ 467139 w 2352760"/>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82614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484067"/>
                      <a:gd name="connsiteX1" fmla="*/ 991074 w 2349495"/>
                      <a:gd name="connsiteY1" fmla="*/ 364496 h 3484067"/>
                      <a:gd name="connsiteX2" fmla="*/ 1597361 w 2349495"/>
                      <a:gd name="connsiteY2" fmla="*/ 304435 h 3484067"/>
                      <a:gd name="connsiteX3" fmla="*/ 1762919 w 2349495"/>
                      <a:gd name="connsiteY3" fmla="*/ 741899 h 3484067"/>
                      <a:gd name="connsiteX4" fmla="*/ 2190300 w 2349495"/>
                      <a:gd name="connsiteY4" fmla="*/ 1096300 h 3484067"/>
                      <a:gd name="connsiteX5" fmla="*/ 1982005 w 2349495"/>
                      <a:gd name="connsiteY5" fmla="*/ 1640112 h 3484067"/>
                      <a:gd name="connsiteX6" fmla="*/ 2349468 w 2349495"/>
                      <a:gd name="connsiteY6" fmla="*/ 2100010 h 3484067"/>
                      <a:gd name="connsiteX7" fmla="*/ 1869551 w 2349495"/>
                      <a:gd name="connsiteY7" fmla="*/ 2608041 h 3484067"/>
                      <a:gd name="connsiteX8" fmla="*/ 1686813 w 2349495"/>
                      <a:gd name="connsiteY8" fmla="*/ 3254228 h 3484067"/>
                      <a:gd name="connsiteX9" fmla="*/ 1108782 w 2349495"/>
                      <a:gd name="connsiteY9" fmla="*/ 3333313 h 3484067"/>
                      <a:gd name="connsiteX10" fmla="*/ 364340 w 2349495"/>
                      <a:gd name="connsiteY10" fmla="*/ 3469622 h 3484067"/>
                      <a:gd name="connsiteX11" fmla="*/ 0 w 2349495"/>
                      <a:gd name="connsiteY11" fmla="*/ 2736682 h 3484067"/>
                      <a:gd name="connsiteX12" fmla="*/ 9939 w 2349495"/>
                      <a:gd name="connsiteY12" fmla="*/ 540134 h 3484067"/>
                      <a:gd name="connsiteX13" fmla="*/ 467139 w 2349495"/>
                      <a:gd name="connsiteY13" fmla="*/ 3421 h 3484067"/>
                      <a:gd name="connsiteX0" fmla="*/ 467139 w 2349495"/>
                      <a:gd name="connsiteY0" fmla="*/ 3421 h 3480224"/>
                      <a:gd name="connsiteX1" fmla="*/ 991074 w 2349495"/>
                      <a:gd name="connsiteY1" fmla="*/ 364496 h 3480224"/>
                      <a:gd name="connsiteX2" fmla="*/ 1597361 w 2349495"/>
                      <a:gd name="connsiteY2" fmla="*/ 304435 h 3480224"/>
                      <a:gd name="connsiteX3" fmla="*/ 1762919 w 2349495"/>
                      <a:gd name="connsiteY3" fmla="*/ 741899 h 3480224"/>
                      <a:gd name="connsiteX4" fmla="*/ 2190300 w 2349495"/>
                      <a:gd name="connsiteY4" fmla="*/ 1096300 h 3480224"/>
                      <a:gd name="connsiteX5" fmla="*/ 1982005 w 2349495"/>
                      <a:gd name="connsiteY5" fmla="*/ 1640112 h 3480224"/>
                      <a:gd name="connsiteX6" fmla="*/ 2349468 w 2349495"/>
                      <a:gd name="connsiteY6" fmla="*/ 2100010 h 3480224"/>
                      <a:gd name="connsiteX7" fmla="*/ 1869551 w 2349495"/>
                      <a:gd name="connsiteY7" fmla="*/ 2608041 h 3480224"/>
                      <a:gd name="connsiteX8" fmla="*/ 1686813 w 2349495"/>
                      <a:gd name="connsiteY8" fmla="*/ 3254228 h 3480224"/>
                      <a:gd name="connsiteX9" fmla="*/ 1108782 w 2349495"/>
                      <a:gd name="connsiteY9" fmla="*/ 3333313 h 3480224"/>
                      <a:gd name="connsiteX10" fmla="*/ 370871 w 2349495"/>
                      <a:gd name="connsiteY10" fmla="*/ 3459825 h 3480224"/>
                      <a:gd name="connsiteX11" fmla="*/ 0 w 2349495"/>
                      <a:gd name="connsiteY11" fmla="*/ 2736682 h 3480224"/>
                      <a:gd name="connsiteX12" fmla="*/ 9939 w 2349495"/>
                      <a:gd name="connsiteY12" fmla="*/ 540134 h 3480224"/>
                      <a:gd name="connsiteX13" fmla="*/ 467139 w 2349495"/>
                      <a:gd name="connsiteY13" fmla="*/ 3421 h 3480224"/>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233 w 2349589"/>
                      <a:gd name="connsiteY0" fmla="*/ 3421 h 3552207"/>
                      <a:gd name="connsiteX1" fmla="*/ 991168 w 2349589"/>
                      <a:gd name="connsiteY1" fmla="*/ 364496 h 3552207"/>
                      <a:gd name="connsiteX2" fmla="*/ 1597455 w 2349589"/>
                      <a:gd name="connsiteY2" fmla="*/ 304435 h 3552207"/>
                      <a:gd name="connsiteX3" fmla="*/ 1763013 w 2349589"/>
                      <a:gd name="connsiteY3" fmla="*/ 741899 h 3552207"/>
                      <a:gd name="connsiteX4" fmla="*/ 2190394 w 2349589"/>
                      <a:gd name="connsiteY4" fmla="*/ 1096300 h 3552207"/>
                      <a:gd name="connsiteX5" fmla="*/ 1982099 w 2349589"/>
                      <a:gd name="connsiteY5" fmla="*/ 1640112 h 3552207"/>
                      <a:gd name="connsiteX6" fmla="*/ 2349562 w 2349589"/>
                      <a:gd name="connsiteY6" fmla="*/ 2100010 h 3552207"/>
                      <a:gd name="connsiteX7" fmla="*/ 1869645 w 2349589"/>
                      <a:gd name="connsiteY7" fmla="*/ 2608041 h 3552207"/>
                      <a:gd name="connsiteX8" fmla="*/ 1686907 w 2349589"/>
                      <a:gd name="connsiteY8" fmla="*/ 3254228 h 3552207"/>
                      <a:gd name="connsiteX9" fmla="*/ 1108876 w 2349589"/>
                      <a:gd name="connsiteY9" fmla="*/ 3333313 h 3552207"/>
                      <a:gd name="connsiteX10" fmla="*/ 370965 w 2349589"/>
                      <a:gd name="connsiteY10" fmla="*/ 3459825 h 3552207"/>
                      <a:gd name="connsiteX11" fmla="*/ 94 w 2349589"/>
                      <a:gd name="connsiteY11" fmla="*/ 2736682 h 3552207"/>
                      <a:gd name="connsiteX12" fmla="*/ 10033 w 2349589"/>
                      <a:gd name="connsiteY12" fmla="*/ 540134 h 3552207"/>
                      <a:gd name="connsiteX13" fmla="*/ 467233 w 2349589"/>
                      <a:gd name="connsiteY13" fmla="*/ 3421 h 355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9589" h="3552207">
                        <a:moveTo>
                          <a:pt x="467233" y="3421"/>
                        </a:moveTo>
                        <a:cubicBezTo>
                          <a:pt x="734407" y="-24266"/>
                          <a:pt x="981985" y="117864"/>
                          <a:pt x="991168" y="364496"/>
                        </a:cubicBezTo>
                        <a:cubicBezTo>
                          <a:pt x="1194352" y="121319"/>
                          <a:pt x="1498773" y="227572"/>
                          <a:pt x="1597455" y="304435"/>
                        </a:cubicBezTo>
                        <a:cubicBezTo>
                          <a:pt x="1689652" y="352285"/>
                          <a:pt x="1788382" y="579749"/>
                          <a:pt x="1763013" y="741899"/>
                        </a:cubicBezTo>
                        <a:cubicBezTo>
                          <a:pt x="1943573" y="782744"/>
                          <a:pt x="2133931" y="882371"/>
                          <a:pt x="2190394" y="1096300"/>
                        </a:cubicBezTo>
                        <a:cubicBezTo>
                          <a:pt x="2247236" y="1330910"/>
                          <a:pt x="2127731" y="1529599"/>
                          <a:pt x="1982099" y="1640112"/>
                        </a:cubicBezTo>
                        <a:cubicBezTo>
                          <a:pt x="2152484" y="1693262"/>
                          <a:pt x="2352260" y="1890106"/>
                          <a:pt x="2349562" y="2100010"/>
                        </a:cubicBezTo>
                        <a:cubicBezTo>
                          <a:pt x="2319129" y="2527345"/>
                          <a:pt x="2047035" y="2618311"/>
                          <a:pt x="1869645" y="2608041"/>
                        </a:cubicBezTo>
                        <a:cubicBezTo>
                          <a:pt x="1950246" y="2898548"/>
                          <a:pt x="1812046" y="3097616"/>
                          <a:pt x="1686907" y="3254228"/>
                        </a:cubicBezTo>
                        <a:cubicBezTo>
                          <a:pt x="1508381" y="3391624"/>
                          <a:pt x="1336387" y="3401657"/>
                          <a:pt x="1108876" y="3333313"/>
                        </a:cubicBezTo>
                        <a:cubicBezTo>
                          <a:pt x="969586" y="3611704"/>
                          <a:pt x="680072" y="3589648"/>
                          <a:pt x="370965" y="3459825"/>
                        </a:cubicBezTo>
                        <a:cubicBezTo>
                          <a:pt x="103649" y="3346140"/>
                          <a:pt x="-3644" y="3069170"/>
                          <a:pt x="94" y="2736682"/>
                        </a:cubicBezTo>
                        <a:lnTo>
                          <a:pt x="10033" y="540134"/>
                        </a:lnTo>
                        <a:cubicBezTo>
                          <a:pt x="2413" y="246930"/>
                          <a:pt x="200533" y="45165"/>
                          <a:pt x="467233" y="3421"/>
                        </a:cubicBezTo>
                        <a:close/>
                      </a:path>
                    </a:pathLst>
                  </a:cu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36" name="그룹 42">
                    <a:extLst>
                      <a:ext uri="{FF2B5EF4-FFF2-40B4-BE49-F238E27FC236}">
                        <a16:creationId xmlns:a16="http://schemas.microsoft.com/office/drawing/2014/main" id="{B4DE19D9-DFCA-414B-B7DA-A18A2242DBD5}"/>
                      </a:ext>
                    </a:extLst>
                  </p:cNvPr>
                  <p:cNvGrpSpPr/>
                  <p:nvPr/>
                </p:nvGrpSpPr>
                <p:grpSpPr>
                  <a:xfrm>
                    <a:off x="5560358" y="66818"/>
                    <a:ext cx="2194998" cy="3306170"/>
                    <a:chOff x="6150565" y="3254095"/>
                    <a:chExt cx="979312" cy="1475068"/>
                  </a:xfrm>
                </p:grpSpPr>
                <p:sp>
                  <p:nvSpPr>
                    <p:cNvPr id="44" name="자유형: 도형 43">
                      <a:extLst>
                        <a:ext uri="{FF2B5EF4-FFF2-40B4-BE49-F238E27FC236}">
                          <a16:creationId xmlns:a16="http://schemas.microsoft.com/office/drawing/2014/main" id="{B8E0A958-5451-418A-81E9-D520AD6D64B7}"/>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5" name="자유형: 도형 44">
                      <a:extLst>
                        <a:ext uri="{FF2B5EF4-FFF2-40B4-BE49-F238E27FC236}">
                          <a16:creationId xmlns:a16="http://schemas.microsoft.com/office/drawing/2014/main" id="{1F025EE2-A089-46E7-9137-E351D366CF66}"/>
                        </a:ext>
                      </a:extLst>
                    </p:cNvPr>
                    <p:cNvSpPr/>
                    <p:nvPr/>
                  </p:nvSpPr>
                  <p:spPr>
                    <a:xfrm>
                      <a:off x="6646452" y="3560646"/>
                      <a:ext cx="483425" cy="785841"/>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42808">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35403" y="1017236"/>
                            <a:pt x="384825" y="1042808"/>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6" name="자유형: 도형 45">
                      <a:extLst>
                        <a:ext uri="{FF2B5EF4-FFF2-40B4-BE49-F238E27FC236}">
                          <a16:creationId xmlns:a16="http://schemas.microsoft.com/office/drawing/2014/main" id="{7BEE059D-1ABF-4612-BFCE-1832A766FA83}"/>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47" name="자유형: 도형 46">
                      <a:extLst>
                        <a:ext uri="{FF2B5EF4-FFF2-40B4-BE49-F238E27FC236}">
                          <a16:creationId xmlns:a16="http://schemas.microsoft.com/office/drawing/2014/main" id="{D2DB6989-0C01-4C4A-BFFE-DAC583BB89FA}"/>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48" name="직선 연결선 47">
                      <a:extLst>
                        <a:ext uri="{FF2B5EF4-FFF2-40B4-BE49-F238E27FC236}">
                          <a16:creationId xmlns:a16="http://schemas.microsoft.com/office/drawing/2014/main" id="{53FB9350-E6F9-4F7B-9349-DC6968854DB4}"/>
                        </a:ext>
                      </a:extLst>
                    </p:cNvPr>
                    <p:cNvCxnSpPr>
                      <a:cxnSpLocks/>
                    </p:cNvCxnSpPr>
                    <p:nvPr/>
                  </p:nvCxnSpPr>
                  <p:spPr>
                    <a:xfrm flipH="1">
                      <a:off x="6152008" y="3476077"/>
                      <a:ext cx="1188" cy="9747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자유형: 도형 95">
                    <a:extLst>
                      <a:ext uri="{FF2B5EF4-FFF2-40B4-BE49-F238E27FC236}">
                        <a16:creationId xmlns:a16="http://schemas.microsoft.com/office/drawing/2014/main" id="{42156AE0-5BBD-49FE-860A-E8A912148106}"/>
                      </a:ext>
                    </a:extLst>
                  </p:cNvPr>
                  <p:cNvSpPr/>
                  <p:nvPr/>
                </p:nvSpPr>
                <p:spPr>
                  <a:xfrm flipH="1">
                    <a:off x="3323392" y="61421"/>
                    <a:ext cx="2193989" cy="3316965"/>
                  </a:xfrm>
                  <a:custGeom>
                    <a:avLst/>
                    <a:gdLst>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0 h 3518453"/>
                      <a:gd name="connsiteX1" fmla="*/ 1023731 w 2385391"/>
                      <a:gd name="connsiteY1" fmla="*/ 357809 h 3518453"/>
                      <a:gd name="connsiteX2" fmla="*/ 1630018 w 2385391"/>
                      <a:gd name="connsiteY2" fmla="*/ 268357 h 3518453"/>
                      <a:gd name="connsiteX3" fmla="*/ 1789044 w 2385391"/>
                      <a:gd name="connsiteY3" fmla="*/ 715618 h 3518453"/>
                      <a:gd name="connsiteX4" fmla="*/ 2216426 w 2385391"/>
                      <a:gd name="connsiteY4" fmla="*/ 1063487 h 3518453"/>
                      <a:gd name="connsiteX5" fmla="*/ 2037522 w 2385391"/>
                      <a:gd name="connsiteY5" fmla="*/ 1639957 h 3518453"/>
                      <a:gd name="connsiteX6" fmla="*/ 2385391 w 2385391"/>
                      <a:gd name="connsiteY6" fmla="*/ 2057400 h 3518453"/>
                      <a:gd name="connsiteX7" fmla="*/ 1938131 w 2385391"/>
                      <a:gd name="connsiteY7" fmla="*/ 2643809 h 3518453"/>
                      <a:gd name="connsiteX8" fmla="*/ 1719470 w 2385391"/>
                      <a:gd name="connsiteY8" fmla="*/ 3299792 h 3518453"/>
                      <a:gd name="connsiteX9" fmla="*/ 1033670 w 2385391"/>
                      <a:gd name="connsiteY9" fmla="*/ 3349487 h 3518453"/>
                      <a:gd name="connsiteX10" fmla="*/ 357809 w 2385391"/>
                      <a:gd name="connsiteY10" fmla="*/ 3518453 h 3518453"/>
                      <a:gd name="connsiteX11" fmla="*/ 0 w 2385391"/>
                      <a:gd name="connsiteY11" fmla="*/ 2733261 h 3518453"/>
                      <a:gd name="connsiteX12" fmla="*/ 9939 w 2385391"/>
                      <a:gd name="connsiteY12" fmla="*/ 536713 h 3518453"/>
                      <a:gd name="connsiteX13" fmla="*/ 467139 w 2385391"/>
                      <a:gd name="connsiteY13" fmla="*/ 0 h 3518453"/>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2004 h 3520457"/>
                      <a:gd name="connsiteX1" fmla="*/ 1023731 w 2385391"/>
                      <a:gd name="connsiteY1" fmla="*/ 359813 h 3520457"/>
                      <a:gd name="connsiteX2" fmla="*/ 1630018 w 2385391"/>
                      <a:gd name="connsiteY2" fmla="*/ 270361 h 3520457"/>
                      <a:gd name="connsiteX3" fmla="*/ 1789044 w 2385391"/>
                      <a:gd name="connsiteY3" fmla="*/ 717622 h 3520457"/>
                      <a:gd name="connsiteX4" fmla="*/ 2216426 w 2385391"/>
                      <a:gd name="connsiteY4" fmla="*/ 1065491 h 3520457"/>
                      <a:gd name="connsiteX5" fmla="*/ 2037522 w 2385391"/>
                      <a:gd name="connsiteY5" fmla="*/ 1641961 h 3520457"/>
                      <a:gd name="connsiteX6" fmla="*/ 2385391 w 2385391"/>
                      <a:gd name="connsiteY6" fmla="*/ 2059404 h 3520457"/>
                      <a:gd name="connsiteX7" fmla="*/ 1938131 w 2385391"/>
                      <a:gd name="connsiteY7" fmla="*/ 2645813 h 3520457"/>
                      <a:gd name="connsiteX8" fmla="*/ 1719470 w 2385391"/>
                      <a:gd name="connsiteY8" fmla="*/ 3301796 h 3520457"/>
                      <a:gd name="connsiteX9" fmla="*/ 1033670 w 2385391"/>
                      <a:gd name="connsiteY9" fmla="*/ 3351491 h 3520457"/>
                      <a:gd name="connsiteX10" fmla="*/ 357809 w 2385391"/>
                      <a:gd name="connsiteY10" fmla="*/ 3520457 h 3520457"/>
                      <a:gd name="connsiteX11" fmla="*/ 0 w 2385391"/>
                      <a:gd name="connsiteY11" fmla="*/ 2735265 h 3520457"/>
                      <a:gd name="connsiteX12" fmla="*/ 9939 w 2385391"/>
                      <a:gd name="connsiteY12" fmla="*/ 538717 h 3520457"/>
                      <a:gd name="connsiteX13" fmla="*/ 467139 w 2385391"/>
                      <a:gd name="connsiteY13" fmla="*/ 2004 h 3520457"/>
                      <a:gd name="connsiteX0" fmla="*/ 467139 w 2385391"/>
                      <a:gd name="connsiteY0" fmla="*/ 1983 h 3520436"/>
                      <a:gd name="connsiteX1" fmla="*/ 991074 w 2385391"/>
                      <a:gd name="connsiteY1" fmla="*/ 363058 h 3520436"/>
                      <a:gd name="connsiteX2" fmla="*/ 1630018 w 2385391"/>
                      <a:gd name="connsiteY2" fmla="*/ 270340 h 3520436"/>
                      <a:gd name="connsiteX3" fmla="*/ 1789044 w 2385391"/>
                      <a:gd name="connsiteY3" fmla="*/ 717601 h 3520436"/>
                      <a:gd name="connsiteX4" fmla="*/ 2216426 w 2385391"/>
                      <a:gd name="connsiteY4" fmla="*/ 1065470 h 3520436"/>
                      <a:gd name="connsiteX5" fmla="*/ 2037522 w 2385391"/>
                      <a:gd name="connsiteY5" fmla="*/ 1641940 h 3520436"/>
                      <a:gd name="connsiteX6" fmla="*/ 2385391 w 2385391"/>
                      <a:gd name="connsiteY6" fmla="*/ 2059383 h 3520436"/>
                      <a:gd name="connsiteX7" fmla="*/ 1938131 w 2385391"/>
                      <a:gd name="connsiteY7" fmla="*/ 2645792 h 3520436"/>
                      <a:gd name="connsiteX8" fmla="*/ 1719470 w 2385391"/>
                      <a:gd name="connsiteY8" fmla="*/ 3301775 h 3520436"/>
                      <a:gd name="connsiteX9" fmla="*/ 1033670 w 2385391"/>
                      <a:gd name="connsiteY9" fmla="*/ 3351470 h 3520436"/>
                      <a:gd name="connsiteX10" fmla="*/ 357809 w 2385391"/>
                      <a:gd name="connsiteY10" fmla="*/ 3520436 h 3520436"/>
                      <a:gd name="connsiteX11" fmla="*/ 0 w 2385391"/>
                      <a:gd name="connsiteY11" fmla="*/ 2735244 h 3520436"/>
                      <a:gd name="connsiteX12" fmla="*/ 9939 w 2385391"/>
                      <a:gd name="connsiteY12" fmla="*/ 538696 h 3520436"/>
                      <a:gd name="connsiteX13" fmla="*/ 467139 w 2385391"/>
                      <a:gd name="connsiteY13" fmla="*/ 1983 h 3520436"/>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30018 w 2385391"/>
                      <a:gd name="connsiteY2" fmla="*/ 271778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620221 w 2385391"/>
                      <a:gd name="connsiteY2" fmla="*/ 291372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89044 w 2385391"/>
                      <a:gd name="connsiteY3" fmla="*/ 71903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28836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216426 w 2385391"/>
                      <a:gd name="connsiteY4" fmla="*/ 1066908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37522 w 2385391"/>
                      <a:gd name="connsiteY5" fmla="*/ 1643378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2021194 w 2385391"/>
                      <a:gd name="connsiteY5" fmla="*/ 1656441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95068 w 2385391"/>
                      <a:gd name="connsiteY5" fmla="*/ 1640113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85391"/>
                      <a:gd name="connsiteY0" fmla="*/ 3421 h 3521874"/>
                      <a:gd name="connsiteX1" fmla="*/ 991074 w 2385391"/>
                      <a:gd name="connsiteY1" fmla="*/ 364496 h 3521874"/>
                      <a:gd name="connsiteX2" fmla="*/ 1597361 w 2385391"/>
                      <a:gd name="connsiteY2" fmla="*/ 304435 h 3521874"/>
                      <a:gd name="connsiteX3" fmla="*/ 1762919 w 2385391"/>
                      <a:gd name="connsiteY3" fmla="*/ 741899 h 3521874"/>
                      <a:gd name="connsiteX4" fmla="*/ 2190300 w 2385391"/>
                      <a:gd name="connsiteY4" fmla="*/ 1096300 h 3521874"/>
                      <a:gd name="connsiteX5" fmla="*/ 1982005 w 2385391"/>
                      <a:gd name="connsiteY5" fmla="*/ 1627050 h 3521874"/>
                      <a:gd name="connsiteX6" fmla="*/ 2385391 w 2385391"/>
                      <a:gd name="connsiteY6" fmla="*/ 2060821 h 3521874"/>
                      <a:gd name="connsiteX7" fmla="*/ 1938131 w 2385391"/>
                      <a:gd name="connsiteY7" fmla="*/ 2647230 h 3521874"/>
                      <a:gd name="connsiteX8" fmla="*/ 1719470 w 2385391"/>
                      <a:gd name="connsiteY8" fmla="*/ 3303213 h 3521874"/>
                      <a:gd name="connsiteX9" fmla="*/ 1033670 w 2385391"/>
                      <a:gd name="connsiteY9" fmla="*/ 3352908 h 3521874"/>
                      <a:gd name="connsiteX10" fmla="*/ 357809 w 2385391"/>
                      <a:gd name="connsiteY10" fmla="*/ 3521874 h 3521874"/>
                      <a:gd name="connsiteX11" fmla="*/ 0 w 2385391"/>
                      <a:gd name="connsiteY11" fmla="*/ 2736682 h 3521874"/>
                      <a:gd name="connsiteX12" fmla="*/ 9939 w 2385391"/>
                      <a:gd name="connsiteY12" fmla="*/ 540134 h 3521874"/>
                      <a:gd name="connsiteX13" fmla="*/ 467139 w 2385391"/>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27050 h 3521874"/>
                      <a:gd name="connsiteX6" fmla="*/ 2352734 w 2352734"/>
                      <a:gd name="connsiteY6" fmla="*/ 2080415 h 3521874"/>
                      <a:gd name="connsiteX7" fmla="*/ 1938131 w 2352734"/>
                      <a:gd name="connsiteY7" fmla="*/ 2647230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27050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38131 w 2352860"/>
                      <a:gd name="connsiteY7" fmla="*/ 2647230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915271 w 2352860"/>
                      <a:gd name="connsiteY7" fmla="*/ 2614573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21104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860"/>
                      <a:gd name="connsiteY0" fmla="*/ 3421 h 3521874"/>
                      <a:gd name="connsiteX1" fmla="*/ 991074 w 2352860"/>
                      <a:gd name="connsiteY1" fmla="*/ 364496 h 3521874"/>
                      <a:gd name="connsiteX2" fmla="*/ 1597361 w 2352860"/>
                      <a:gd name="connsiteY2" fmla="*/ 304435 h 3521874"/>
                      <a:gd name="connsiteX3" fmla="*/ 1762919 w 2352860"/>
                      <a:gd name="connsiteY3" fmla="*/ 741899 h 3521874"/>
                      <a:gd name="connsiteX4" fmla="*/ 2190300 w 2352860"/>
                      <a:gd name="connsiteY4" fmla="*/ 1096300 h 3521874"/>
                      <a:gd name="connsiteX5" fmla="*/ 1982005 w 2352860"/>
                      <a:gd name="connsiteY5" fmla="*/ 1640112 h 3521874"/>
                      <a:gd name="connsiteX6" fmla="*/ 2352734 w 2352860"/>
                      <a:gd name="connsiteY6" fmla="*/ 2080415 h 3521874"/>
                      <a:gd name="connsiteX7" fmla="*/ 1882614 w 2352860"/>
                      <a:gd name="connsiteY7" fmla="*/ 2608041 h 3521874"/>
                      <a:gd name="connsiteX8" fmla="*/ 1719470 w 2352860"/>
                      <a:gd name="connsiteY8" fmla="*/ 3303213 h 3521874"/>
                      <a:gd name="connsiteX9" fmla="*/ 1033670 w 2352860"/>
                      <a:gd name="connsiteY9" fmla="*/ 3352908 h 3521874"/>
                      <a:gd name="connsiteX10" fmla="*/ 357809 w 2352860"/>
                      <a:gd name="connsiteY10" fmla="*/ 3521874 h 3521874"/>
                      <a:gd name="connsiteX11" fmla="*/ 0 w 2352860"/>
                      <a:gd name="connsiteY11" fmla="*/ 2736682 h 3521874"/>
                      <a:gd name="connsiteX12" fmla="*/ 9939 w 2352860"/>
                      <a:gd name="connsiteY12" fmla="*/ 540134 h 3521874"/>
                      <a:gd name="connsiteX13" fmla="*/ 467139 w 2352860"/>
                      <a:gd name="connsiteY13" fmla="*/ 3421 h 3521874"/>
                      <a:gd name="connsiteX0" fmla="*/ 467139 w 2352734"/>
                      <a:gd name="connsiteY0" fmla="*/ 3421 h 3521874"/>
                      <a:gd name="connsiteX1" fmla="*/ 991074 w 2352734"/>
                      <a:gd name="connsiteY1" fmla="*/ 364496 h 3521874"/>
                      <a:gd name="connsiteX2" fmla="*/ 1597361 w 2352734"/>
                      <a:gd name="connsiteY2" fmla="*/ 304435 h 3521874"/>
                      <a:gd name="connsiteX3" fmla="*/ 1762919 w 2352734"/>
                      <a:gd name="connsiteY3" fmla="*/ 741899 h 3521874"/>
                      <a:gd name="connsiteX4" fmla="*/ 2190300 w 2352734"/>
                      <a:gd name="connsiteY4" fmla="*/ 1096300 h 3521874"/>
                      <a:gd name="connsiteX5" fmla="*/ 1982005 w 2352734"/>
                      <a:gd name="connsiteY5" fmla="*/ 1640112 h 3521874"/>
                      <a:gd name="connsiteX6" fmla="*/ 2352734 w 2352734"/>
                      <a:gd name="connsiteY6" fmla="*/ 2080415 h 3521874"/>
                      <a:gd name="connsiteX7" fmla="*/ 1882614 w 2352734"/>
                      <a:gd name="connsiteY7" fmla="*/ 2608041 h 3521874"/>
                      <a:gd name="connsiteX8" fmla="*/ 1719470 w 2352734"/>
                      <a:gd name="connsiteY8" fmla="*/ 3303213 h 3521874"/>
                      <a:gd name="connsiteX9" fmla="*/ 1033670 w 2352734"/>
                      <a:gd name="connsiteY9" fmla="*/ 3352908 h 3521874"/>
                      <a:gd name="connsiteX10" fmla="*/ 357809 w 2352734"/>
                      <a:gd name="connsiteY10" fmla="*/ 3521874 h 3521874"/>
                      <a:gd name="connsiteX11" fmla="*/ 0 w 2352734"/>
                      <a:gd name="connsiteY11" fmla="*/ 2736682 h 3521874"/>
                      <a:gd name="connsiteX12" fmla="*/ 9939 w 2352734"/>
                      <a:gd name="connsiteY12" fmla="*/ 540134 h 3521874"/>
                      <a:gd name="connsiteX13" fmla="*/ 467139 w 2352734"/>
                      <a:gd name="connsiteY13" fmla="*/ 3421 h 3521874"/>
                      <a:gd name="connsiteX0" fmla="*/ 467139 w 2352760"/>
                      <a:gd name="connsiteY0" fmla="*/ 3421 h 3521874"/>
                      <a:gd name="connsiteX1" fmla="*/ 991074 w 2352760"/>
                      <a:gd name="connsiteY1" fmla="*/ 364496 h 3521874"/>
                      <a:gd name="connsiteX2" fmla="*/ 1597361 w 2352760"/>
                      <a:gd name="connsiteY2" fmla="*/ 304435 h 3521874"/>
                      <a:gd name="connsiteX3" fmla="*/ 1762919 w 2352760"/>
                      <a:gd name="connsiteY3" fmla="*/ 741899 h 3521874"/>
                      <a:gd name="connsiteX4" fmla="*/ 2190300 w 2352760"/>
                      <a:gd name="connsiteY4" fmla="*/ 1096300 h 3521874"/>
                      <a:gd name="connsiteX5" fmla="*/ 1982005 w 2352760"/>
                      <a:gd name="connsiteY5" fmla="*/ 1640112 h 3521874"/>
                      <a:gd name="connsiteX6" fmla="*/ 2352734 w 2352760"/>
                      <a:gd name="connsiteY6" fmla="*/ 2080415 h 3521874"/>
                      <a:gd name="connsiteX7" fmla="*/ 1882614 w 2352760"/>
                      <a:gd name="connsiteY7" fmla="*/ 2608041 h 3521874"/>
                      <a:gd name="connsiteX8" fmla="*/ 1719470 w 2352760"/>
                      <a:gd name="connsiteY8" fmla="*/ 3303213 h 3521874"/>
                      <a:gd name="connsiteX9" fmla="*/ 1033670 w 2352760"/>
                      <a:gd name="connsiteY9" fmla="*/ 3352908 h 3521874"/>
                      <a:gd name="connsiteX10" fmla="*/ 357809 w 2352760"/>
                      <a:gd name="connsiteY10" fmla="*/ 3521874 h 3521874"/>
                      <a:gd name="connsiteX11" fmla="*/ 0 w 2352760"/>
                      <a:gd name="connsiteY11" fmla="*/ 2736682 h 3521874"/>
                      <a:gd name="connsiteX12" fmla="*/ 9939 w 2352760"/>
                      <a:gd name="connsiteY12" fmla="*/ 540134 h 3521874"/>
                      <a:gd name="connsiteX13" fmla="*/ 467139 w 2352760"/>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82614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719470 w 2349495"/>
                      <a:gd name="connsiteY8" fmla="*/ 3303213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90079 w 2349495"/>
                      <a:gd name="connsiteY8" fmla="*/ 3264025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033670 w 2349495"/>
                      <a:gd name="connsiteY9" fmla="*/ 3352908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521874"/>
                      <a:gd name="connsiteX1" fmla="*/ 991074 w 2349495"/>
                      <a:gd name="connsiteY1" fmla="*/ 364496 h 3521874"/>
                      <a:gd name="connsiteX2" fmla="*/ 1597361 w 2349495"/>
                      <a:gd name="connsiteY2" fmla="*/ 304435 h 3521874"/>
                      <a:gd name="connsiteX3" fmla="*/ 1762919 w 2349495"/>
                      <a:gd name="connsiteY3" fmla="*/ 741899 h 3521874"/>
                      <a:gd name="connsiteX4" fmla="*/ 2190300 w 2349495"/>
                      <a:gd name="connsiteY4" fmla="*/ 1096300 h 3521874"/>
                      <a:gd name="connsiteX5" fmla="*/ 1982005 w 2349495"/>
                      <a:gd name="connsiteY5" fmla="*/ 1640112 h 3521874"/>
                      <a:gd name="connsiteX6" fmla="*/ 2349468 w 2349495"/>
                      <a:gd name="connsiteY6" fmla="*/ 2100010 h 3521874"/>
                      <a:gd name="connsiteX7" fmla="*/ 1869551 w 2349495"/>
                      <a:gd name="connsiteY7" fmla="*/ 2608041 h 3521874"/>
                      <a:gd name="connsiteX8" fmla="*/ 1686813 w 2349495"/>
                      <a:gd name="connsiteY8" fmla="*/ 3254228 h 3521874"/>
                      <a:gd name="connsiteX9" fmla="*/ 1108782 w 2349495"/>
                      <a:gd name="connsiteY9" fmla="*/ 3333313 h 3521874"/>
                      <a:gd name="connsiteX10" fmla="*/ 357809 w 2349495"/>
                      <a:gd name="connsiteY10" fmla="*/ 3521874 h 3521874"/>
                      <a:gd name="connsiteX11" fmla="*/ 0 w 2349495"/>
                      <a:gd name="connsiteY11" fmla="*/ 2736682 h 3521874"/>
                      <a:gd name="connsiteX12" fmla="*/ 9939 w 2349495"/>
                      <a:gd name="connsiteY12" fmla="*/ 540134 h 3521874"/>
                      <a:gd name="connsiteX13" fmla="*/ 467139 w 2349495"/>
                      <a:gd name="connsiteY13" fmla="*/ 3421 h 3521874"/>
                      <a:gd name="connsiteX0" fmla="*/ 467139 w 2349495"/>
                      <a:gd name="connsiteY0" fmla="*/ 3421 h 3484067"/>
                      <a:gd name="connsiteX1" fmla="*/ 991074 w 2349495"/>
                      <a:gd name="connsiteY1" fmla="*/ 364496 h 3484067"/>
                      <a:gd name="connsiteX2" fmla="*/ 1597361 w 2349495"/>
                      <a:gd name="connsiteY2" fmla="*/ 304435 h 3484067"/>
                      <a:gd name="connsiteX3" fmla="*/ 1762919 w 2349495"/>
                      <a:gd name="connsiteY3" fmla="*/ 741899 h 3484067"/>
                      <a:gd name="connsiteX4" fmla="*/ 2190300 w 2349495"/>
                      <a:gd name="connsiteY4" fmla="*/ 1096300 h 3484067"/>
                      <a:gd name="connsiteX5" fmla="*/ 1982005 w 2349495"/>
                      <a:gd name="connsiteY5" fmla="*/ 1640112 h 3484067"/>
                      <a:gd name="connsiteX6" fmla="*/ 2349468 w 2349495"/>
                      <a:gd name="connsiteY6" fmla="*/ 2100010 h 3484067"/>
                      <a:gd name="connsiteX7" fmla="*/ 1869551 w 2349495"/>
                      <a:gd name="connsiteY7" fmla="*/ 2608041 h 3484067"/>
                      <a:gd name="connsiteX8" fmla="*/ 1686813 w 2349495"/>
                      <a:gd name="connsiteY8" fmla="*/ 3254228 h 3484067"/>
                      <a:gd name="connsiteX9" fmla="*/ 1108782 w 2349495"/>
                      <a:gd name="connsiteY9" fmla="*/ 3333313 h 3484067"/>
                      <a:gd name="connsiteX10" fmla="*/ 364340 w 2349495"/>
                      <a:gd name="connsiteY10" fmla="*/ 3469622 h 3484067"/>
                      <a:gd name="connsiteX11" fmla="*/ 0 w 2349495"/>
                      <a:gd name="connsiteY11" fmla="*/ 2736682 h 3484067"/>
                      <a:gd name="connsiteX12" fmla="*/ 9939 w 2349495"/>
                      <a:gd name="connsiteY12" fmla="*/ 540134 h 3484067"/>
                      <a:gd name="connsiteX13" fmla="*/ 467139 w 2349495"/>
                      <a:gd name="connsiteY13" fmla="*/ 3421 h 3484067"/>
                      <a:gd name="connsiteX0" fmla="*/ 467139 w 2349495"/>
                      <a:gd name="connsiteY0" fmla="*/ 3421 h 3480224"/>
                      <a:gd name="connsiteX1" fmla="*/ 991074 w 2349495"/>
                      <a:gd name="connsiteY1" fmla="*/ 364496 h 3480224"/>
                      <a:gd name="connsiteX2" fmla="*/ 1597361 w 2349495"/>
                      <a:gd name="connsiteY2" fmla="*/ 304435 h 3480224"/>
                      <a:gd name="connsiteX3" fmla="*/ 1762919 w 2349495"/>
                      <a:gd name="connsiteY3" fmla="*/ 741899 h 3480224"/>
                      <a:gd name="connsiteX4" fmla="*/ 2190300 w 2349495"/>
                      <a:gd name="connsiteY4" fmla="*/ 1096300 h 3480224"/>
                      <a:gd name="connsiteX5" fmla="*/ 1982005 w 2349495"/>
                      <a:gd name="connsiteY5" fmla="*/ 1640112 h 3480224"/>
                      <a:gd name="connsiteX6" fmla="*/ 2349468 w 2349495"/>
                      <a:gd name="connsiteY6" fmla="*/ 2100010 h 3480224"/>
                      <a:gd name="connsiteX7" fmla="*/ 1869551 w 2349495"/>
                      <a:gd name="connsiteY7" fmla="*/ 2608041 h 3480224"/>
                      <a:gd name="connsiteX8" fmla="*/ 1686813 w 2349495"/>
                      <a:gd name="connsiteY8" fmla="*/ 3254228 h 3480224"/>
                      <a:gd name="connsiteX9" fmla="*/ 1108782 w 2349495"/>
                      <a:gd name="connsiteY9" fmla="*/ 3333313 h 3480224"/>
                      <a:gd name="connsiteX10" fmla="*/ 370871 w 2349495"/>
                      <a:gd name="connsiteY10" fmla="*/ 3459825 h 3480224"/>
                      <a:gd name="connsiteX11" fmla="*/ 0 w 2349495"/>
                      <a:gd name="connsiteY11" fmla="*/ 2736682 h 3480224"/>
                      <a:gd name="connsiteX12" fmla="*/ 9939 w 2349495"/>
                      <a:gd name="connsiteY12" fmla="*/ 540134 h 3480224"/>
                      <a:gd name="connsiteX13" fmla="*/ 467139 w 2349495"/>
                      <a:gd name="connsiteY13" fmla="*/ 3421 h 3480224"/>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139 w 2349495"/>
                      <a:gd name="connsiteY0" fmla="*/ 3421 h 3552207"/>
                      <a:gd name="connsiteX1" fmla="*/ 991074 w 2349495"/>
                      <a:gd name="connsiteY1" fmla="*/ 364496 h 3552207"/>
                      <a:gd name="connsiteX2" fmla="*/ 1597361 w 2349495"/>
                      <a:gd name="connsiteY2" fmla="*/ 304435 h 3552207"/>
                      <a:gd name="connsiteX3" fmla="*/ 1762919 w 2349495"/>
                      <a:gd name="connsiteY3" fmla="*/ 741899 h 3552207"/>
                      <a:gd name="connsiteX4" fmla="*/ 2190300 w 2349495"/>
                      <a:gd name="connsiteY4" fmla="*/ 1096300 h 3552207"/>
                      <a:gd name="connsiteX5" fmla="*/ 1982005 w 2349495"/>
                      <a:gd name="connsiteY5" fmla="*/ 1640112 h 3552207"/>
                      <a:gd name="connsiteX6" fmla="*/ 2349468 w 2349495"/>
                      <a:gd name="connsiteY6" fmla="*/ 2100010 h 3552207"/>
                      <a:gd name="connsiteX7" fmla="*/ 1869551 w 2349495"/>
                      <a:gd name="connsiteY7" fmla="*/ 2608041 h 3552207"/>
                      <a:gd name="connsiteX8" fmla="*/ 1686813 w 2349495"/>
                      <a:gd name="connsiteY8" fmla="*/ 3254228 h 3552207"/>
                      <a:gd name="connsiteX9" fmla="*/ 1108782 w 2349495"/>
                      <a:gd name="connsiteY9" fmla="*/ 3333313 h 3552207"/>
                      <a:gd name="connsiteX10" fmla="*/ 370871 w 2349495"/>
                      <a:gd name="connsiteY10" fmla="*/ 3459825 h 3552207"/>
                      <a:gd name="connsiteX11" fmla="*/ 0 w 2349495"/>
                      <a:gd name="connsiteY11" fmla="*/ 2736682 h 3552207"/>
                      <a:gd name="connsiteX12" fmla="*/ 9939 w 2349495"/>
                      <a:gd name="connsiteY12" fmla="*/ 540134 h 3552207"/>
                      <a:gd name="connsiteX13" fmla="*/ 467139 w 2349495"/>
                      <a:gd name="connsiteY13" fmla="*/ 3421 h 3552207"/>
                      <a:gd name="connsiteX0" fmla="*/ 467233 w 2349589"/>
                      <a:gd name="connsiteY0" fmla="*/ 3421 h 3552207"/>
                      <a:gd name="connsiteX1" fmla="*/ 991168 w 2349589"/>
                      <a:gd name="connsiteY1" fmla="*/ 364496 h 3552207"/>
                      <a:gd name="connsiteX2" fmla="*/ 1597455 w 2349589"/>
                      <a:gd name="connsiteY2" fmla="*/ 304435 h 3552207"/>
                      <a:gd name="connsiteX3" fmla="*/ 1763013 w 2349589"/>
                      <a:gd name="connsiteY3" fmla="*/ 741899 h 3552207"/>
                      <a:gd name="connsiteX4" fmla="*/ 2190394 w 2349589"/>
                      <a:gd name="connsiteY4" fmla="*/ 1096300 h 3552207"/>
                      <a:gd name="connsiteX5" fmla="*/ 1982099 w 2349589"/>
                      <a:gd name="connsiteY5" fmla="*/ 1640112 h 3552207"/>
                      <a:gd name="connsiteX6" fmla="*/ 2349562 w 2349589"/>
                      <a:gd name="connsiteY6" fmla="*/ 2100010 h 3552207"/>
                      <a:gd name="connsiteX7" fmla="*/ 1869645 w 2349589"/>
                      <a:gd name="connsiteY7" fmla="*/ 2608041 h 3552207"/>
                      <a:gd name="connsiteX8" fmla="*/ 1686907 w 2349589"/>
                      <a:gd name="connsiteY8" fmla="*/ 3254228 h 3552207"/>
                      <a:gd name="connsiteX9" fmla="*/ 1108876 w 2349589"/>
                      <a:gd name="connsiteY9" fmla="*/ 3333313 h 3552207"/>
                      <a:gd name="connsiteX10" fmla="*/ 370965 w 2349589"/>
                      <a:gd name="connsiteY10" fmla="*/ 3459825 h 3552207"/>
                      <a:gd name="connsiteX11" fmla="*/ 94 w 2349589"/>
                      <a:gd name="connsiteY11" fmla="*/ 2736682 h 3552207"/>
                      <a:gd name="connsiteX12" fmla="*/ 10033 w 2349589"/>
                      <a:gd name="connsiteY12" fmla="*/ 540134 h 3552207"/>
                      <a:gd name="connsiteX13" fmla="*/ 467233 w 2349589"/>
                      <a:gd name="connsiteY13" fmla="*/ 3421 h 355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9589" h="3552207">
                        <a:moveTo>
                          <a:pt x="467233" y="3421"/>
                        </a:moveTo>
                        <a:cubicBezTo>
                          <a:pt x="734407" y="-24266"/>
                          <a:pt x="981985" y="117864"/>
                          <a:pt x="991168" y="364496"/>
                        </a:cubicBezTo>
                        <a:cubicBezTo>
                          <a:pt x="1194352" y="121319"/>
                          <a:pt x="1498773" y="227572"/>
                          <a:pt x="1597455" y="304435"/>
                        </a:cubicBezTo>
                        <a:cubicBezTo>
                          <a:pt x="1689652" y="352285"/>
                          <a:pt x="1788382" y="579749"/>
                          <a:pt x="1763013" y="741899"/>
                        </a:cubicBezTo>
                        <a:cubicBezTo>
                          <a:pt x="1943573" y="782744"/>
                          <a:pt x="2133931" y="882371"/>
                          <a:pt x="2190394" y="1096300"/>
                        </a:cubicBezTo>
                        <a:cubicBezTo>
                          <a:pt x="2247236" y="1330910"/>
                          <a:pt x="2127731" y="1529599"/>
                          <a:pt x="1982099" y="1640112"/>
                        </a:cubicBezTo>
                        <a:cubicBezTo>
                          <a:pt x="2152484" y="1693262"/>
                          <a:pt x="2352260" y="1890106"/>
                          <a:pt x="2349562" y="2100010"/>
                        </a:cubicBezTo>
                        <a:cubicBezTo>
                          <a:pt x="2319129" y="2527345"/>
                          <a:pt x="2047035" y="2618311"/>
                          <a:pt x="1869645" y="2608041"/>
                        </a:cubicBezTo>
                        <a:cubicBezTo>
                          <a:pt x="1950246" y="2898548"/>
                          <a:pt x="1812046" y="3097616"/>
                          <a:pt x="1686907" y="3254228"/>
                        </a:cubicBezTo>
                        <a:cubicBezTo>
                          <a:pt x="1508381" y="3391624"/>
                          <a:pt x="1336387" y="3401657"/>
                          <a:pt x="1108876" y="3333313"/>
                        </a:cubicBezTo>
                        <a:cubicBezTo>
                          <a:pt x="969586" y="3611704"/>
                          <a:pt x="680072" y="3589648"/>
                          <a:pt x="370965" y="3459825"/>
                        </a:cubicBezTo>
                        <a:cubicBezTo>
                          <a:pt x="103649" y="3346140"/>
                          <a:pt x="-3644" y="3069170"/>
                          <a:pt x="94" y="2736682"/>
                        </a:cubicBezTo>
                        <a:lnTo>
                          <a:pt x="10033" y="540134"/>
                        </a:lnTo>
                        <a:cubicBezTo>
                          <a:pt x="2413" y="246930"/>
                          <a:pt x="200533" y="45165"/>
                          <a:pt x="467233" y="3421"/>
                        </a:cubicBezTo>
                        <a:close/>
                      </a:path>
                    </a:pathLst>
                  </a:cu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38" name="그룹 96">
                    <a:extLst>
                      <a:ext uri="{FF2B5EF4-FFF2-40B4-BE49-F238E27FC236}">
                        <a16:creationId xmlns:a16="http://schemas.microsoft.com/office/drawing/2014/main" id="{D9AC64E0-5D26-40A9-AE23-16E329BF0CD7}"/>
                      </a:ext>
                    </a:extLst>
                  </p:cNvPr>
                  <p:cNvGrpSpPr/>
                  <p:nvPr/>
                </p:nvGrpSpPr>
                <p:grpSpPr>
                  <a:xfrm flipH="1">
                    <a:off x="3326867" y="66818"/>
                    <a:ext cx="2194998" cy="3306170"/>
                    <a:chOff x="6150565" y="3254095"/>
                    <a:chExt cx="979312" cy="1475068"/>
                  </a:xfrm>
                </p:grpSpPr>
                <p:sp>
                  <p:nvSpPr>
                    <p:cNvPr id="39" name="자유형: 도형 97">
                      <a:extLst>
                        <a:ext uri="{FF2B5EF4-FFF2-40B4-BE49-F238E27FC236}">
                          <a16:creationId xmlns:a16="http://schemas.microsoft.com/office/drawing/2014/main" id="{653443ED-6DAE-4DF5-B085-750AC19E973B}"/>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0" name="자유형: 도형 98">
                      <a:extLst>
                        <a:ext uri="{FF2B5EF4-FFF2-40B4-BE49-F238E27FC236}">
                          <a16:creationId xmlns:a16="http://schemas.microsoft.com/office/drawing/2014/main" id="{9448D5E1-67C0-460A-861D-FA922CF9D72A}"/>
                        </a:ext>
                      </a:extLst>
                    </p:cNvPr>
                    <p:cNvSpPr/>
                    <p:nvPr/>
                  </p:nvSpPr>
                  <p:spPr>
                    <a:xfrm>
                      <a:off x="6646452" y="3560646"/>
                      <a:ext cx="483425" cy="785841"/>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 name="connsiteX0" fmla="*/ 4206 w 641503"/>
                        <a:gd name="connsiteY0" fmla="*/ 298093 h 1042808"/>
                        <a:gd name="connsiteX1" fmla="*/ 315906 w 641503"/>
                        <a:gd name="connsiteY1" fmla="*/ 1128 h 1042808"/>
                        <a:gd name="connsiteX2" fmla="*/ 545909 w 641503"/>
                        <a:gd name="connsiteY2" fmla="*/ 174982 h 1042808"/>
                        <a:gd name="connsiteX3" fmla="*/ 431313 w 641503"/>
                        <a:gd name="connsiteY3" fmla="*/ 494792 h 1042808"/>
                        <a:gd name="connsiteX4" fmla="*/ 641122 w 641503"/>
                        <a:gd name="connsiteY4" fmla="*/ 764621 h 1042808"/>
                        <a:gd name="connsiteX5" fmla="*/ 384825 w 641503"/>
                        <a:gd name="connsiteY5" fmla="*/ 1042808 h 104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42808">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35403" y="1017236"/>
                            <a:pt x="384825" y="1042808"/>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1" name="자유형: 도형 99">
                      <a:extLst>
                        <a:ext uri="{FF2B5EF4-FFF2-40B4-BE49-F238E27FC236}">
                          <a16:creationId xmlns:a16="http://schemas.microsoft.com/office/drawing/2014/main" id="{4332457D-CE17-47E8-B579-99F972BC1CF0}"/>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2" name="자유형: 도형 100">
                      <a:extLst>
                        <a:ext uri="{FF2B5EF4-FFF2-40B4-BE49-F238E27FC236}">
                          <a16:creationId xmlns:a16="http://schemas.microsoft.com/office/drawing/2014/main" id="{880FBA18-EF7C-460D-B7DD-650588B00E88}"/>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43" name="직선 연결선 101">
                      <a:extLst>
                        <a:ext uri="{FF2B5EF4-FFF2-40B4-BE49-F238E27FC236}">
                          <a16:creationId xmlns:a16="http://schemas.microsoft.com/office/drawing/2014/main" id="{E88C3D0B-3B6D-44ED-BED9-9893196CBC90}"/>
                        </a:ext>
                      </a:extLst>
                    </p:cNvPr>
                    <p:cNvCxnSpPr>
                      <a:cxnSpLocks/>
                    </p:cNvCxnSpPr>
                    <p:nvPr/>
                  </p:nvCxnSpPr>
                  <p:spPr>
                    <a:xfrm flipH="1">
                      <a:off x="6152008" y="3476077"/>
                      <a:ext cx="1188" cy="9747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grpSp>
        <p:nvGrpSpPr>
          <p:cNvPr id="62" name="Group 61">
            <a:extLst>
              <a:ext uri="{FF2B5EF4-FFF2-40B4-BE49-F238E27FC236}">
                <a16:creationId xmlns:a16="http://schemas.microsoft.com/office/drawing/2014/main" id="{AC02AEF3-62FD-060A-DE93-69A9E5FAC79B}"/>
              </a:ext>
            </a:extLst>
          </p:cNvPr>
          <p:cNvGrpSpPr/>
          <p:nvPr/>
        </p:nvGrpSpPr>
        <p:grpSpPr>
          <a:xfrm>
            <a:off x="-4732341" y="2863038"/>
            <a:ext cx="4702235" cy="1694302"/>
            <a:chOff x="2368982" y="3226488"/>
            <a:chExt cx="4702235" cy="1694302"/>
          </a:xfrm>
        </p:grpSpPr>
        <p:grpSp>
          <p:nvGrpSpPr>
            <p:cNvPr id="10" name="Group 39">
              <a:extLst>
                <a:ext uri="{FF2B5EF4-FFF2-40B4-BE49-F238E27FC236}">
                  <a16:creationId xmlns:a16="http://schemas.microsoft.com/office/drawing/2014/main" id="{155EAF57-C52C-4E57-B01A-D4A817D425C1}"/>
                </a:ext>
              </a:extLst>
            </p:cNvPr>
            <p:cNvGrpSpPr/>
            <p:nvPr/>
          </p:nvGrpSpPr>
          <p:grpSpPr>
            <a:xfrm>
              <a:off x="2959216" y="3226488"/>
              <a:ext cx="4112001" cy="1694302"/>
              <a:chOff x="973910" y="2552193"/>
              <a:chExt cx="1863663" cy="2138695"/>
            </a:xfrm>
          </p:grpSpPr>
          <p:sp>
            <p:nvSpPr>
              <p:cNvPr id="11" name="TextBox 10">
                <a:extLst>
                  <a:ext uri="{FF2B5EF4-FFF2-40B4-BE49-F238E27FC236}">
                    <a16:creationId xmlns:a16="http://schemas.microsoft.com/office/drawing/2014/main" id="{AE6FD75A-122D-43D1-BF4A-98BE4AA081FA}"/>
                  </a:ext>
                </a:extLst>
              </p:cNvPr>
              <p:cNvSpPr txBox="1"/>
              <p:nvPr/>
            </p:nvSpPr>
            <p:spPr>
              <a:xfrm>
                <a:off x="980171" y="3059672"/>
                <a:ext cx="1836876" cy="1631216"/>
              </a:xfrm>
              <a:prstGeom prst="rect">
                <a:avLst/>
              </a:prstGeom>
              <a:noFill/>
            </p:spPr>
            <p:txBody>
              <a:bodyPr wrap="square" rtlCol="0">
                <a:spAutoFit/>
              </a:bodyPr>
              <a:lstStyle/>
              <a:p>
                <a:pPr algn="just"/>
                <a:r>
                  <a:rPr lang="en-US" altLang="ko-KR" sz="2000" dirty="0">
                    <a:solidFill>
                      <a:schemeClr val="bg1"/>
                    </a:solidFill>
                    <a:cs typeface="Arial" pitchFamily="34" charset="0"/>
                  </a:rPr>
                  <a:t>Bootstrap streamlines the process of creating visually appealing and mobile-friendly websites, saving time and effort in design and development.</a:t>
                </a:r>
                <a:endParaRPr lang="ko-KR" altLang="en-US" sz="2000" dirty="0">
                  <a:solidFill>
                    <a:schemeClr val="bg1"/>
                  </a:solidFill>
                  <a:cs typeface="Arial" pitchFamily="34" charset="0"/>
                </a:endParaRPr>
              </a:p>
            </p:txBody>
          </p:sp>
          <p:sp>
            <p:nvSpPr>
              <p:cNvPr id="12" name="TextBox 11">
                <a:extLst>
                  <a:ext uri="{FF2B5EF4-FFF2-40B4-BE49-F238E27FC236}">
                    <a16:creationId xmlns:a16="http://schemas.microsoft.com/office/drawing/2014/main" id="{E265889D-DEA2-4667-8287-3CFDC2BACAF8}"/>
                  </a:ext>
                </a:extLst>
              </p:cNvPr>
              <p:cNvSpPr txBox="1"/>
              <p:nvPr/>
            </p:nvSpPr>
            <p:spPr>
              <a:xfrm>
                <a:off x="973910" y="2552193"/>
                <a:ext cx="1863663" cy="461665"/>
              </a:xfrm>
              <a:prstGeom prst="rect">
                <a:avLst/>
              </a:prstGeom>
              <a:noFill/>
            </p:spPr>
            <p:txBody>
              <a:bodyPr wrap="square" rtlCol="0">
                <a:spAutoFit/>
              </a:bodyPr>
              <a:lstStyle/>
              <a:p>
                <a:r>
                  <a:rPr lang="en-US" altLang="ko-KR" sz="2400" b="1" dirty="0">
                    <a:solidFill>
                      <a:schemeClr val="bg1"/>
                    </a:solidFill>
                    <a:cs typeface="Arial" pitchFamily="34" charset="0"/>
                  </a:rPr>
                  <a:t>BOOTSTRAP</a:t>
                </a:r>
                <a:endParaRPr lang="ko-KR" altLang="en-US" sz="2400" b="1" dirty="0">
                  <a:solidFill>
                    <a:schemeClr val="bg1"/>
                  </a:solidFill>
                  <a:cs typeface="Arial" pitchFamily="34" charset="0"/>
                </a:endParaRPr>
              </a:p>
            </p:txBody>
          </p:sp>
        </p:grpSp>
        <p:grpSp>
          <p:nvGrpSpPr>
            <p:cNvPr id="57" name="Group 56">
              <a:extLst>
                <a:ext uri="{FF2B5EF4-FFF2-40B4-BE49-F238E27FC236}">
                  <a16:creationId xmlns:a16="http://schemas.microsoft.com/office/drawing/2014/main" id="{0FC07898-B7C4-8F95-42B3-221144927BDE}"/>
                </a:ext>
              </a:extLst>
            </p:cNvPr>
            <p:cNvGrpSpPr/>
            <p:nvPr/>
          </p:nvGrpSpPr>
          <p:grpSpPr>
            <a:xfrm>
              <a:off x="2368982" y="3309699"/>
              <a:ext cx="684069" cy="684069"/>
              <a:chOff x="4788478" y="3797641"/>
              <a:chExt cx="684069" cy="684069"/>
            </a:xfrm>
          </p:grpSpPr>
          <p:grpSp>
            <p:nvGrpSpPr>
              <p:cNvPr id="13" name="Group 42">
                <a:extLst>
                  <a:ext uri="{FF2B5EF4-FFF2-40B4-BE49-F238E27FC236}">
                    <a16:creationId xmlns:a16="http://schemas.microsoft.com/office/drawing/2014/main" id="{631F53F1-D3C1-4BE2-8565-96B03ACB9705}"/>
                  </a:ext>
                </a:extLst>
              </p:cNvPr>
              <p:cNvGrpSpPr/>
              <p:nvPr/>
            </p:nvGrpSpPr>
            <p:grpSpPr>
              <a:xfrm>
                <a:off x="4788478" y="3797641"/>
                <a:ext cx="684069" cy="684069"/>
                <a:chOff x="3218806" y="1961572"/>
                <a:chExt cx="684068" cy="684068"/>
              </a:xfrm>
            </p:grpSpPr>
            <p:sp>
              <p:nvSpPr>
                <p:cNvPr id="14" name="Diamond 43">
                  <a:extLst>
                    <a:ext uri="{FF2B5EF4-FFF2-40B4-BE49-F238E27FC236}">
                      <a16:creationId xmlns:a16="http://schemas.microsoft.com/office/drawing/2014/main" id="{BC49775E-CAB4-4FEA-A5A0-F92012325BAD}"/>
                    </a:ext>
                  </a:extLst>
                </p:cNvPr>
                <p:cNvSpPr/>
                <p:nvPr/>
              </p:nvSpPr>
              <p:spPr>
                <a:xfrm>
                  <a:off x="3218806" y="1961572"/>
                  <a:ext cx="684068" cy="684068"/>
                </a:xfrm>
                <a:prstGeom prst="diamond">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bg1"/>
                    </a:solidFill>
                  </a:endParaRPr>
                </a:p>
              </p:txBody>
            </p:sp>
            <p:sp>
              <p:nvSpPr>
                <p:cNvPr id="15" name="TextBox 14">
                  <a:extLst>
                    <a:ext uri="{FF2B5EF4-FFF2-40B4-BE49-F238E27FC236}">
                      <a16:creationId xmlns:a16="http://schemas.microsoft.com/office/drawing/2014/main" id="{6B21E578-22D9-4635-AA9D-4B4D3C533736}"/>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02</a:t>
                  </a:r>
                  <a:endParaRPr lang="ko-KR" altLang="en-US" sz="1600" b="1" dirty="0">
                    <a:solidFill>
                      <a:schemeClr val="bg1"/>
                    </a:solidFill>
                    <a:cs typeface="Arial" pitchFamily="34" charset="0"/>
                  </a:endParaRPr>
                </a:p>
              </p:txBody>
            </p:sp>
          </p:grpSp>
          <p:sp>
            <p:nvSpPr>
              <p:cNvPr id="28" name="Diamond 27">
                <a:extLst>
                  <a:ext uri="{FF2B5EF4-FFF2-40B4-BE49-F238E27FC236}">
                    <a16:creationId xmlns:a16="http://schemas.microsoft.com/office/drawing/2014/main" id="{074B87E9-D570-B11C-4D94-560F5C586319}"/>
                  </a:ext>
                </a:extLst>
              </p:cNvPr>
              <p:cNvSpPr/>
              <p:nvPr/>
            </p:nvSpPr>
            <p:spPr>
              <a:xfrm>
                <a:off x="4910749" y="3921382"/>
                <a:ext cx="436586"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4" name="Group 63">
            <a:extLst>
              <a:ext uri="{FF2B5EF4-FFF2-40B4-BE49-F238E27FC236}">
                <a16:creationId xmlns:a16="http://schemas.microsoft.com/office/drawing/2014/main" id="{40B833DA-C15C-CCCE-9457-84B58B3FE9C8}"/>
              </a:ext>
            </a:extLst>
          </p:cNvPr>
          <p:cNvGrpSpPr/>
          <p:nvPr/>
        </p:nvGrpSpPr>
        <p:grpSpPr>
          <a:xfrm>
            <a:off x="2673445" y="1663849"/>
            <a:ext cx="6346407" cy="1098104"/>
            <a:chOff x="2495527" y="1304311"/>
            <a:chExt cx="6346407" cy="1098104"/>
          </a:xfrm>
        </p:grpSpPr>
        <p:grpSp>
          <p:nvGrpSpPr>
            <p:cNvPr id="4" name="Group 33">
              <a:extLst>
                <a:ext uri="{FF2B5EF4-FFF2-40B4-BE49-F238E27FC236}">
                  <a16:creationId xmlns:a16="http://schemas.microsoft.com/office/drawing/2014/main" id="{5107DA47-F05C-4D31-988D-99333265B0DC}"/>
                </a:ext>
              </a:extLst>
            </p:cNvPr>
            <p:cNvGrpSpPr/>
            <p:nvPr/>
          </p:nvGrpSpPr>
          <p:grpSpPr>
            <a:xfrm>
              <a:off x="3101186" y="1304311"/>
              <a:ext cx="5740748" cy="1098104"/>
              <a:chOff x="973909" y="2552193"/>
              <a:chExt cx="3894286" cy="1205753"/>
            </a:xfrm>
          </p:grpSpPr>
          <p:sp>
            <p:nvSpPr>
              <p:cNvPr id="5" name="TextBox 4">
                <a:extLst>
                  <a:ext uri="{FF2B5EF4-FFF2-40B4-BE49-F238E27FC236}">
                    <a16:creationId xmlns:a16="http://schemas.microsoft.com/office/drawing/2014/main" id="{D499489E-7F86-42B9-BA60-9456916470C2}"/>
                  </a:ext>
                </a:extLst>
              </p:cNvPr>
              <p:cNvSpPr txBox="1"/>
              <p:nvPr/>
            </p:nvSpPr>
            <p:spPr>
              <a:xfrm>
                <a:off x="983538" y="2980665"/>
                <a:ext cx="3884657" cy="777281"/>
              </a:xfrm>
              <a:prstGeom prst="rect">
                <a:avLst/>
              </a:prstGeom>
              <a:noFill/>
            </p:spPr>
            <p:txBody>
              <a:bodyPr wrap="square" rtlCol="0">
                <a:spAutoFit/>
              </a:bodyPr>
              <a:lstStyle/>
              <a:p>
                <a:pPr algn="just"/>
                <a:r>
                  <a:rPr lang="en-US" altLang="ko-KR" sz="2000" dirty="0" err="1">
                    <a:solidFill>
                      <a:schemeClr val="bg1"/>
                    </a:solidFill>
                    <a:cs typeface="Arial" pitchFamily="34" charset="0"/>
                  </a:rPr>
                  <a:t>Javascript</a:t>
                </a:r>
                <a:r>
                  <a:rPr lang="en-US" altLang="ko-KR" sz="2000" dirty="0">
                    <a:solidFill>
                      <a:schemeClr val="bg1"/>
                    </a:solidFill>
                    <a:cs typeface="Arial" pitchFamily="34" charset="0"/>
                  </a:rPr>
                  <a:t> adds the functioning of the electronics, the doors, the water system, etc.</a:t>
                </a:r>
                <a:endParaRPr lang="ko-KR" altLang="en-US" sz="2000" dirty="0">
                  <a:solidFill>
                    <a:schemeClr val="bg1"/>
                  </a:solidFill>
                  <a:cs typeface="Arial" pitchFamily="34" charset="0"/>
                </a:endParaRPr>
              </a:p>
            </p:txBody>
          </p:sp>
          <p:sp>
            <p:nvSpPr>
              <p:cNvPr id="6" name="TextBox 5">
                <a:extLst>
                  <a:ext uri="{FF2B5EF4-FFF2-40B4-BE49-F238E27FC236}">
                    <a16:creationId xmlns:a16="http://schemas.microsoft.com/office/drawing/2014/main" id="{86417082-81D3-4F22-A55F-2C235B985B69}"/>
                  </a:ext>
                </a:extLst>
              </p:cNvPr>
              <p:cNvSpPr txBox="1"/>
              <p:nvPr/>
            </p:nvSpPr>
            <p:spPr>
              <a:xfrm>
                <a:off x="973909" y="2552193"/>
                <a:ext cx="2238469" cy="506923"/>
              </a:xfrm>
              <a:prstGeom prst="rect">
                <a:avLst/>
              </a:prstGeom>
              <a:noFill/>
            </p:spPr>
            <p:txBody>
              <a:bodyPr wrap="square" rtlCol="0">
                <a:spAutoFit/>
              </a:bodyPr>
              <a:lstStyle/>
              <a:p>
                <a:r>
                  <a:rPr lang="en-US" altLang="ko-KR" sz="2400" b="1" dirty="0">
                    <a:solidFill>
                      <a:schemeClr val="bg1"/>
                    </a:solidFill>
                    <a:cs typeface="Arial" pitchFamily="34" charset="0"/>
                  </a:rPr>
                  <a:t>JAVASCRIPT</a:t>
                </a:r>
                <a:endParaRPr lang="ko-KR" altLang="en-US" sz="2400" b="1" dirty="0">
                  <a:solidFill>
                    <a:schemeClr val="bg1"/>
                  </a:solidFill>
                  <a:cs typeface="Arial" pitchFamily="34" charset="0"/>
                </a:endParaRPr>
              </a:p>
            </p:txBody>
          </p:sp>
        </p:grpSp>
        <p:grpSp>
          <p:nvGrpSpPr>
            <p:cNvPr id="55" name="Group 54">
              <a:extLst>
                <a:ext uri="{FF2B5EF4-FFF2-40B4-BE49-F238E27FC236}">
                  <a16:creationId xmlns:a16="http://schemas.microsoft.com/office/drawing/2014/main" id="{4C87FE8A-2A9A-CA77-259F-4BA99B2DE587}"/>
                </a:ext>
              </a:extLst>
            </p:cNvPr>
            <p:cNvGrpSpPr/>
            <p:nvPr/>
          </p:nvGrpSpPr>
          <p:grpSpPr>
            <a:xfrm>
              <a:off x="2495527" y="1382377"/>
              <a:ext cx="684069" cy="684069"/>
              <a:chOff x="3895704" y="1971518"/>
              <a:chExt cx="684069" cy="684069"/>
            </a:xfrm>
          </p:grpSpPr>
          <p:grpSp>
            <p:nvGrpSpPr>
              <p:cNvPr id="7" name="Group 38">
                <a:extLst>
                  <a:ext uri="{FF2B5EF4-FFF2-40B4-BE49-F238E27FC236}">
                    <a16:creationId xmlns:a16="http://schemas.microsoft.com/office/drawing/2014/main" id="{442A8E9C-4951-4EB9-88A0-847F1FDC555E}"/>
                  </a:ext>
                </a:extLst>
              </p:cNvPr>
              <p:cNvGrpSpPr/>
              <p:nvPr/>
            </p:nvGrpSpPr>
            <p:grpSpPr>
              <a:xfrm>
                <a:off x="3895704" y="1971518"/>
                <a:ext cx="684069" cy="684069"/>
                <a:chOff x="3218806" y="1961572"/>
                <a:chExt cx="684068" cy="684068"/>
              </a:xfrm>
            </p:grpSpPr>
            <p:sp>
              <p:nvSpPr>
                <p:cNvPr id="8" name="Diamond 36">
                  <a:extLst>
                    <a:ext uri="{FF2B5EF4-FFF2-40B4-BE49-F238E27FC236}">
                      <a16:creationId xmlns:a16="http://schemas.microsoft.com/office/drawing/2014/main" id="{D47B10CA-1535-48ED-905C-9A45B25F755D}"/>
                    </a:ext>
                  </a:extLst>
                </p:cNvPr>
                <p:cNvSpPr/>
                <p:nvPr/>
              </p:nvSpPr>
              <p:spPr>
                <a:xfrm>
                  <a:off x="3218806" y="1961572"/>
                  <a:ext cx="684068" cy="684068"/>
                </a:xfrm>
                <a:prstGeom prst="diamond">
                  <a:avLst/>
                </a:pr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bg1"/>
                    </a:solidFill>
                  </a:endParaRPr>
                </a:p>
              </p:txBody>
            </p:sp>
            <p:sp>
              <p:nvSpPr>
                <p:cNvPr id="9" name="TextBox 8">
                  <a:extLst>
                    <a:ext uri="{FF2B5EF4-FFF2-40B4-BE49-F238E27FC236}">
                      <a16:creationId xmlns:a16="http://schemas.microsoft.com/office/drawing/2014/main" id="{3DEE8143-DB0F-4FD0-A36B-9978FA1FD019}"/>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03</a:t>
                  </a:r>
                  <a:endParaRPr lang="ko-KR" altLang="en-US" sz="1600" b="1" dirty="0">
                    <a:solidFill>
                      <a:schemeClr val="bg1"/>
                    </a:solidFill>
                    <a:cs typeface="Arial" pitchFamily="34" charset="0"/>
                  </a:endParaRPr>
                </a:p>
              </p:txBody>
            </p:sp>
          </p:grpSp>
          <p:sp>
            <p:nvSpPr>
              <p:cNvPr id="31" name="Diamond 30">
                <a:extLst>
                  <a:ext uri="{FF2B5EF4-FFF2-40B4-BE49-F238E27FC236}">
                    <a16:creationId xmlns:a16="http://schemas.microsoft.com/office/drawing/2014/main" id="{FFDE4B38-C6DA-61D5-49B6-0CD3A2897DAC}"/>
                  </a:ext>
                </a:extLst>
              </p:cNvPr>
              <p:cNvSpPr/>
              <p:nvPr/>
            </p:nvSpPr>
            <p:spPr>
              <a:xfrm>
                <a:off x="4010678" y="2101624"/>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1" name="Group 60">
            <a:extLst>
              <a:ext uri="{FF2B5EF4-FFF2-40B4-BE49-F238E27FC236}">
                <a16:creationId xmlns:a16="http://schemas.microsoft.com/office/drawing/2014/main" id="{2719595A-9471-509F-363E-7F2C3CDB1EBA}"/>
              </a:ext>
            </a:extLst>
          </p:cNvPr>
          <p:cNvGrpSpPr/>
          <p:nvPr/>
        </p:nvGrpSpPr>
        <p:grpSpPr>
          <a:xfrm>
            <a:off x="12435826" y="1404293"/>
            <a:ext cx="5472561" cy="2074732"/>
            <a:chOff x="6711682" y="2629913"/>
            <a:chExt cx="5472561" cy="2074732"/>
          </a:xfrm>
        </p:grpSpPr>
        <p:grpSp>
          <p:nvGrpSpPr>
            <p:cNvPr id="22" name="Group 51">
              <a:extLst>
                <a:ext uri="{FF2B5EF4-FFF2-40B4-BE49-F238E27FC236}">
                  <a16:creationId xmlns:a16="http://schemas.microsoft.com/office/drawing/2014/main" id="{26A39E9B-B721-48BF-9856-202E49483B0D}"/>
                </a:ext>
              </a:extLst>
            </p:cNvPr>
            <p:cNvGrpSpPr/>
            <p:nvPr/>
          </p:nvGrpSpPr>
          <p:grpSpPr>
            <a:xfrm>
              <a:off x="7281530" y="2629913"/>
              <a:ext cx="4902713" cy="2074732"/>
              <a:chOff x="973910" y="2552193"/>
              <a:chExt cx="1863663" cy="2045659"/>
            </a:xfrm>
          </p:grpSpPr>
          <p:sp>
            <p:nvSpPr>
              <p:cNvPr id="23" name="TextBox 22">
                <a:extLst>
                  <a:ext uri="{FF2B5EF4-FFF2-40B4-BE49-F238E27FC236}">
                    <a16:creationId xmlns:a16="http://schemas.microsoft.com/office/drawing/2014/main" id="{4254F8C5-2CCF-4E86-A235-47CCE79E5A26}"/>
                  </a:ext>
                </a:extLst>
              </p:cNvPr>
              <p:cNvSpPr txBox="1"/>
              <p:nvPr/>
            </p:nvSpPr>
            <p:spPr>
              <a:xfrm>
                <a:off x="1000696" y="2966636"/>
                <a:ext cx="1836876" cy="1631216"/>
              </a:xfrm>
              <a:prstGeom prst="rect">
                <a:avLst/>
              </a:prstGeom>
              <a:noFill/>
            </p:spPr>
            <p:txBody>
              <a:bodyPr wrap="square" rtlCol="0">
                <a:spAutoFit/>
              </a:bodyPr>
              <a:lstStyle/>
              <a:p>
                <a:pPr algn="just"/>
                <a:r>
                  <a:rPr lang="en-US" altLang="ko-KR" sz="2000" dirty="0">
                    <a:solidFill>
                      <a:schemeClr val="bg1"/>
                    </a:solidFill>
                    <a:cs typeface="Arial" pitchFamily="34" charset="0"/>
                  </a:rPr>
                  <a:t>CSS allows developers to define the appearance of HTML elements, including colors, fonts, and animations, to create visually appealing designs across a website.</a:t>
                </a:r>
                <a:endParaRPr lang="ko-KR" altLang="en-US" sz="2000" dirty="0">
                  <a:solidFill>
                    <a:schemeClr val="bg1"/>
                  </a:solidFill>
                  <a:cs typeface="Arial" pitchFamily="34" charset="0"/>
                </a:endParaRPr>
              </a:p>
            </p:txBody>
          </p:sp>
          <p:sp>
            <p:nvSpPr>
              <p:cNvPr id="24" name="TextBox 23">
                <a:extLst>
                  <a:ext uri="{FF2B5EF4-FFF2-40B4-BE49-F238E27FC236}">
                    <a16:creationId xmlns:a16="http://schemas.microsoft.com/office/drawing/2014/main" id="{8FB22F44-5BEF-450F-AEE5-0A2AFC049821}"/>
                  </a:ext>
                </a:extLst>
              </p:cNvPr>
              <p:cNvSpPr txBox="1"/>
              <p:nvPr/>
            </p:nvSpPr>
            <p:spPr>
              <a:xfrm>
                <a:off x="973910" y="2552193"/>
                <a:ext cx="1863663" cy="461665"/>
              </a:xfrm>
              <a:prstGeom prst="rect">
                <a:avLst/>
              </a:prstGeom>
              <a:noFill/>
            </p:spPr>
            <p:txBody>
              <a:bodyPr wrap="square" rtlCol="0">
                <a:spAutoFit/>
              </a:bodyPr>
              <a:lstStyle/>
              <a:p>
                <a:r>
                  <a:rPr lang="en-US" altLang="ko-KR" sz="2400" b="1" dirty="0">
                    <a:solidFill>
                      <a:schemeClr val="bg1"/>
                    </a:solidFill>
                    <a:cs typeface="Arial" pitchFamily="34" charset="0"/>
                  </a:rPr>
                  <a:t>CSS</a:t>
                </a:r>
                <a:endParaRPr lang="ko-KR" altLang="en-US" sz="2400" b="1" dirty="0">
                  <a:solidFill>
                    <a:schemeClr val="bg1"/>
                  </a:solidFill>
                  <a:cs typeface="Arial" pitchFamily="34" charset="0"/>
                </a:endParaRPr>
              </a:p>
            </p:txBody>
          </p:sp>
        </p:grpSp>
        <p:grpSp>
          <p:nvGrpSpPr>
            <p:cNvPr id="54" name="Group 53">
              <a:extLst>
                <a:ext uri="{FF2B5EF4-FFF2-40B4-BE49-F238E27FC236}">
                  <a16:creationId xmlns:a16="http://schemas.microsoft.com/office/drawing/2014/main" id="{DD9BEEFB-6971-AA8D-99D2-1ABBA19C1DA5}"/>
                </a:ext>
              </a:extLst>
            </p:cNvPr>
            <p:cNvGrpSpPr/>
            <p:nvPr/>
          </p:nvGrpSpPr>
          <p:grpSpPr>
            <a:xfrm>
              <a:off x="6711682" y="2765949"/>
              <a:ext cx="684069" cy="684069"/>
              <a:chOff x="7342656" y="2884580"/>
              <a:chExt cx="684069" cy="684069"/>
            </a:xfrm>
          </p:grpSpPr>
          <p:grpSp>
            <p:nvGrpSpPr>
              <p:cNvPr id="25" name="Group 54">
                <a:extLst>
                  <a:ext uri="{FF2B5EF4-FFF2-40B4-BE49-F238E27FC236}">
                    <a16:creationId xmlns:a16="http://schemas.microsoft.com/office/drawing/2014/main" id="{45C12E96-074A-445E-B4DD-494699200678}"/>
                  </a:ext>
                </a:extLst>
              </p:cNvPr>
              <p:cNvGrpSpPr/>
              <p:nvPr/>
            </p:nvGrpSpPr>
            <p:grpSpPr>
              <a:xfrm>
                <a:off x="7342656" y="2884580"/>
                <a:ext cx="684069" cy="684069"/>
                <a:chOff x="3218806" y="1961572"/>
                <a:chExt cx="684068" cy="684068"/>
              </a:xfrm>
            </p:grpSpPr>
            <p:sp>
              <p:nvSpPr>
                <p:cNvPr id="26" name="Diamond 55">
                  <a:extLst>
                    <a:ext uri="{FF2B5EF4-FFF2-40B4-BE49-F238E27FC236}">
                      <a16:creationId xmlns:a16="http://schemas.microsoft.com/office/drawing/2014/main" id="{56B3587B-0DFB-4405-8329-277FB2D325B4}"/>
                    </a:ext>
                  </a:extLst>
                </p:cNvPr>
                <p:cNvSpPr/>
                <p:nvPr/>
              </p:nvSpPr>
              <p:spPr>
                <a:xfrm>
                  <a:off x="3218806" y="1961572"/>
                  <a:ext cx="684068" cy="684068"/>
                </a:xfrm>
                <a:prstGeom prst="diamond">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sp>
              <p:nvSpPr>
                <p:cNvPr id="27" name="TextBox 26">
                  <a:extLst>
                    <a:ext uri="{FF2B5EF4-FFF2-40B4-BE49-F238E27FC236}">
                      <a16:creationId xmlns:a16="http://schemas.microsoft.com/office/drawing/2014/main" id="{04474FFB-83A3-458F-8F60-E9875F6C12AE}"/>
                    </a:ext>
                  </a:extLst>
                </p:cNvPr>
                <p:cNvSpPr txBox="1"/>
                <p:nvPr/>
              </p:nvSpPr>
              <p:spPr>
                <a:xfrm>
                  <a:off x="3348376"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03</a:t>
                  </a:r>
                  <a:endParaRPr lang="ko-KR" altLang="en-US" sz="1600" b="1" dirty="0">
                    <a:solidFill>
                      <a:schemeClr val="bg1"/>
                    </a:solidFill>
                    <a:cs typeface="Arial" pitchFamily="34" charset="0"/>
                  </a:endParaRPr>
                </a:p>
              </p:txBody>
            </p:sp>
          </p:grpSp>
          <p:sp>
            <p:nvSpPr>
              <p:cNvPr id="52" name="Diamond 51">
                <a:extLst>
                  <a:ext uri="{FF2B5EF4-FFF2-40B4-BE49-F238E27FC236}">
                    <a16:creationId xmlns:a16="http://schemas.microsoft.com/office/drawing/2014/main" id="{81F8C56E-401B-A9FA-92FB-BA0C75F0845A}"/>
                  </a:ext>
                </a:extLst>
              </p:cNvPr>
              <p:cNvSpPr/>
              <p:nvPr/>
            </p:nvSpPr>
            <p:spPr>
              <a:xfrm>
                <a:off x="7457630" y="3014686"/>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3" name="Group 62">
            <a:extLst>
              <a:ext uri="{FF2B5EF4-FFF2-40B4-BE49-F238E27FC236}">
                <a16:creationId xmlns:a16="http://schemas.microsoft.com/office/drawing/2014/main" id="{EFFF596F-0782-F291-38A3-23934AE3E440}"/>
              </a:ext>
            </a:extLst>
          </p:cNvPr>
          <p:cNvGrpSpPr/>
          <p:nvPr/>
        </p:nvGrpSpPr>
        <p:grpSpPr>
          <a:xfrm>
            <a:off x="13191725" y="6390988"/>
            <a:ext cx="5379165" cy="1731866"/>
            <a:chOff x="6648050" y="4828888"/>
            <a:chExt cx="5379165" cy="1731866"/>
          </a:xfrm>
        </p:grpSpPr>
        <p:grpSp>
          <p:nvGrpSpPr>
            <p:cNvPr id="16" name="Group 45">
              <a:extLst>
                <a:ext uri="{FF2B5EF4-FFF2-40B4-BE49-F238E27FC236}">
                  <a16:creationId xmlns:a16="http://schemas.microsoft.com/office/drawing/2014/main" id="{5F0CC694-B8C1-4C24-8403-73ADB1313DCF}"/>
                </a:ext>
              </a:extLst>
            </p:cNvPr>
            <p:cNvGrpSpPr/>
            <p:nvPr/>
          </p:nvGrpSpPr>
          <p:grpSpPr>
            <a:xfrm>
              <a:off x="7182490" y="4828888"/>
              <a:ext cx="4844725" cy="1731866"/>
              <a:chOff x="973910" y="2552193"/>
              <a:chExt cx="1868817" cy="1731866"/>
            </a:xfrm>
          </p:grpSpPr>
          <p:sp>
            <p:nvSpPr>
              <p:cNvPr id="17" name="TextBox 16">
                <a:extLst>
                  <a:ext uri="{FF2B5EF4-FFF2-40B4-BE49-F238E27FC236}">
                    <a16:creationId xmlns:a16="http://schemas.microsoft.com/office/drawing/2014/main" id="{B1057858-F158-4F9D-9E3D-71BB0A39ADD9}"/>
                  </a:ext>
                </a:extLst>
              </p:cNvPr>
              <p:cNvSpPr txBox="1"/>
              <p:nvPr/>
            </p:nvSpPr>
            <p:spPr>
              <a:xfrm>
                <a:off x="1005851" y="2960620"/>
                <a:ext cx="1836876" cy="1323439"/>
              </a:xfrm>
              <a:prstGeom prst="rect">
                <a:avLst/>
              </a:prstGeom>
              <a:noFill/>
            </p:spPr>
            <p:txBody>
              <a:bodyPr wrap="square" rtlCol="0">
                <a:spAutoFit/>
              </a:bodyPr>
              <a:lstStyle/>
              <a:p>
                <a:pPr algn="just"/>
                <a:r>
                  <a:rPr lang="en-US" altLang="ko-KR" sz="2000" dirty="0">
                    <a:solidFill>
                      <a:schemeClr val="bg1"/>
                    </a:solidFill>
                    <a:cs typeface="Arial" pitchFamily="34" charset="0"/>
                  </a:rPr>
                  <a:t>JavaScript enables features like user input validation, animations, and real-time updates, making websites more engaging and interactive for users.</a:t>
                </a:r>
                <a:endParaRPr lang="ko-KR" altLang="en-US" sz="2000" dirty="0">
                  <a:solidFill>
                    <a:schemeClr val="bg1"/>
                  </a:solidFill>
                  <a:cs typeface="Arial" pitchFamily="34" charset="0"/>
                </a:endParaRPr>
              </a:p>
            </p:txBody>
          </p:sp>
          <p:sp>
            <p:nvSpPr>
              <p:cNvPr id="18" name="TextBox 17">
                <a:extLst>
                  <a:ext uri="{FF2B5EF4-FFF2-40B4-BE49-F238E27FC236}">
                    <a16:creationId xmlns:a16="http://schemas.microsoft.com/office/drawing/2014/main" id="{37EE972A-78F0-4CA4-9A47-2D0891902E3D}"/>
                  </a:ext>
                </a:extLst>
              </p:cNvPr>
              <p:cNvSpPr txBox="1"/>
              <p:nvPr/>
            </p:nvSpPr>
            <p:spPr>
              <a:xfrm>
                <a:off x="973910" y="2552193"/>
                <a:ext cx="1863663" cy="461665"/>
              </a:xfrm>
              <a:prstGeom prst="rect">
                <a:avLst/>
              </a:prstGeom>
              <a:noFill/>
            </p:spPr>
            <p:txBody>
              <a:bodyPr wrap="square" rtlCol="0">
                <a:spAutoFit/>
              </a:bodyPr>
              <a:lstStyle/>
              <a:p>
                <a:r>
                  <a:rPr lang="en-US" altLang="ko-KR" sz="2400" b="1" dirty="0">
                    <a:solidFill>
                      <a:schemeClr val="bg1"/>
                    </a:solidFill>
                    <a:cs typeface="Arial" pitchFamily="34" charset="0"/>
                  </a:rPr>
                  <a:t>JAVASCRIPT</a:t>
                </a:r>
                <a:endParaRPr lang="ko-KR" altLang="en-US" sz="2400" b="1" dirty="0">
                  <a:solidFill>
                    <a:schemeClr val="bg1"/>
                  </a:solidFill>
                  <a:cs typeface="Arial" pitchFamily="34" charset="0"/>
                </a:endParaRPr>
              </a:p>
            </p:txBody>
          </p:sp>
        </p:grpSp>
        <p:grpSp>
          <p:nvGrpSpPr>
            <p:cNvPr id="60" name="Group 59">
              <a:extLst>
                <a:ext uri="{FF2B5EF4-FFF2-40B4-BE49-F238E27FC236}">
                  <a16:creationId xmlns:a16="http://schemas.microsoft.com/office/drawing/2014/main" id="{5FC60D4C-DCC8-6607-6527-B80854CA79FF}"/>
                </a:ext>
              </a:extLst>
            </p:cNvPr>
            <p:cNvGrpSpPr/>
            <p:nvPr/>
          </p:nvGrpSpPr>
          <p:grpSpPr>
            <a:xfrm>
              <a:off x="6648050" y="4989006"/>
              <a:ext cx="684069" cy="712035"/>
              <a:chOff x="8132450" y="4710702"/>
              <a:chExt cx="684069" cy="684069"/>
            </a:xfrm>
          </p:grpSpPr>
          <p:grpSp>
            <p:nvGrpSpPr>
              <p:cNvPr id="19" name="Group 48">
                <a:extLst>
                  <a:ext uri="{FF2B5EF4-FFF2-40B4-BE49-F238E27FC236}">
                    <a16:creationId xmlns:a16="http://schemas.microsoft.com/office/drawing/2014/main" id="{FF13CAAC-FF8D-43BB-95A1-A8B1F66AFF00}"/>
                  </a:ext>
                </a:extLst>
              </p:cNvPr>
              <p:cNvGrpSpPr/>
              <p:nvPr/>
            </p:nvGrpSpPr>
            <p:grpSpPr>
              <a:xfrm>
                <a:off x="8132450" y="4710702"/>
                <a:ext cx="684069" cy="684069"/>
                <a:chOff x="3218806" y="1961572"/>
                <a:chExt cx="684068" cy="684068"/>
              </a:xfrm>
            </p:grpSpPr>
            <p:sp>
              <p:nvSpPr>
                <p:cNvPr id="20" name="Diamond 49">
                  <a:extLst>
                    <a:ext uri="{FF2B5EF4-FFF2-40B4-BE49-F238E27FC236}">
                      <a16:creationId xmlns:a16="http://schemas.microsoft.com/office/drawing/2014/main" id="{D5C7E846-C3B3-41A5-A476-80C9DC5B28AA}"/>
                    </a:ext>
                  </a:extLst>
                </p:cNvPr>
                <p:cNvSpPr/>
                <p:nvPr/>
              </p:nvSpPr>
              <p:spPr>
                <a:xfrm>
                  <a:off x="3218806" y="1961572"/>
                  <a:ext cx="684068" cy="684068"/>
                </a:xfrm>
                <a:prstGeom prst="diamond">
                  <a:avLst/>
                </a:prstGeom>
                <a:no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sp>
              <p:nvSpPr>
                <p:cNvPr id="21" name="TextBox 20">
                  <a:extLst>
                    <a:ext uri="{FF2B5EF4-FFF2-40B4-BE49-F238E27FC236}">
                      <a16:creationId xmlns:a16="http://schemas.microsoft.com/office/drawing/2014/main" id="{5849E15B-84D0-48A7-B039-930656059C1B}"/>
                    </a:ext>
                  </a:extLst>
                </p:cNvPr>
                <p:cNvSpPr txBox="1"/>
                <p:nvPr/>
              </p:nvSpPr>
              <p:spPr>
                <a:xfrm>
                  <a:off x="3348375" y="2140694"/>
                  <a:ext cx="421990"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04</a:t>
                  </a:r>
                  <a:endParaRPr lang="ko-KR" altLang="en-US" sz="1600" b="1" dirty="0">
                    <a:solidFill>
                      <a:schemeClr val="bg1"/>
                    </a:solidFill>
                    <a:cs typeface="Arial" pitchFamily="34" charset="0"/>
                  </a:endParaRPr>
                </a:p>
              </p:txBody>
            </p:sp>
          </p:grpSp>
          <p:sp>
            <p:nvSpPr>
              <p:cNvPr id="53" name="Diamond 52">
                <a:extLst>
                  <a:ext uri="{FF2B5EF4-FFF2-40B4-BE49-F238E27FC236}">
                    <a16:creationId xmlns:a16="http://schemas.microsoft.com/office/drawing/2014/main" id="{49638060-3B40-6560-9389-7B135702CE21}"/>
                  </a:ext>
                </a:extLst>
              </p:cNvPr>
              <p:cNvSpPr/>
              <p:nvPr/>
            </p:nvSpPr>
            <p:spPr>
              <a:xfrm>
                <a:off x="8251761" y="484285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5" name="TextBox 64">
            <a:extLst>
              <a:ext uri="{FF2B5EF4-FFF2-40B4-BE49-F238E27FC236}">
                <a16:creationId xmlns:a16="http://schemas.microsoft.com/office/drawing/2014/main" id="{BE25319D-E4D5-1478-65C2-D5744D2BE02E}"/>
              </a:ext>
            </a:extLst>
          </p:cNvPr>
          <p:cNvSpPr txBox="1"/>
          <p:nvPr/>
        </p:nvSpPr>
        <p:spPr>
          <a:xfrm>
            <a:off x="9019853" y="487647"/>
            <a:ext cx="2876873" cy="523220"/>
          </a:xfrm>
          <a:prstGeom prst="rect">
            <a:avLst/>
          </a:prstGeom>
          <a:noFill/>
        </p:spPr>
        <p:txBody>
          <a:bodyPr wrap="square" rtlCol="0">
            <a:spAutoFit/>
          </a:bodyPr>
          <a:lstStyle/>
          <a:p>
            <a:r>
              <a:rPr lang="en-US" sz="2800" b="1" dirty="0">
                <a:solidFill>
                  <a:schemeClr val="bg1"/>
                </a:solidFill>
              </a:rPr>
              <a:t>(With Example)</a:t>
            </a:r>
          </a:p>
        </p:txBody>
      </p:sp>
      <p:pic>
        <p:nvPicPr>
          <p:cNvPr id="67" name="Graphic 66" descr="Body builder with solid fill">
            <a:extLst>
              <a:ext uri="{FF2B5EF4-FFF2-40B4-BE49-F238E27FC236}">
                <a16:creationId xmlns:a16="http://schemas.microsoft.com/office/drawing/2014/main" id="{9D2022DD-2A7E-262A-FE26-1CD882A4D1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77842" y="-2370891"/>
            <a:ext cx="1609725" cy="1554786"/>
          </a:xfrm>
          <a:prstGeom prst="rect">
            <a:avLst/>
          </a:prstGeom>
        </p:spPr>
      </p:pic>
      <p:pic>
        <p:nvPicPr>
          <p:cNvPr id="1030" name="Picture 6">
            <a:extLst>
              <a:ext uri="{FF2B5EF4-FFF2-40B4-BE49-F238E27FC236}">
                <a16:creationId xmlns:a16="http://schemas.microsoft.com/office/drawing/2014/main" id="{37AABCA1-90FE-13E4-DD1A-BA913630903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25" r="15396"/>
          <a:stretch/>
        </p:blipFill>
        <p:spPr bwMode="auto">
          <a:xfrm>
            <a:off x="-6568141" y="5886383"/>
            <a:ext cx="6122133" cy="3793129"/>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a:extLst>
              <a:ext uri="{FF2B5EF4-FFF2-40B4-BE49-F238E27FC236}">
                <a16:creationId xmlns:a16="http://schemas.microsoft.com/office/drawing/2014/main" id="{8918A3A5-C1CE-8CFA-206B-CBD8444076AD}"/>
              </a:ext>
            </a:extLst>
          </p:cNvPr>
          <p:cNvPicPr>
            <a:picLocks noChangeAspect="1"/>
          </p:cNvPicPr>
          <p:nvPr/>
        </p:nvPicPr>
        <p:blipFill>
          <a:blip r:embed="rId5"/>
          <a:stretch>
            <a:fillRect/>
          </a:stretch>
        </p:blipFill>
        <p:spPr>
          <a:xfrm>
            <a:off x="4502414" y="2977321"/>
            <a:ext cx="5971021" cy="3538864"/>
          </a:xfrm>
          <a:prstGeom prst="rect">
            <a:avLst/>
          </a:prstGeom>
        </p:spPr>
      </p:pic>
      <p:sp>
        <p:nvSpPr>
          <p:cNvPr id="68" name="TextBox 67">
            <a:extLst>
              <a:ext uri="{FF2B5EF4-FFF2-40B4-BE49-F238E27FC236}">
                <a16:creationId xmlns:a16="http://schemas.microsoft.com/office/drawing/2014/main" id="{7772C7B5-187B-7EB7-B24A-B4102AA8AF5B}"/>
              </a:ext>
            </a:extLst>
          </p:cNvPr>
          <p:cNvSpPr txBox="1"/>
          <p:nvPr/>
        </p:nvSpPr>
        <p:spPr>
          <a:xfrm>
            <a:off x="-7120207" y="3041942"/>
            <a:ext cx="6697016" cy="1015663"/>
          </a:xfrm>
          <a:prstGeom prst="rect">
            <a:avLst/>
          </a:prstGeom>
          <a:noFill/>
        </p:spPr>
        <p:txBody>
          <a:bodyPr wrap="square" rtlCol="0">
            <a:spAutoFit/>
          </a:bodyPr>
          <a:lstStyle/>
          <a:p>
            <a:r>
              <a:rPr lang="en-US" sz="2000" dirty="0">
                <a:solidFill>
                  <a:schemeClr val="bg1"/>
                </a:solidFill>
              </a:rPr>
              <a:t>CSS and Bootstrap work as paint color &amp; combinations, Home décor, furniture, lawns, etc. </a:t>
            </a:r>
          </a:p>
          <a:p>
            <a:endParaRPr lang="en-US" sz="2000" dirty="0">
              <a:solidFill>
                <a:schemeClr val="bg1"/>
              </a:solidFill>
            </a:endParaRPr>
          </a:p>
        </p:txBody>
      </p:sp>
      <p:grpSp>
        <p:nvGrpSpPr>
          <p:cNvPr id="3" name="Group 2">
            <a:extLst>
              <a:ext uri="{FF2B5EF4-FFF2-40B4-BE49-F238E27FC236}">
                <a16:creationId xmlns:a16="http://schemas.microsoft.com/office/drawing/2014/main" id="{D00E97A6-CF23-D988-2227-6E3144C3ECD4}"/>
              </a:ext>
            </a:extLst>
          </p:cNvPr>
          <p:cNvGrpSpPr/>
          <p:nvPr/>
        </p:nvGrpSpPr>
        <p:grpSpPr>
          <a:xfrm rot="5400000">
            <a:off x="10238249" y="3490085"/>
            <a:ext cx="2620319" cy="525185"/>
            <a:chOff x="1612709" y="1258934"/>
            <a:chExt cx="2620319" cy="525185"/>
          </a:xfrm>
        </p:grpSpPr>
        <p:sp>
          <p:nvSpPr>
            <p:cNvPr id="69" name="Freeform: Shape 68">
              <a:extLst>
                <a:ext uri="{FF2B5EF4-FFF2-40B4-BE49-F238E27FC236}">
                  <a16:creationId xmlns:a16="http://schemas.microsoft.com/office/drawing/2014/main" id="{537AADDF-0249-FED7-FD72-D82C921987C7}"/>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7DF1A8A2-4877-DF64-391C-B9B0376E6CB9}"/>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44B3E3F-9527-DEAE-887B-5D6457C7BEE0}"/>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6E443D4B-D658-0EF8-9E56-101E6322C905}"/>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73027428-76BC-9714-D8A8-A2F52861988E}"/>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9636239D-AF2A-C49E-F430-8EAF60C73DD0}"/>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924695B-E25F-AF5D-7B8D-3D9EF4D84FCC}"/>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ADC911D1-5237-00D0-9D5B-0E00F5EF0072}"/>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7075AC6A-3EE8-ABF6-A334-F257365D94A5}"/>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9C128E4-A096-E437-76CB-AA65AEB8B540}"/>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89B2640F-BD48-FCB3-7BC1-9781BF75B636}"/>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5987CCED-E666-0730-76DB-4CE80985FBAD}"/>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3B9DFD7-22C5-5B1E-DF56-26654DA5D53A}"/>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486C212D-647E-6D1A-8BC5-13C2BBDBE980}"/>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991CE4F7-5EB8-6C62-78EF-E1F82C5DE021}"/>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D40B88AC-23CB-E6EC-62F7-82C2CF751065}"/>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C10D22AE-6C59-E825-E4DD-01B26C395791}"/>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B52ECA0-B972-B261-E892-AFADCC189336}"/>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4E15D9CD-EFF0-61BA-83FA-7F2FE0FF4F8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C5DAA4D-E9C7-69D3-EBE5-0C3FED44D693}"/>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CFD9620-06F4-C7E9-34C2-8F39A68C4FC6}"/>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90" name="Group 89">
            <a:extLst>
              <a:ext uri="{FF2B5EF4-FFF2-40B4-BE49-F238E27FC236}">
                <a16:creationId xmlns:a16="http://schemas.microsoft.com/office/drawing/2014/main" id="{6DECEDF5-889A-D07A-EA12-33EA7B4348BA}"/>
              </a:ext>
            </a:extLst>
          </p:cNvPr>
          <p:cNvGrpSpPr/>
          <p:nvPr/>
        </p:nvGrpSpPr>
        <p:grpSpPr>
          <a:xfrm rot="10800000" flipH="1">
            <a:off x="8014299" y="128289"/>
            <a:ext cx="4041006" cy="1179757"/>
            <a:chOff x="8230329" y="5360525"/>
            <a:chExt cx="3634011" cy="1097280"/>
          </a:xfrm>
        </p:grpSpPr>
        <p:sp>
          <p:nvSpPr>
            <p:cNvPr id="91" name="Rectangle 90">
              <a:extLst>
                <a:ext uri="{FF2B5EF4-FFF2-40B4-BE49-F238E27FC236}">
                  <a16:creationId xmlns:a16="http://schemas.microsoft.com/office/drawing/2014/main" id="{037C2D57-6C89-200B-0179-FF318CDBB145}"/>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Rectangle 91">
              <a:extLst>
                <a:ext uri="{FF2B5EF4-FFF2-40B4-BE49-F238E27FC236}">
                  <a16:creationId xmlns:a16="http://schemas.microsoft.com/office/drawing/2014/main" id="{CFC9B42B-926C-88D7-485D-4CEC6878F4A9}"/>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a:extLst>
              <a:ext uri="{FF2B5EF4-FFF2-40B4-BE49-F238E27FC236}">
                <a16:creationId xmlns:a16="http://schemas.microsoft.com/office/drawing/2014/main" id="{E56264D3-B2F7-B629-AC30-3079DEFA00F5}"/>
              </a:ext>
            </a:extLst>
          </p:cNvPr>
          <p:cNvGrpSpPr/>
          <p:nvPr/>
        </p:nvGrpSpPr>
        <p:grpSpPr>
          <a:xfrm rot="10800000" flipV="1">
            <a:off x="102605" y="5341089"/>
            <a:ext cx="3823826" cy="1395039"/>
            <a:chOff x="8230329" y="5360525"/>
            <a:chExt cx="3643536" cy="1106806"/>
          </a:xfrm>
        </p:grpSpPr>
        <p:sp>
          <p:nvSpPr>
            <p:cNvPr id="94" name="Rectangle 93">
              <a:extLst>
                <a:ext uri="{FF2B5EF4-FFF2-40B4-BE49-F238E27FC236}">
                  <a16:creationId xmlns:a16="http://schemas.microsoft.com/office/drawing/2014/main" id="{E2118925-7A70-136E-B9D2-A96C0C6FC16D}"/>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a:extLst>
                <a:ext uri="{FF2B5EF4-FFF2-40B4-BE49-F238E27FC236}">
                  <a16:creationId xmlns:a16="http://schemas.microsoft.com/office/drawing/2014/main" id="{782FD99E-556B-AAC5-F024-5CA3F91501E1}"/>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6" name="Freeform 32">
            <a:extLst>
              <a:ext uri="{FF2B5EF4-FFF2-40B4-BE49-F238E27FC236}">
                <a16:creationId xmlns:a16="http://schemas.microsoft.com/office/drawing/2014/main" id="{0BB2BE0E-BB6D-5CF1-982A-9ACDEF40BF3B}"/>
              </a:ext>
            </a:extLst>
          </p:cNvPr>
          <p:cNvSpPr/>
          <p:nvPr/>
        </p:nvSpPr>
        <p:spPr>
          <a:xfrm rot="964692">
            <a:off x="1363756" y="5454310"/>
            <a:ext cx="4739160" cy="919486"/>
          </a:xfrm>
          <a:custGeom>
            <a:avLst/>
            <a:gdLst>
              <a:gd name="connsiteX0" fmla="*/ 0 w 4124325"/>
              <a:gd name="connsiteY0" fmla="*/ 0 h 838200"/>
              <a:gd name="connsiteX1" fmla="*/ 0 w 4124325"/>
              <a:gd name="connsiteY1" fmla="*/ 0 h 838200"/>
              <a:gd name="connsiteX2" fmla="*/ 85725 w 4124325"/>
              <a:gd name="connsiteY2" fmla="*/ 9525 h 838200"/>
              <a:gd name="connsiteX3" fmla="*/ 123825 w 4124325"/>
              <a:gd name="connsiteY3" fmla="*/ 19050 h 838200"/>
              <a:gd name="connsiteX4" fmla="*/ 209550 w 4124325"/>
              <a:gd name="connsiteY4" fmla="*/ 28575 h 838200"/>
              <a:gd name="connsiteX5" fmla="*/ 285750 w 4124325"/>
              <a:gd name="connsiteY5" fmla="*/ 38100 h 838200"/>
              <a:gd name="connsiteX6" fmla="*/ 323850 w 4124325"/>
              <a:gd name="connsiteY6" fmla="*/ 57150 h 838200"/>
              <a:gd name="connsiteX7" fmla="*/ 323850 w 4124325"/>
              <a:gd name="connsiteY7" fmla="*/ 57150 h 838200"/>
              <a:gd name="connsiteX8" fmla="*/ 238125 w 4124325"/>
              <a:gd name="connsiteY8" fmla="*/ 352425 h 838200"/>
              <a:gd name="connsiteX9" fmla="*/ 971550 w 4124325"/>
              <a:gd name="connsiteY9" fmla="*/ 257175 h 838200"/>
              <a:gd name="connsiteX10" fmla="*/ 800100 w 4124325"/>
              <a:gd name="connsiteY10" fmla="*/ 609600 h 838200"/>
              <a:gd name="connsiteX11" fmla="*/ 2524125 w 4124325"/>
              <a:gd name="connsiteY11" fmla="*/ 495300 h 838200"/>
              <a:gd name="connsiteX12" fmla="*/ 2190750 w 4124325"/>
              <a:gd name="connsiteY12" fmla="*/ 838200 h 838200"/>
              <a:gd name="connsiteX13" fmla="*/ 4124325 w 4124325"/>
              <a:gd name="connsiteY13" fmla="*/ 704850 h 838200"/>
              <a:gd name="connsiteX0" fmla="*/ 0 w 4124325"/>
              <a:gd name="connsiteY0" fmla="*/ 0 h 838200"/>
              <a:gd name="connsiteX1" fmla="*/ 0 w 4124325"/>
              <a:gd name="connsiteY1" fmla="*/ 0 h 838200"/>
              <a:gd name="connsiteX2" fmla="*/ 85725 w 4124325"/>
              <a:gd name="connsiteY2" fmla="*/ 9525 h 838200"/>
              <a:gd name="connsiteX3" fmla="*/ 123825 w 4124325"/>
              <a:gd name="connsiteY3" fmla="*/ 19050 h 838200"/>
              <a:gd name="connsiteX4" fmla="*/ 285750 w 4124325"/>
              <a:gd name="connsiteY4" fmla="*/ 38100 h 838200"/>
              <a:gd name="connsiteX5" fmla="*/ 323850 w 4124325"/>
              <a:gd name="connsiteY5" fmla="*/ 57150 h 838200"/>
              <a:gd name="connsiteX6" fmla="*/ 323850 w 4124325"/>
              <a:gd name="connsiteY6" fmla="*/ 57150 h 838200"/>
              <a:gd name="connsiteX7" fmla="*/ 238125 w 4124325"/>
              <a:gd name="connsiteY7" fmla="*/ 352425 h 838200"/>
              <a:gd name="connsiteX8" fmla="*/ 971550 w 4124325"/>
              <a:gd name="connsiteY8" fmla="*/ 257175 h 838200"/>
              <a:gd name="connsiteX9" fmla="*/ 800100 w 4124325"/>
              <a:gd name="connsiteY9" fmla="*/ 609600 h 838200"/>
              <a:gd name="connsiteX10" fmla="*/ 2524125 w 4124325"/>
              <a:gd name="connsiteY10" fmla="*/ 495300 h 838200"/>
              <a:gd name="connsiteX11" fmla="*/ 2190750 w 4124325"/>
              <a:gd name="connsiteY11" fmla="*/ 838200 h 838200"/>
              <a:gd name="connsiteX12" fmla="*/ 4124325 w 4124325"/>
              <a:gd name="connsiteY12" fmla="*/ 704850 h 838200"/>
              <a:gd name="connsiteX0" fmla="*/ 0 w 4124325"/>
              <a:gd name="connsiteY0" fmla="*/ 0 h 838200"/>
              <a:gd name="connsiteX1" fmla="*/ 0 w 4124325"/>
              <a:gd name="connsiteY1" fmla="*/ 0 h 838200"/>
              <a:gd name="connsiteX2" fmla="*/ 85725 w 4124325"/>
              <a:gd name="connsiteY2" fmla="*/ 9525 h 838200"/>
              <a:gd name="connsiteX3" fmla="*/ 285750 w 4124325"/>
              <a:gd name="connsiteY3" fmla="*/ 38100 h 838200"/>
              <a:gd name="connsiteX4" fmla="*/ 323850 w 4124325"/>
              <a:gd name="connsiteY4" fmla="*/ 57150 h 838200"/>
              <a:gd name="connsiteX5" fmla="*/ 323850 w 4124325"/>
              <a:gd name="connsiteY5" fmla="*/ 57150 h 838200"/>
              <a:gd name="connsiteX6" fmla="*/ 238125 w 4124325"/>
              <a:gd name="connsiteY6" fmla="*/ 352425 h 838200"/>
              <a:gd name="connsiteX7" fmla="*/ 971550 w 4124325"/>
              <a:gd name="connsiteY7" fmla="*/ 257175 h 838200"/>
              <a:gd name="connsiteX8" fmla="*/ 800100 w 4124325"/>
              <a:gd name="connsiteY8" fmla="*/ 609600 h 838200"/>
              <a:gd name="connsiteX9" fmla="*/ 2524125 w 4124325"/>
              <a:gd name="connsiteY9" fmla="*/ 495300 h 838200"/>
              <a:gd name="connsiteX10" fmla="*/ 2190750 w 4124325"/>
              <a:gd name="connsiteY10" fmla="*/ 838200 h 838200"/>
              <a:gd name="connsiteX11" fmla="*/ 4124325 w 4124325"/>
              <a:gd name="connsiteY11" fmla="*/ 704850 h 838200"/>
              <a:gd name="connsiteX0" fmla="*/ 0 w 4124325"/>
              <a:gd name="connsiteY0" fmla="*/ 0 h 838200"/>
              <a:gd name="connsiteX1" fmla="*/ 0 w 4124325"/>
              <a:gd name="connsiteY1" fmla="*/ 0 h 838200"/>
              <a:gd name="connsiteX2" fmla="*/ 285750 w 4124325"/>
              <a:gd name="connsiteY2" fmla="*/ 38100 h 838200"/>
              <a:gd name="connsiteX3" fmla="*/ 323850 w 4124325"/>
              <a:gd name="connsiteY3" fmla="*/ 57150 h 838200"/>
              <a:gd name="connsiteX4" fmla="*/ 323850 w 4124325"/>
              <a:gd name="connsiteY4" fmla="*/ 57150 h 838200"/>
              <a:gd name="connsiteX5" fmla="*/ 238125 w 4124325"/>
              <a:gd name="connsiteY5" fmla="*/ 352425 h 838200"/>
              <a:gd name="connsiteX6" fmla="*/ 971550 w 4124325"/>
              <a:gd name="connsiteY6" fmla="*/ 257175 h 838200"/>
              <a:gd name="connsiteX7" fmla="*/ 800100 w 4124325"/>
              <a:gd name="connsiteY7" fmla="*/ 609600 h 838200"/>
              <a:gd name="connsiteX8" fmla="*/ 2524125 w 4124325"/>
              <a:gd name="connsiteY8" fmla="*/ 495300 h 838200"/>
              <a:gd name="connsiteX9" fmla="*/ 2190750 w 4124325"/>
              <a:gd name="connsiteY9" fmla="*/ 838200 h 838200"/>
              <a:gd name="connsiteX10" fmla="*/ 4124325 w 4124325"/>
              <a:gd name="connsiteY10" fmla="*/ 704850 h 838200"/>
              <a:gd name="connsiteX0" fmla="*/ 0 w 4124325"/>
              <a:gd name="connsiteY0" fmla="*/ 0 h 838200"/>
              <a:gd name="connsiteX1" fmla="*/ 0 w 4124325"/>
              <a:gd name="connsiteY1" fmla="*/ 0 h 838200"/>
              <a:gd name="connsiteX2" fmla="*/ 323850 w 4124325"/>
              <a:gd name="connsiteY2" fmla="*/ 57150 h 838200"/>
              <a:gd name="connsiteX3" fmla="*/ 323850 w 4124325"/>
              <a:gd name="connsiteY3" fmla="*/ 57150 h 838200"/>
              <a:gd name="connsiteX4" fmla="*/ 238125 w 4124325"/>
              <a:gd name="connsiteY4" fmla="*/ 352425 h 838200"/>
              <a:gd name="connsiteX5" fmla="*/ 971550 w 4124325"/>
              <a:gd name="connsiteY5" fmla="*/ 257175 h 838200"/>
              <a:gd name="connsiteX6" fmla="*/ 800100 w 4124325"/>
              <a:gd name="connsiteY6" fmla="*/ 609600 h 838200"/>
              <a:gd name="connsiteX7" fmla="*/ 2524125 w 4124325"/>
              <a:gd name="connsiteY7" fmla="*/ 495300 h 838200"/>
              <a:gd name="connsiteX8" fmla="*/ 2190750 w 4124325"/>
              <a:gd name="connsiteY8" fmla="*/ 838200 h 838200"/>
              <a:gd name="connsiteX9" fmla="*/ 4124325 w 4124325"/>
              <a:gd name="connsiteY9" fmla="*/ 704850 h 838200"/>
              <a:gd name="connsiteX0" fmla="*/ 0 w 4124325"/>
              <a:gd name="connsiteY0" fmla="*/ 19050 h 857250"/>
              <a:gd name="connsiteX1" fmla="*/ 0 w 4124325"/>
              <a:gd name="connsiteY1" fmla="*/ 19050 h 857250"/>
              <a:gd name="connsiteX2" fmla="*/ 323850 w 4124325"/>
              <a:gd name="connsiteY2" fmla="*/ 76200 h 857250"/>
              <a:gd name="connsiteX3" fmla="*/ 400050 w 4124325"/>
              <a:gd name="connsiteY3" fmla="*/ 0 h 857250"/>
              <a:gd name="connsiteX4" fmla="*/ 238125 w 4124325"/>
              <a:gd name="connsiteY4" fmla="*/ 371475 h 857250"/>
              <a:gd name="connsiteX5" fmla="*/ 971550 w 4124325"/>
              <a:gd name="connsiteY5" fmla="*/ 276225 h 857250"/>
              <a:gd name="connsiteX6" fmla="*/ 800100 w 4124325"/>
              <a:gd name="connsiteY6" fmla="*/ 628650 h 857250"/>
              <a:gd name="connsiteX7" fmla="*/ 2524125 w 4124325"/>
              <a:gd name="connsiteY7" fmla="*/ 514350 h 857250"/>
              <a:gd name="connsiteX8" fmla="*/ 2190750 w 4124325"/>
              <a:gd name="connsiteY8" fmla="*/ 857250 h 857250"/>
              <a:gd name="connsiteX9" fmla="*/ 4124325 w 4124325"/>
              <a:gd name="connsiteY9" fmla="*/ 723900 h 85725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800100 w 4124325"/>
              <a:gd name="connsiteY5" fmla="*/ 609600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284758 w 4124325"/>
              <a:gd name="connsiteY6" fmla="*/ 437570 h 838200"/>
              <a:gd name="connsiteX7" fmla="*/ 2524125 w 4124325"/>
              <a:gd name="connsiteY7" fmla="*/ 495300 h 838200"/>
              <a:gd name="connsiteX8" fmla="*/ 2190750 w 4124325"/>
              <a:gd name="connsiteY8" fmla="*/ 838200 h 838200"/>
              <a:gd name="connsiteX9" fmla="*/ 4124325 w 4124325"/>
              <a:gd name="connsiteY9"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200"/>
              <a:gd name="connsiteX1" fmla="*/ 0 w 4124325"/>
              <a:gd name="connsiteY1" fmla="*/ 0 h 838200"/>
              <a:gd name="connsiteX2" fmla="*/ 323850 w 4124325"/>
              <a:gd name="connsiteY2" fmla="*/ 57150 h 838200"/>
              <a:gd name="connsiteX3" fmla="*/ 238125 w 4124325"/>
              <a:gd name="connsiteY3" fmla="*/ 352425 h 838200"/>
              <a:gd name="connsiteX4" fmla="*/ 971550 w 4124325"/>
              <a:gd name="connsiteY4" fmla="*/ 257175 h 838200"/>
              <a:gd name="connsiteX5" fmla="*/ 704684 w 4124325"/>
              <a:gd name="connsiteY5" fmla="*/ 629478 h 838200"/>
              <a:gd name="connsiteX6" fmla="*/ 2524125 w 4124325"/>
              <a:gd name="connsiteY6" fmla="*/ 495300 h 838200"/>
              <a:gd name="connsiteX7" fmla="*/ 2190750 w 4124325"/>
              <a:gd name="connsiteY7" fmla="*/ 838200 h 838200"/>
              <a:gd name="connsiteX8" fmla="*/ 4124325 w 4124325"/>
              <a:gd name="connsiteY8" fmla="*/ 704850 h 838200"/>
              <a:gd name="connsiteX0" fmla="*/ 0 w 4124325"/>
              <a:gd name="connsiteY0" fmla="*/ 0 h 838698"/>
              <a:gd name="connsiteX1" fmla="*/ 0 w 4124325"/>
              <a:gd name="connsiteY1" fmla="*/ 0 h 838698"/>
              <a:gd name="connsiteX2" fmla="*/ 323850 w 4124325"/>
              <a:gd name="connsiteY2" fmla="*/ 57150 h 838698"/>
              <a:gd name="connsiteX3" fmla="*/ 238125 w 4124325"/>
              <a:gd name="connsiteY3" fmla="*/ 352425 h 838698"/>
              <a:gd name="connsiteX4" fmla="*/ 971550 w 4124325"/>
              <a:gd name="connsiteY4" fmla="*/ 257175 h 838698"/>
              <a:gd name="connsiteX5" fmla="*/ 704684 w 4124325"/>
              <a:gd name="connsiteY5" fmla="*/ 629478 h 838698"/>
              <a:gd name="connsiteX6" fmla="*/ 2524125 w 4124325"/>
              <a:gd name="connsiteY6" fmla="*/ 495300 h 838698"/>
              <a:gd name="connsiteX7" fmla="*/ 2190750 w 4124325"/>
              <a:gd name="connsiteY7" fmla="*/ 838200 h 838698"/>
              <a:gd name="connsiteX8" fmla="*/ 4124325 w 4124325"/>
              <a:gd name="connsiteY8" fmla="*/ 704850 h 838698"/>
              <a:gd name="connsiteX0" fmla="*/ 0 w 5281240"/>
              <a:gd name="connsiteY0" fmla="*/ 0 h 838698"/>
              <a:gd name="connsiteX1" fmla="*/ 0 w 5281240"/>
              <a:gd name="connsiteY1" fmla="*/ 0 h 838698"/>
              <a:gd name="connsiteX2" fmla="*/ 323850 w 5281240"/>
              <a:gd name="connsiteY2" fmla="*/ 57150 h 838698"/>
              <a:gd name="connsiteX3" fmla="*/ 238125 w 5281240"/>
              <a:gd name="connsiteY3" fmla="*/ 352425 h 838698"/>
              <a:gd name="connsiteX4" fmla="*/ 971550 w 5281240"/>
              <a:gd name="connsiteY4" fmla="*/ 257175 h 838698"/>
              <a:gd name="connsiteX5" fmla="*/ 704684 w 5281240"/>
              <a:gd name="connsiteY5" fmla="*/ 629478 h 838698"/>
              <a:gd name="connsiteX6" fmla="*/ 2524125 w 5281240"/>
              <a:gd name="connsiteY6" fmla="*/ 495300 h 838698"/>
              <a:gd name="connsiteX7" fmla="*/ 2190750 w 5281240"/>
              <a:gd name="connsiteY7" fmla="*/ 838200 h 838698"/>
              <a:gd name="connsiteX8" fmla="*/ 5281240 w 5281240"/>
              <a:gd name="connsiteY8" fmla="*/ 617385 h 838698"/>
              <a:gd name="connsiteX0" fmla="*/ 0 w 7139742"/>
              <a:gd name="connsiteY0" fmla="*/ 0 h 838698"/>
              <a:gd name="connsiteX1" fmla="*/ 0 w 7139742"/>
              <a:gd name="connsiteY1" fmla="*/ 0 h 838698"/>
              <a:gd name="connsiteX2" fmla="*/ 323850 w 7139742"/>
              <a:gd name="connsiteY2" fmla="*/ 57150 h 838698"/>
              <a:gd name="connsiteX3" fmla="*/ 238125 w 7139742"/>
              <a:gd name="connsiteY3" fmla="*/ 352425 h 838698"/>
              <a:gd name="connsiteX4" fmla="*/ 971550 w 7139742"/>
              <a:gd name="connsiteY4" fmla="*/ 257175 h 838698"/>
              <a:gd name="connsiteX5" fmla="*/ 704684 w 7139742"/>
              <a:gd name="connsiteY5" fmla="*/ 629478 h 838698"/>
              <a:gd name="connsiteX6" fmla="*/ 2524125 w 7139742"/>
              <a:gd name="connsiteY6" fmla="*/ 495300 h 838698"/>
              <a:gd name="connsiteX7" fmla="*/ 2190750 w 7139742"/>
              <a:gd name="connsiteY7" fmla="*/ 838200 h 838698"/>
              <a:gd name="connsiteX8" fmla="*/ 7139742 w 7139742"/>
              <a:gd name="connsiteY8" fmla="*/ 608318 h 838698"/>
              <a:gd name="connsiteX0" fmla="*/ 0 w 7239467"/>
              <a:gd name="connsiteY0" fmla="*/ 0 h 838698"/>
              <a:gd name="connsiteX1" fmla="*/ 0 w 7239467"/>
              <a:gd name="connsiteY1" fmla="*/ 0 h 838698"/>
              <a:gd name="connsiteX2" fmla="*/ 323850 w 7239467"/>
              <a:gd name="connsiteY2" fmla="*/ 57150 h 838698"/>
              <a:gd name="connsiteX3" fmla="*/ 238125 w 7239467"/>
              <a:gd name="connsiteY3" fmla="*/ 352425 h 838698"/>
              <a:gd name="connsiteX4" fmla="*/ 971550 w 7239467"/>
              <a:gd name="connsiteY4" fmla="*/ 257175 h 838698"/>
              <a:gd name="connsiteX5" fmla="*/ 704684 w 7239467"/>
              <a:gd name="connsiteY5" fmla="*/ 629478 h 838698"/>
              <a:gd name="connsiteX6" fmla="*/ 2524125 w 7239467"/>
              <a:gd name="connsiteY6" fmla="*/ 495300 h 838698"/>
              <a:gd name="connsiteX7" fmla="*/ 2190750 w 7239467"/>
              <a:gd name="connsiteY7" fmla="*/ 838200 h 838698"/>
              <a:gd name="connsiteX8" fmla="*/ 7239467 w 723946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 name="connsiteX0" fmla="*/ 0 w 7194137"/>
              <a:gd name="connsiteY0" fmla="*/ 0 h 838698"/>
              <a:gd name="connsiteX1" fmla="*/ 0 w 7194137"/>
              <a:gd name="connsiteY1" fmla="*/ 0 h 838698"/>
              <a:gd name="connsiteX2" fmla="*/ 323850 w 7194137"/>
              <a:gd name="connsiteY2" fmla="*/ 57150 h 838698"/>
              <a:gd name="connsiteX3" fmla="*/ 238125 w 7194137"/>
              <a:gd name="connsiteY3" fmla="*/ 352425 h 838698"/>
              <a:gd name="connsiteX4" fmla="*/ 971550 w 7194137"/>
              <a:gd name="connsiteY4" fmla="*/ 257175 h 838698"/>
              <a:gd name="connsiteX5" fmla="*/ 704684 w 7194137"/>
              <a:gd name="connsiteY5" fmla="*/ 629478 h 838698"/>
              <a:gd name="connsiteX6" fmla="*/ 2524125 w 7194137"/>
              <a:gd name="connsiteY6" fmla="*/ 495300 h 838698"/>
              <a:gd name="connsiteX7" fmla="*/ 2190750 w 7194137"/>
              <a:gd name="connsiteY7" fmla="*/ 838200 h 838698"/>
              <a:gd name="connsiteX8" fmla="*/ 7194137 w 7194137"/>
              <a:gd name="connsiteY8" fmla="*/ 608318 h 83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94137" h="838698">
                <a:moveTo>
                  <a:pt x="0" y="0"/>
                </a:moveTo>
                <a:lnTo>
                  <a:pt x="0" y="0"/>
                </a:lnTo>
                <a:cubicBezTo>
                  <a:pt x="107950" y="19050"/>
                  <a:pt x="386654" y="-32693"/>
                  <a:pt x="323850" y="57150"/>
                </a:cubicBezTo>
                <a:cubicBezTo>
                  <a:pt x="233116" y="186948"/>
                  <a:pt x="70540" y="342942"/>
                  <a:pt x="238125" y="352425"/>
                </a:cubicBezTo>
                <a:cubicBezTo>
                  <a:pt x="482600" y="320675"/>
                  <a:pt x="985493" y="129899"/>
                  <a:pt x="971550" y="257175"/>
                </a:cubicBezTo>
                <a:cubicBezTo>
                  <a:pt x="942229" y="426333"/>
                  <a:pt x="475587" y="595492"/>
                  <a:pt x="704684" y="629478"/>
                </a:cubicBezTo>
                <a:cubicBezTo>
                  <a:pt x="963446" y="669165"/>
                  <a:pt x="2681964" y="361122"/>
                  <a:pt x="2524125" y="495300"/>
                </a:cubicBezTo>
                <a:cubicBezTo>
                  <a:pt x="2413000" y="609600"/>
                  <a:pt x="1912261" y="851121"/>
                  <a:pt x="2190750" y="838200"/>
                </a:cubicBezTo>
                <a:cubicBezTo>
                  <a:pt x="3220913" y="764595"/>
                  <a:pt x="6218369" y="618462"/>
                  <a:pt x="7194137" y="608318"/>
                </a:cubicBezTo>
              </a:path>
            </a:pathLst>
          </a:custGeom>
          <a:ln w="349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dirty="0"/>
          </a:p>
        </p:txBody>
      </p:sp>
    </p:spTree>
    <p:extLst>
      <p:ext uri="{BB962C8B-B14F-4D97-AF65-F5344CB8AC3E}">
        <p14:creationId xmlns:p14="http://schemas.microsoft.com/office/powerpoint/2010/main" val="1652706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181D43B-FE20-4176-AC8B-720CBC1CFC44}"/>
              </a:ext>
            </a:extLst>
          </p:cNvPr>
          <p:cNvSpPr/>
          <p:nvPr/>
        </p:nvSpPr>
        <p:spPr>
          <a:xfrm rot="3748394" flipH="1">
            <a:off x="6290008" y="-2594714"/>
            <a:ext cx="97779" cy="127604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grpSp>
        <p:nvGrpSpPr>
          <p:cNvPr id="19" name="Group 18">
            <a:extLst>
              <a:ext uri="{FF2B5EF4-FFF2-40B4-BE49-F238E27FC236}">
                <a16:creationId xmlns:a16="http://schemas.microsoft.com/office/drawing/2014/main" id="{1D08C661-6FE5-5544-4513-7037E04ED288}"/>
              </a:ext>
            </a:extLst>
          </p:cNvPr>
          <p:cNvGrpSpPr/>
          <p:nvPr/>
        </p:nvGrpSpPr>
        <p:grpSpPr>
          <a:xfrm>
            <a:off x="6224105" y="1342520"/>
            <a:ext cx="3325388" cy="870952"/>
            <a:chOff x="5541311" y="1418009"/>
            <a:chExt cx="3325388" cy="870952"/>
          </a:xfrm>
        </p:grpSpPr>
        <p:sp>
          <p:nvSpPr>
            <p:cNvPr id="9" name="TextBox 8">
              <a:extLst>
                <a:ext uri="{FF2B5EF4-FFF2-40B4-BE49-F238E27FC236}">
                  <a16:creationId xmlns:a16="http://schemas.microsoft.com/office/drawing/2014/main" id="{6A975EF3-BE81-456E-BC85-0E3339692B51}"/>
                </a:ext>
              </a:extLst>
            </p:cNvPr>
            <p:cNvSpPr txBox="1"/>
            <p:nvPr/>
          </p:nvSpPr>
          <p:spPr>
            <a:xfrm>
              <a:off x="6786682" y="1418009"/>
              <a:ext cx="2080017" cy="553998"/>
            </a:xfrm>
            <a:prstGeom prst="rect">
              <a:avLst/>
            </a:prstGeom>
            <a:noFill/>
          </p:spPr>
          <p:txBody>
            <a:bodyPr wrap="square" rtlCol="0">
              <a:spAutoFit/>
            </a:bodyPr>
            <a:lstStyle/>
            <a:p>
              <a:pPr algn="ctr"/>
              <a:r>
                <a:rPr lang="en-US" altLang="ko-KR" sz="3000" b="1" dirty="0">
                  <a:solidFill>
                    <a:schemeClr val="accent4"/>
                  </a:solidFill>
                  <a:cs typeface="Arial" pitchFamily="34" charset="0"/>
                </a:rPr>
                <a:t>Key Role</a:t>
              </a:r>
              <a:endParaRPr lang="ko-KR" altLang="en-US" sz="3000" b="1" dirty="0">
                <a:solidFill>
                  <a:schemeClr val="accent4"/>
                </a:solidFill>
                <a:cs typeface="Arial" pitchFamily="34" charset="0"/>
              </a:endParaRPr>
            </a:p>
          </p:txBody>
        </p:sp>
        <p:sp>
          <p:nvSpPr>
            <p:cNvPr id="10" name="TextBox 9">
              <a:extLst>
                <a:ext uri="{FF2B5EF4-FFF2-40B4-BE49-F238E27FC236}">
                  <a16:creationId xmlns:a16="http://schemas.microsoft.com/office/drawing/2014/main" id="{0E92C40E-B2EE-4872-A035-7B0DE438FA37}"/>
                </a:ext>
              </a:extLst>
            </p:cNvPr>
            <p:cNvSpPr txBox="1"/>
            <p:nvPr/>
          </p:nvSpPr>
          <p:spPr>
            <a:xfrm>
              <a:off x="5541311" y="1888851"/>
              <a:ext cx="3232160" cy="400110"/>
            </a:xfrm>
            <a:prstGeom prst="rect">
              <a:avLst/>
            </a:prstGeom>
            <a:noFill/>
          </p:spPr>
          <p:txBody>
            <a:bodyPr wrap="square" rtlCol="0">
              <a:spAutoFit/>
            </a:bodyPr>
            <a:lstStyle/>
            <a:p>
              <a:pPr algn="r"/>
              <a:r>
                <a:rPr lang="en-US" altLang="ko-KR" sz="2000" dirty="0">
                  <a:solidFill>
                    <a:schemeClr val="bg1"/>
                  </a:solidFill>
                  <a:cs typeface="Arial" pitchFamily="34" charset="0"/>
                </a:rPr>
                <a:t>Designing the Website</a:t>
              </a:r>
              <a:endParaRPr lang="ko-KR" altLang="en-US" sz="2000" dirty="0">
                <a:solidFill>
                  <a:schemeClr val="bg1"/>
                </a:solidFill>
                <a:cs typeface="Arial" pitchFamily="34" charset="0"/>
              </a:endParaRPr>
            </a:p>
          </p:txBody>
        </p:sp>
      </p:grpSp>
      <p:sp>
        <p:nvSpPr>
          <p:cNvPr id="11" name="TextBox 10">
            <a:extLst>
              <a:ext uri="{FF2B5EF4-FFF2-40B4-BE49-F238E27FC236}">
                <a16:creationId xmlns:a16="http://schemas.microsoft.com/office/drawing/2014/main" id="{ECA72F75-CD55-4E28-A45A-34656635BCAA}"/>
              </a:ext>
            </a:extLst>
          </p:cNvPr>
          <p:cNvSpPr txBox="1"/>
          <p:nvPr/>
        </p:nvSpPr>
        <p:spPr>
          <a:xfrm>
            <a:off x="6861457" y="3512829"/>
            <a:ext cx="1957455" cy="553998"/>
          </a:xfrm>
          <a:prstGeom prst="rect">
            <a:avLst/>
          </a:prstGeom>
          <a:noFill/>
        </p:spPr>
        <p:txBody>
          <a:bodyPr wrap="square" rtlCol="0">
            <a:spAutoFit/>
          </a:bodyPr>
          <a:lstStyle/>
          <a:p>
            <a:pPr algn="ctr"/>
            <a:r>
              <a:rPr lang="en-US" altLang="ko-KR" sz="3000" b="1" dirty="0">
                <a:solidFill>
                  <a:schemeClr val="accent3"/>
                </a:solidFill>
                <a:cs typeface="Arial" pitchFamily="34" charset="0"/>
              </a:rPr>
              <a:t>Key Role</a:t>
            </a:r>
            <a:endParaRPr lang="ko-KR" altLang="en-US" sz="3000" b="1" dirty="0">
              <a:solidFill>
                <a:schemeClr val="accent3"/>
              </a:solidFill>
              <a:cs typeface="Arial" pitchFamily="34" charset="0"/>
            </a:endParaRPr>
          </a:p>
        </p:txBody>
      </p:sp>
      <p:sp>
        <p:nvSpPr>
          <p:cNvPr id="12" name="TextBox 11">
            <a:extLst>
              <a:ext uri="{FF2B5EF4-FFF2-40B4-BE49-F238E27FC236}">
                <a16:creationId xmlns:a16="http://schemas.microsoft.com/office/drawing/2014/main" id="{8BF25468-1993-4955-8D8A-9639C5268990}"/>
              </a:ext>
            </a:extLst>
          </p:cNvPr>
          <p:cNvSpPr txBox="1"/>
          <p:nvPr/>
        </p:nvSpPr>
        <p:spPr>
          <a:xfrm>
            <a:off x="5949957" y="3936643"/>
            <a:ext cx="2798327" cy="707886"/>
          </a:xfrm>
          <a:prstGeom prst="rect">
            <a:avLst/>
          </a:prstGeom>
          <a:noFill/>
        </p:spPr>
        <p:txBody>
          <a:bodyPr wrap="square" rtlCol="0">
            <a:spAutoFit/>
          </a:bodyPr>
          <a:lstStyle/>
          <a:p>
            <a:pPr algn="r"/>
            <a:r>
              <a:rPr lang="en-US" altLang="ko-KR" sz="2000" dirty="0">
                <a:solidFill>
                  <a:schemeClr val="bg1"/>
                </a:solidFill>
                <a:cs typeface="Arial" pitchFamily="34" charset="0"/>
              </a:rPr>
              <a:t>Development of the Website</a:t>
            </a:r>
            <a:endParaRPr lang="ko-KR" altLang="en-US" sz="2000" dirty="0">
              <a:solidFill>
                <a:schemeClr val="bg1"/>
              </a:solidFill>
              <a:cs typeface="Arial" pitchFamily="34" charset="0"/>
            </a:endParaRPr>
          </a:p>
        </p:txBody>
      </p:sp>
      <p:grpSp>
        <p:nvGrpSpPr>
          <p:cNvPr id="2" name="Group 1">
            <a:extLst>
              <a:ext uri="{FF2B5EF4-FFF2-40B4-BE49-F238E27FC236}">
                <a16:creationId xmlns:a16="http://schemas.microsoft.com/office/drawing/2014/main" id="{DC08ACB4-9938-B325-7CD7-14534688B2F3}"/>
              </a:ext>
            </a:extLst>
          </p:cNvPr>
          <p:cNvGrpSpPr/>
          <p:nvPr/>
        </p:nvGrpSpPr>
        <p:grpSpPr>
          <a:xfrm>
            <a:off x="1296809" y="3904167"/>
            <a:ext cx="2954071" cy="1141767"/>
            <a:chOff x="2303090" y="3570003"/>
            <a:chExt cx="2954071" cy="1141767"/>
          </a:xfrm>
        </p:grpSpPr>
        <p:sp>
          <p:nvSpPr>
            <p:cNvPr id="13" name="TextBox 12">
              <a:extLst>
                <a:ext uri="{FF2B5EF4-FFF2-40B4-BE49-F238E27FC236}">
                  <a16:creationId xmlns:a16="http://schemas.microsoft.com/office/drawing/2014/main" id="{A0D31A51-936F-4C8E-B4A2-52F456E7CD5B}"/>
                </a:ext>
              </a:extLst>
            </p:cNvPr>
            <p:cNvSpPr txBox="1"/>
            <p:nvPr/>
          </p:nvSpPr>
          <p:spPr>
            <a:xfrm>
              <a:off x="3125768" y="3570003"/>
              <a:ext cx="2131393" cy="553998"/>
            </a:xfrm>
            <a:prstGeom prst="rect">
              <a:avLst/>
            </a:prstGeom>
            <a:noFill/>
          </p:spPr>
          <p:txBody>
            <a:bodyPr wrap="square" rtlCol="0">
              <a:spAutoFit/>
            </a:bodyPr>
            <a:lstStyle/>
            <a:p>
              <a:pPr algn="ctr"/>
              <a:r>
                <a:rPr lang="en-US" altLang="ko-KR" sz="3000" b="1" dirty="0">
                  <a:solidFill>
                    <a:schemeClr val="accent2"/>
                  </a:solidFill>
                  <a:cs typeface="Arial" pitchFamily="34" charset="0"/>
                </a:rPr>
                <a:t>Purpose</a:t>
              </a:r>
              <a:endParaRPr lang="ko-KR" altLang="en-US" sz="3000" b="1" dirty="0">
                <a:solidFill>
                  <a:schemeClr val="accent2"/>
                </a:solidFill>
                <a:cs typeface="Arial" pitchFamily="34" charset="0"/>
              </a:endParaRPr>
            </a:p>
          </p:txBody>
        </p:sp>
        <p:sp>
          <p:nvSpPr>
            <p:cNvPr id="14" name="TextBox 13">
              <a:extLst>
                <a:ext uri="{FF2B5EF4-FFF2-40B4-BE49-F238E27FC236}">
                  <a16:creationId xmlns:a16="http://schemas.microsoft.com/office/drawing/2014/main" id="{2BAC8F72-4713-48AC-B047-BDF7B1521189}"/>
                </a:ext>
              </a:extLst>
            </p:cNvPr>
            <p:cNvSpPr txBox="1"/>
            <p:nvPr/>
          </p:nvSpPr>
          <p:spPr>
            <a:xfrm>
              <a:off x="2303090" y="4003884"/>
              <a:ext cx="2798327" cy="707886"/>
            </a:xfrm>
            <a:prstGeom prst="rect">
              <a:avLst/>
            </a:prstGeom>
            <a:noFill/>
          </p:spPr>
          <p:txBody>
            <a:bodyPr wrap="square" rtlCol="0">
              <a:spAutoFit/>
            </a:bodyPr>
            <a:lstStyle/>
            <a:p>
              <a:pPr algn="r"/>
              <a:r>
                <a:rPr lang="en-US" altLang="ko-KR" sz="2000" dirty="0">
                  <a:solidFill>
                    <a:schemeClr val="bg1"/>
                  </a:solidFill>
                  <a:cs typeface="Arial" pitchFamily="34" charset="0"/>
                </a:rPr>
                <a:t>To showcase the working of the website</a:t>
              </a:r>
              <a:endParaRPr lang="ko-KR" altLang="en-US" sz="2000" dirty="0">
                <a:solidFill>
                  <a:schemeClr val="bg1"/>
                </a:solidFill>
                <a:cs typeface="Arial" pitchFamily="34" charset="0"/>
              </a:endParaRPr>
            </a:p>
          </p:txBody>
        </p:sp>
      </p:grpSp>
      <p:sp>
        <p:nvSpPr>
          <p:cNvPr id="23" name="TextBox 22">
            <a:extLst>
              <a:ext uri="{FF2B5EF4-FFF2-40B4-BE49-F238E27FC236}">
                <a16:creationId xmlns:a16="http://schemas.microsoft.com/office/drawing/2014/main" id="{40E369CB-3816-4F2D-88AB-0AEFA1D058B9}"/>
              </a:ext>
            </a:extLst>
          </p:cNvPr>
          <p:cNvSpPr txBox="1"/>
          <p:nvPr/>
        </p:nvSpPr>
        <p:spPr>
          <a:xfrm>
            <a:off x="1738785" y="754760"/>
            <a:ext cx="4229112" cy="1754326"/>
          </a:xfrm>
          <a:prstGeom prst="rect">
            <a:avLst/>
          </a:prstGeom>
          <a:noFill/>
        </p:spPr>
        <p:txBody>
          <a:bodyPr wrap="square" rtlCol="0" anchor="ctr">
            <a:spAutoFit/>
          </a:bodyPr>
          <a:lstStyle/>
          <a:p>
            <a:r>
              <a:rPr lang="en-US" altLang="ko-KR" sz="5400" b="1" dirty="0">
                <a:solidFill>
                  <a:schemeClr val="bg1"/>
                </a:solidFill>
                <a:latin typeface="+mj-lt"/>
                <a:cs typeface="Arial" pitchFamily="34" charset="0"/>
              </a:rPr>
              <a:t>Role &amp;</a:t>
            </a:r>
          </a:p>
          <a:p>
            <a:r>
              <a:rPr lang="en-US" altLang="ko-KR" sz="5400" b="1" dirty="0">
                <a:solidFill>
                  <a:schemeClr val="bg1"/>
                </a:solidFill>
                <a:latin typeface="+mj-lt"/>
                <a:cs typeface="Arial" pitchFamily="34" charset="0"/>
              </a:rPr>
              <a:t>Purpose</a:t>
            </a:r>
            <a:endParaRPr lang="ko-KR" altLang="en-US" sz="5400" b="1" dirty="0">
              <a:solidFill>
                <a:schemeClr val="bg1"/>
              </a:solidFill>
              <a:latin typeface="+mj-lt"/>
              <a:cs typeface="Arial" pitchFamily="34" charset="0"/>
            </a:endParaRPr>
          </a:p>
        </p:txBody>
      </p:sp>
      <p:sp>
        <p:nvSpPr>
          <p:cNvPr id="7" name="Rectangle 3">
            <a:extLst>
              <a:ext uri="{FF2B5EF4-FFF2-40B4-BE49-F238E27FC236}">
                <a16:creationId xmlns:a16="http://schemas.microsoft.com/office/drawing/2014/main" id="{89F7A3E0-AC32-4808-9F99-59D3F9689371}"/>
              </a:ext>
            </a:extLst>
          </p:cNvPr>
          <p:cNvSpPr/>
          <p:nvPr/>
        </p:nvSpPr>
        <p:spPr>
          <a:xfrm rot="1020000">
            <a:off x="9487913" y="1880617"/>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4" name="Rectangle 3">
            <a:extLst>
              <a:ext uri="{FF2B5EF4-FFF2-40B4-BE49-F238E27FC236}">
                <a16:creationId xmlns:a16="http://schemas.microsoft.com/office/drawing/2014/main" id="{E126189F-BD54-4415-8C05-707C63B996BE}"/>
              </a:ext>
            </a:extLst>
          </p:cNvPr>
          <p:cNvSpPr/>
          <p:nvPr/>
        </p:nvSpPr>
        <p:spPr>
          <a:xfrm rot="1020000">
            <a:off x="6617717" y="3373395"/>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5" name="Rectangle 3">
            <a:extLst>
              <a:ext uri="{FF2B5EF4-FFF2-40B4-BE49-F238E27FC236}">
                <a16:creationId xmlns:a16="http://schemas.microsoft.com/office/drawing/2014/main" id="{E0512AC9-57B9-4CC9-A316-BEADC27CEE09}"/>
              </a:ext>
            </a:extLst>
          </p:cNvPr>
          <p:cNvSpPr/>
          <p:nvPr/>
        </p:nvSpPr>
        <p:spPr>
          <a:xfrm rot="1020000">
            <a:off x="4069354" y="4688690"/>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20" name="Diamond 19">
            <a:extLst>
              <a:ext uri="{FF2B5EF4-FFF2-40B4-BE49-F238E27FC236}">
                <a16:creationId xmlns:a16="http://schemas.microsoft.com/office/drawing/2014/main" id="{99AA06AD-8561-7D32-4795-406055846EA9}"/>
              </a:ext>
            </a:extLst>
          </p:cNvPr>
          <p:cNvSpPr/>
          <p:nvPr/>
        </p:nvSpPr>
        <p:spPr>
          <a:xfrm flipV="1">
            <a:off x="-1472184" y="-1380664"/>
            <a:ext cx="1982524" cy="1618408"/>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1D20D380-E9EC-20E2-39D5-6E3EA2807925}"/>
              </a:ext>
            </a:extLst>
          </p:cNvPr>
          <p:cNvSpPr/>
          <p:nvPr/>
        </p:nvSpPr>
        <p:spPr>
          <a:xfrm>
            <a:off x="-7275660" y="4629563"/>
            <a:ext cx="6841132" cy="4302175"/>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CBB839AF-C6AB-937C-0C01-C79D6ECC6F2C}"/>
              </a:ext>
            </a:extLst>
          </p:cNvPr>
          <p:cNvSpPr/>
          <p:nvPr/>
        </p:nvSpPr>
        <p:spPr>
          <a:xfrm>
            <a:off x="5121555" y="7105615"/>
            <a:ext cx="7599141" cy="6587153"/>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Diamond 24">
            <a:extLst>
              <a:ext uri="{FF2B5EF4-FFF2-40B4-BE49-F238E27FC236}">
                <a16:creationId xmlns:a16="http://schemas.microsoft.com/office/drawing/2014/main" id="{16A0F78D-7DD2-8082-91ED-432C83FFEE46}"/>
              </a:ext>
            </a:extLst>
          </p:cNvPr>
          <p:cNvSpPr/>
          <p:nvPr/>
        </p:nvSpPr>
        <p:spPr>
          <a:xfrm flipH="1">
            <a:off x="13080264" y="-351492"/>
            <a:ext cx="4366205" cy="5721156"/>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5">
            <a:extLst>
              <a:ext uri="{FF2B5EF4-FFF2-40B4-BE49-F238E27FC236}">
                <a16:creationId xmlns:a16="http://schemas.microsoft.com/office/drawing/2014/main" id="{449364EC-F042-C7B4-2D0C-F8475DDF03E5}"/>
              </a:ext>
            </a:extLst>
          </p:cNvPr>
          <p:cNvSpPr/>
          <p:nvPr/>
        </p:nvSpPr>
        <p:spPr>
          <a:xfrm rot="9240936">
            <a:off x="655856" y="1033062"/>
            <a:ext cx="543833" cy="1416828"/>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8" name="Donut 24">
            <a:extLst>
              <a:ext uri="{FF2B5EF4-FFF2-40B4-BE49-F238E27FC236}">
                <a16:creationId xmlns:a16="http://schemas.microsoft.com/office/drawing/2014/main" id="{86443F8C-AD98-E60E-D048-B329236B505E}"/>
              </a:ext>
            </a:extLst>
          </p:cNvPr>
          <p:cNvSpPr/>
          <p:nvPr/>
        </p:nvSpPr>
        <p:spPr>
          <a:xfrm rot="10021258">
            <a:off x="6784525" y="812206"/>
            <a:ext cx="857483" cy="982412"/>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grpSp>
        <p:nvGrpSpPr>
          <p:cNvPr id="3" name="Group 2">
            <a:extLst>
              <a:ext uri="{FF2B5EF4-FFF2-40B4-BE49-F238E27FC236}">
                <a16:creationId xmlns:a16="http://schemas.microsoft.com/office/drawing/2014/main" id="{325930D1-A5AC-7F00-1BBF-5AB551CCBE03}"/>
              </a:ext>
            </a:extLst>
          </p:cNvPr>
          <p:cNvGrpSpPr/>
          <p:nvPr/>
        </p:nvGrpSpPr>
        <p:grpSpPr>
          <a:xfrm rot="10800000" flipV="1">
            <a:off x="64505" y="5379189"/>
            <a:ext cx="3823826" cy="1395039"/>
            <a:chOff x="8230329" y="5360525"/>
            <a:chExt cx="3643536" cy="1106806"/>
          </a:xfrm>
        </p:grpSpPr>
        <p:sp>
          <p:nvSpPr>
            <p:cNvPr id="6" name="Rectangle 5">
              <a:extLst>
                <a:ext uri="{FF2B5EF4-FFF2-40B4-BE49-F238E27FC236}">
                  <a16:creationId xmlns:a16="http://schemas.microsoft.com/office/drawing/2014/main" id="{8860ACC5-41DC-A50E-CD18-0500B1057E57}"/>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F546151-8721-662D-1DC0-4A07651A2B6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675975D-B6F3-88CC-41B4-713E48762FDF}"/>
              </a:ext>
            </a:extLst>
          </p:cNvPr>
          <p:cNvGrpSpPr/>
          <p:nvPr/>
        </p:nvGrpSpPr>
        <p:grpSpPr>
          <a:xfrm>
            <a:off x="9443751" y="6070705"/>
            <a:ext cx="2620319" cy="525185"/>
            <a:chOff x="1612709" y="1258934"/>
            <a:chExt cx="2620319" cy="525185"/>
          </a:xfrm>
        </p:grpSpPr>
        <p:sp>
          <p:nvSpPr>
            <p:cNvPr id="17" name="Freeform: Shape 16">
              <a:extLst>
                <a:ext uri="{FF2B5EF4-FFF2-40B4-BE49-F238E27FC236}">
                  <a16:creationId xmlns:a16="http://schemas.microsoft.com/office/drawing/2014/main" id="{0774F47C-5C9F-3DAB-552A-798E4F692101}"/>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482939-596C-3A97-468E-05ADA21E058B}"/>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622556F-C30B-77D6-E9BD-16D94336130A}"/>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17A3FB6-3D1C-359A-4A80-47F66B242548}"/>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2DA15B-723B-70EA-7A13-28E3E2E4F990}"/>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4688356-7CD1-D8D7-A691-0D08828DF8B6}"/>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DCADA87-BB84-401B-1E5A-EADCC83F96A1}"/>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70C08A2-02D5-FDC9-6655-024723B17C0E}"/>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9572D78-26A2-5D73-CC03-348B0D1F3B9E}"/>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D144AD9-C9E7-A415-0649-252B713B4B5C}"/>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53DE4848-03BA-DB0F-65FB-41E751D37F12}"/>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0C8531D9-E15E-9420-5828-E48C986EE93D}"/>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72EE03DF-852B-1A8A-FB58-BCC5BEB07950}"/>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A13EC57F-3CA4-4E38-0E74-DF31A452B718}"/>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527C9A1-35C9-DFD1-BBC2-90038B68C000}"/>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BB02AAB9-B626-DF5A-469E-8F419178BC94}"/>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41E2AC6B-FB4F-1F42-4644-37917655DB30}"/>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8AC4659-4766-6322-470C-B7DB5F9DEEB2}"/>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03773B05-8488-929E-1B5A-54E9566CD08B}"/>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2EE9D72F-8002-01D5-EFA1-6929F0E7B88D}"/>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D7EC6E5-D12E-8DDE-A324-E605D5A14992}"/>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7" name="Group 46">
            <a:extLst>
              <a:ext uri="{FF2B5EF4-FFF2-40B4-BE49-F238E27FC236}">
                <a16:creationId xmlns:a16="http://schemas.microsoft.com/office/drawing/2014/main" id="{7D380781-A017-A010-4D2F-AB5B6E1D1E33}"/>
              </a:ext>
            </a:extLst>
          </p:cNvPr>
          <p:cNvGrpSpPr/>
          <p:nvPr/>
        </p:nvGrpSpPr>
        <p:grpSpPr>
          <a:xfrm rot="10800000">
            <a:off x="291932" y="143356"/>
            <a:ext cx="2620319" cy="525185"/>
            <a:chOff x="1612709" y="1258934"/>
            <a:chExt cx="2620319" cy="525185"/>
          </a:xfrm>
        </p:grpSpPr>
        <p:sp>
          <p:nvSpPr>
            <p:cNvPr id="48" name="Freeform: Shape 47">
              <a:extLst>
                <a:ext uri="{FF2B5EF4-FFF2-40B4-BE49-F238E27FC236}">
                  <a16:creationId xmlns:a16="http://schemas.microsoft.com/office/drawing/2014/main" id="{15D5C387-E0D2-330B-4D01-5DD697ED088C}"/>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61B9C7B-5758-8A60-2608-D9468710C5B4}"/>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3DB86AEE-9BEA-F853-3280-08F60E6DCB0E}"/>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D71BC98-64F0-F29B-D566-7AE5F1B420B2}"/>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A2DA17C-7FEE-F727-B72A-4F7D61F9FFAC}"/>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013E8DC-879C-38F2-061B-4ADAA68A6302}"/>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A41944F3-9F85-ACD4-A784-BD2C850670C0}"/>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5D74813-FC49-3BB8-C792-647ADA7CB6EF}"/>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8F5303B2-1400-E59A-349B-866D26A08830}"/>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22B3A8C-9F35-AF4C-5B3E-973875C1734D}"/>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0BB31738-7F50-A955-9E39-4DE3436216C5}"/>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A4DEE10-4481-C3A6-A97E-4F43950038A3}"/>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78E84496-86E1-506C-6A48-641C1CF405AA}"/>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313053A-E9CB-E2D2-2D1A-F1D3B79AB0E9}"/>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7F01116E-A6C0-B2F1-D04B-365CB1FAF3AF}"/>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DA0BE1E-3F33-7269-B5E4-A972401DC5D7}"/>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9CCFBA01-72CA-A557-316F-17A8EBD432B3}"/>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1076E547-DAF3-7C90-CC7E-31D4F58888E9}"/>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4971184-F3D8-A5AA-1A3E-B96874188E4E}"/>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D0C4D4B9-20CA-07BD-5D2F-673AC074000B}"/>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0062C1CD-3516-6ED5-5ECD-551DA86D203B}"/>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69" name="Group 68">
            <a:extLst>
              <a:ext uri="{FF2B5EF4-FFF2-40B4-BE49-F238E27FC236}">
                <a16:creationId xmlns:a16="http://schemas.microsoft.com/office/drawing/2014/main" id="{4AB43C56-439B-3953-1B27-E4FA4AFEDB18}"/>
              </a:ext>
            </a:extLst>
          </p:cNvPr>
          <p:cNvGrpSpPr/>
          <p:nvPr/>
        </p:nvGrpSpPr>
        <p:grpSpPr>
          <a:xfrm rot="10800000" flipH="1">
            <a:off x="8042874" y="90189"/>
            <a:ext cx="4041006" cy="1179757"/>
            <a:chOff x="8230329" y="5360525"/>
            <a:chExt cx="3634011" cy="1097280"/>
          </a:xfrm>
        </p:grpSpPr>
        <p:sp>
          <p:nvSpPr>
            <p:cNvPr id="70" name="Rectangle 69">
              <a:extLst>
                <a:ext uri="{FF2B5EF4-FFF2-40B4-BE49-F238E27FC236}">
                  <a16:creationId xmlns:a16="http://schemas.microsoft.com/office/drawing/2014/main" id="{7A3932CB-4EA4-D7FE-B797-6D0B51B993E2}"/>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3BECC5FC-861F-ABEC-9D4E-632B5C8E98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 name="Block Arc 25">
            <a:extLst>
              <a:ext uri="{FF2B5EF4-FFF2-40B4-BE49-F238E27FC236}">
                <a16:creationId xmlns:a16="http://schemas.microsoft.com/office/drawing/2014/main" id="{97FE55E6-4F18-E758-5307-6120373E0A48}"/>
              </a:ext>
            </a:extLst>
          </p:cNvPr>
          <p:cNvSpPr/>
          <p:nvPr/>
        </p:nvSpPr>
        <p:spPr>
          <a:xfrm rot="594149">
            <a:off x="5191906" y="5178806"/>
            <a:ext cx="653349" cy="874772"/>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Tree>
    <p:extLst>
      <p:ext uri="{BB962C8B-B14F-4D97-AF65-F5344CB8AC3E}">
        <p14:creationId xmlns:p14="http://schemas.microsoft.com/office/powerpoint/2010/main" val="3646530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xfrm>
            <a:off x="323529" y="312077"/>
            <a:ext cx="11573197" cy="724247"/>
          </a:xfrm>
          <a:prstGeom prst="rect">
            <a:avLst/>
          </a:prstGeom>
        </p:spPr>
        <p:txBody>
          <a:bodyPr/>
          <a:lstStyle/>
          <a:p>
            <a:r>
              <a:rPr lang="en-US" b="1" dirty="0"/>
              <a:t>Project Overview</a:t>
            </a:r>
          </a:p>
        </p:txBody>
      </p:sp>
      <p:grpSp>
        <p:nvGrpSpPr>
          <p:cNvPr id="56" name="Group 55">
            <a:extLst>
              <a:ext uri="{FF2B5EF4-FFF2-40B4-BE49-F238E27FC236}">
                <a16:creationId xmlns:a16="http://schemas.microsoft.com/office/drawing/2014/main" id="{0E9E0331-209D-0317-FE49-EAB3F544D2E0}"/>
              </a:ext>
            </a:extLst>
          </p:cNvPr>
          <p:cNvGrpSpPr/>
          <p:nvPr/>
        </p:nvGrpSpPr>
        <p:grpSpPr>
          <a:xfrm>
            <a:off x="935503" y="4796831"/>
            <a:ext cx="2268786" cy="424416"/>
            <a:chOff x="904678" y="4153711"/>
            <a:chExt cx="2268786" cy="424416"/>
          </a:xfrm>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bg1"/>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8603574" y="4758739"/>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solidFill>
                    <a:schemeClr val="bg1"/>
                  </a:solidFill>
                  <a:cs typeface="Arial" pitchFamily="34" charset="0"/>
                </a:rPr>
                <a:t>Targeted Audience</a:t>
              </a:r>
            </a:p>
          </p:txBody>
        </p:sp>
      </p:grpSp>
      <p:grpSp>
        <p:nvGrpSpPr>
          <p:cNvPr id="54" name="Group 53">
            <a:extLst>
              <a:ext uri="{FF2B5EF4-FFF2-40B4-BE49-F238E27FC236}">
                <a16:creationId xmlns:a16="http://schemas.microsoft.com/office/drawing/2014/main" id="{750CF6D1-2BDB-C5E6-66CE-7ADF691A5782}"/>
              </a:ext>
            </a:extLst>
          </p:cNvPr>
          <p:cNvGrpSpPr/>
          <p:nvPr/>
        </p:nvGrpSpPr>
        <p:grpSpPr>
          <a:xfrm>
            <a:off x="4683088" y="4758739"/>
            <a:ext cx="2555541" cy="462508"/>
            <a:chOff x="3468486" y="4153711"/>
            <a:chExt cx="2555541" cy="424416"/>
          </a:xfrm>
        </p:grpSpPr>
        <p:sp>
          <p:nvSpPr>
            <p:cNvPr id="37" name="Rectangle 36">
              <a:extLst>
                <a:ext uri="{FF2B5EF4-FFF2-40B4-BE49-F238E27FC236}">
                  <a16:creationId xmlns:a16="http://schemas.microsoft.com/office/drawing/2014/main" id="{6C5901FA-3D44-4D00-B8D5-926BAB1D7ED9}"/>
                </a:ext>
              </a:extLst>
            </p:cNvPr>
            <p:cNvSpPr/>
            <p:nvPr/>
          </p:nvSpPr>
          <p:spPr>
            <a:xfrm>
              <a:off x="3611864" y="4153711"/>
              <a:ext cx="2268786" cy="4244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iamond 40">
              <a:extLst>
                <a:ext uri="{FF2B5EF4-FFF2-40B4-BE49-F238E27FC236}">
                  <a16:creationId xmlns:a16="http://schemas.microsoft.com/office/drawing/2014/main" id="{4F0A8BC6-FE75-F551-879D-7E69FD76CB6F}"/>
                </a:ext>
              </a:extLst>
            </p:cNvPr>
            <p:cNvSpPr/>
            <p:nvPr/>
          </p:nvSpPr>
          <p:spPr>
            <a:xfrm flipH="1">
              <a:off x="4288534" y="4252623"/>
              <a:ext cx="1018825" cy="56347"/>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17">
              <a:extLst>
                <a:ext uri="{FF2B5EF4-FFF2-40B4-BE49-F238E27FC236}">
                  <a16:creationId xmlns:a16="http://schemas.microsoft.com/office/drawing/2014/main" id="{8CA1BDD3-CE3E-4AD3-9E3C-2B41C3038F97}"/>
                </a:ext>
              </a:extLst>
            </p:cNvPr>
            <p:cNvSpPr txBox="1">
              <a:spLocks/>
            </p:cNvSpPr>
            <p:nvPr/>
          </p:nvSpPr>
          <p:spPr>
            <a:xfrm>
              <a:off x="3468486" y="4228678"/>
              <a:ext cx="2555541" cy="274481"/>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bg1"/>
                  </a:solidFill>
                  <a:cs typeface="Arial" pitchFamily="34" charset="0"/>
                </a:rPr>
                <a:t>Objectives</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a:off x="9524877" y="2306651"/>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5282416" y="2447425"/>
            <a:ext cx="1433050" cy="1852455"/>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1220057" y="2363725"/>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 name="TextBox 4">
            <a:extLst>
              <a:ext uri="{FF2B5EF4-FFF2-40B4-BE49-F238E27FC236}">
                <a16:creationId xmlns:a16="http://schemas.microsoft.com/office/drawing/2014/main" id="{B4837162-09C2-C454-3120-6989CBCF16A5}"/>
              </a:ext>
            </a:extLst>
          </p:cNvPr>
          <p:cNvSpPr txBox="1"/>
          <p:nvPr/>
        </p:nvSpPr>
        <p:spPr>
          <a:xfrm>
            <a:off x="285103" y="1394489"/>
            <a:ext cx="12600432" cy="553998"/>
          </a:xfrm>
          <a:prstGeom prst="rect">
            <a:avLst/>
          </a:prstGeom>
          <a:noFill/>
        </p:spPr>
        <p:txBody>
          <a:bodyPr wrap="square" rtlCol="0">
            <a:spAutoFit/>
          </a:bodyPr>
          <a:lstStyle/>
          <a:p>
            <a:r>
              <a:rPr lang="en-US" sz="3000" b="0" i="0" dirty="0">
                <a:solidFill>
                  <a:schemeClr val="bg1"/>
                </a:solidFill>
                <a:effectLst/>
              </a:rPr>
              <a:t>Revolutionizing Wearables: Front-End Excellence for Smart Watches</a:t>
            </a:r>
            <a:endParaRPr lang="en-US" sz="3000" dirty="0">
              <a:solidFill>
                <a:schemeClr val="bg1"/>
              </a:solidFill>
            </a:endParaRPr>
          </a:p>
        </p:txBody>
      </p:sp>
      <p:sp>
        <p:nvSpPr>
          <p:cNvPr id="6" name="TextBox 5">
            <a:extLst>
              <a:ext uri="{FF2B5EF4-FFF2-40B4-BE49-F238E27FC236}">
                <a16:creationId xmlns:a16="http://schemas.microsoft.com/office/drawing/2014/main" id="{129A4131-AE75-DE16-CDC3-D4460FFD683C}"/>
              </a:ext>
            </a:extLst>
          </p:cNvPr>
          <p:cNvSpPr txBox="1"/>
          <p:nvPr/>
        </p:nvSpPr>
        <p:spPr>
          <a:xfrm>
            <a:off x="976722" y="5550888"/>
            <a:ext cx="2486885" cy="400110"/>
          </a:xfrm>
          <a:prstGeom prst="rect">
            <a:avLst/>
          </a:prstGeom>
          <a:noFill/>
        </p:spPr>
        <p:txBody>
          <a:bodyPr wrap="square" rtlCol="0">
            <a:spAutoFit/>
          </a:bodyPr>
          <a:lstStyle/>
          <a:p>
            <a:pPr algn="ctr"/>
            <a:r>
              <a:rPr lang="en-US" sz="2000" dirty="0">
                <a:solidFill>
                  <a:schemeClr val="bg1"/>
                </a:solidFill>
              </a:rPr>
              <a:t>Create Brand Name</a:t>
            </a:r>
          </a:p>
        </p:txBody>
      </p:sp>
      <p:sp>
        <p:nvSpPr>
          <p:cNvPr id="7" name="Diamond 6">
            <a:extLst>
              <a:ext uri="{FF2B5EF4-FFF2-40B4-BE49-F238E27FC236}">
                <a16:creationId xmlns:a16="http://schemas.microsoft.com/office/drawing/2014/main" id="{B72C5176-A5C9-C2D2-CE0B-4F52C2198B2F}"/>
              </a:ext>
            </a:extLst>
          </p:cNvPr>
          <p:cNvSpPr/>
          <p:nvPr/>
        </p:nvSpPr>
        <p:spPr>
          <a:xfrm>
            <a:off x="328051" y="3658583"/>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rot="19651367">
            <a:off x="2973406" y="2434530"/>
            <a:ext cx="474515" cy="399465"/>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7703037" y="3260157"/>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55049" y="140626"/>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ED467565-99CE-4C02-38CC-C4539407A2AD}"/>
              </a:ext>
            </a:extLst>
          </p:cNvPr>
          <p:cNvGrpSpPr/>
          <p:nvPr/>
        </p:nvGrpSpPr>
        <p:grpSpPr>
          <a:xfrm flipH="1">
            <a:off x="223300" y="5556953"/>
            <a:ext cx="3634011" cy="1097280"/>
            <a:chOff x="8230329" y="5360525"/>
            <a:chExt cx="3634011" cy="1097280"/>
          </a:xfrm>
        </p:grpSpPr>
        <p:sp>
          <p:nvSpPr>
            <p:cNvPr id="50" name="Rectangle 49">
              <a:extLst>
                <a:ext uri="{FF2B5EF4-FFF2-40B4-BE49-F238E27FC236}">
                  <a16:creationId xmlns:a16="http://schemas.microsoft.com/office/drawing/2014/main" id="{09DFEF89-70D2-4174-6735-C4F4DCB6CA4B}"/>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C6F320AC-7E24-F4F8-9644-B3B641A3ABA2}"/>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9" name="Chart 2">
            <a:extLst>
              <a:ext uri="{FF2B5EF4-FFF2-40B4-BE49-F238E27FC236}">
                <a16:creationId xmlns:a16="http://schemas.microsoft.com/office/drawing/2014/main" id="{47161D81-2EE1-2994-60E0-2FDF617B4E74}"/>
              </a:ext>
            </a:extLst>
          </p:cNvPr>
          <p:cNvGraphicFramePr/>
          <p:nvPr>
            <p:extLst>
              <p:ext uri="{D42A27DB-BD31-4B8C-83A1-F6EECF244321}">
                <p14:modId xmlns:p14="http://schemas.microsoft.com/office/powerpoint/2010/main" val="2921424660"/>
              </p:ext>
            </p:extLst>
          </p:nvPr>
        </p:nvGraphicFramePr>
        <p:xfrm>
          <a:off x="1274813" y="4139234"/>
          <a:ext cx="1414800" cy="1278000"/>
        </p:xfrm>
        <a:graphic>
          <a:graphicData uri="http://schemas.openxmlformats.org/drawingml/2006/chart">
            <c:chart xmlns:c="http://schemas.openxmlformats.org/drawingml/2006/chart" xmlns:r="http://schemas.openxmlformats.org/officeDocument/2006/relationships" r:id="rId2"/>
          </a:graphicData>
        </a:graphic>
      </p:graphicFrame>
      <p:grpSp>
        <p:nvGrpSpPr>
          <p:cNvPr id="87" name="Group 86">
            <a:extLst>
              <a:ext uri="{FF2B5EF4-FFF2-40B4-BE49-F238E27FC236}">
                <a16:creationId xmlns:a16="http://schemas.microsoft.com/office/drawing/2014/main" id="{367B3633-E2E4-A84C-9E02-F8FFF9ACC428}"/>
              </a:ext>
            </a:extLst>
          </p:cNvPr>
          <p:cNvGrpSpPr/>
          <p:nvPr/>
        </p:nvGrpSpPr>
        <p:grpSpPr>
          <a:xfrm>
            <a:off x="8245766" y="5385355"/>
            <a:ext cx="737308" cy="689197"/>
            <a:chOff x="3972899" y="4013781"/>
            <a:chExt cx="1429952" cy="1278000"/>
          </a:xfrm>
        </p:grpSpPr>
        <p:graphicFrame>
          <p:nvGraphicFramePr>
            <p:cNvPr id="58" name="Chart 2">
              <a:extLst>
                <a:ext uri="{FF2B5EF4-FFF2-40B4-BE49-F238E27FC236}">
                  <a16:creationId xmlns:a16="http://schemas.microsoft.com/office/drawing/2014/main" id="{33E01345-BC19-3074-A6E7-509B6DFD8DA3}"/>
                </a:ext>
              </a:extLst>
            </p:cNvPr>
            <p:cNvGraphicFramePr/>
            <p:nvPr>
              <p:extLst>
                <p:ext uri="{D42A27DB-BD31-4B8C-83A1-F6EECF244321}">
                  <p14:modId xmlns:p14="http://schemas.microsoft.com/office/powerpoint/2010/main" val="655312103"/>
                </p:ext>
              </p:extLst>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3"/>
            </a:graphicData>
          </a:graphic>
        </p:graphicFrame>
        <p:sp>
          <p:nvSpPr>
            <p:cNvPr id="63" name="Oval 62">
              <a:extLst>
                <a:ext uri="{FF2B5EF4-FFF2-40B4-BE49-F238E27FC236}">
                  <a16:creationId xmlns:a16="http://schemas.microsoft.com/office/drawing/2014/main" id="{58624033-A683-1943-3EA6-4FCE19703397}"/>
                </a:ext>
              </a:extLst>
            </p:cNvPr>
            <p:cNvSpPr/>
            <p:nvPr/>
          </p:nvSpPr>
          <p:spPr>
            <a:xfrm>
              <a:off x="4320304" y="4309043"/>
              <a:ext cx="688332" cy="709645"/>
            </a:xfrm>
            <a:prstGeom prst="ellipse">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4" name="Donut 54">
              <a:extLst>
                <a:ext uri="{FF2B5EF4-FFF2-40B4-BE49-F238E27FC236}">
                  <a16:creationId xmlns:a16="http://schemas.microsoft.com/office/drawing/2014/main" id="{6F2E2D4C-E67F-A1DC-EAA6-3FEE3C33CCBB}"/>
                </a:ext>
              </a:extLst>
            </p:cNvPr>
            <p:cNvSpPr/>
            <p:nvPr/>
          </p:nvSpPr>
          <p:spPr>
            <a:xfrm>
              <a:off x="3972899" y="4628540"/>
              <a:ext cx="264284" cy="252077"/>
            </a:xfrm>
            <a:prstGeom prst="donu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5" name="Oval 64">
            <a:extLst>
              <a:ext uri="{FF2B5EF4-FFF2-40B4-BE49-F238E27FC236}">
                <a16:creationId xmlns:a16="http://schemas.microsoft.com/office/drawing/2014/main" id="{AACA9B19-EDF6-FD0F-8F9A-8F053C807E8A}"/>
              </a:ext>
            </a:extLst>
          </p:cNvPr>
          <p:cNvSpPr/>
          <p:nvPr/>
        </p:nvSpPr>
        <p:spPr>
          <a:xfrm>
            <a:off x="3916903" y="3692620"/>
            <a:ext cx="461306" cy="467864"/>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grpSp>
        <p:nvGrpSpPr>
          <p:cNvPr id="88" name="Group 87">
            <a:extLst>
              <a:ext uri="{FF2B5EF4-FFF2-40B4-BE49-F238E27FC236}">
                <a16:creationId xmlns:a16="http://schemas.microsoft.com/office/drawing/2014/main" id="{29295D27-57A9-C918-6428-41DD9D7FF1A2}"/>
              </a:ext>
            </a:extLst>
          </p:cNvPr>
          <p:cNvGrpSpPr/>
          <p:nvPr/>
        </p:nvGrpSpPr>
        <p:grpSpPr>
          <a:xfrm>
            <a:off x="295430" y="5391683"/>
            <a:ext cx="752020" cy="689197"/>
            <a:chOff x="3972899" y="4013781"/>
            <a:chExt cx="1429952" cy="1278000"/>
          </a:xfrm>
        </p:grpSpPr>
        <p:graphicFrame>
          <p:nvGraphicFramePr>
            <p:cNvPr id="89" name="Chart 2">
              <a:extLst>
                <a:ext uri="{FF2B5EF4-FFF2-40B4-BE49-F238E27FC236}">
                  <a16:creationId xmlns:a16="http://schemas.microsoft.com/office/drawing/2014/main" id="{3703D91C-A3C6-596F-178A-8060EB3A99FB}"/>
                </a:ext>
              </a:extLst>
            </p:cNvPr>
            <p:cNvGraphicFramePr/>
            <p:nvPr>
              <p:extLst>
                <p:ext uri="{D42A27DB-BD31-4B8C-83A1-F6EECF244321}">
                  <p14:modId xmlns:p14="http://schemas.microsoft.com/office/powerpoint/2010/main" val="1955865781"/>
                </p:ext>
              </p:extLst>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4"/>
            </a:graphicData>
          </a:graphic>
        </p:graphicFrame>
        <p:sp>
          <p:nvSpPr>
            <p:cNvPr id="90" name="Oval 89">
              <a:extLst>
                <a:ext uri="{FF2B5EF4-FFF2-40B4-BE49-F238E27FC236}">
                  <a16:creationId xmlns:a16="http://schemas.microsoft.com/office/drawing/2014/main" id="{EA3B14EA-BF4F-C25F-012E-DC88CF25EB28}"/>
                </a:ext>
              </a:extLst>
            </p:cNvPr>
            <p:cNvSpPr/>
            <p:nvPr/>
          </p:nvSpPr>
          <p:spPr>
            <a:xfrm>
              <a:off x="4336382" y="4294704"/>
              <a:ext cx="717227" cy="717227"/>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91" name="Donut 54">
              <a:extLst>
                <a:ext uri="{FF2B5EF4-FFF2-40B4-BE49-F238E27FC236}">
                  <a16:creationId xmlns:a16="http://schemas.microsoft.com/office/drawing/2014/main" id="{E070E7F6-F1DC-A8A8-FABE-2BC083CC8EC6}"/>
                </a:ext>
              </a:extLst>
            </p:cNvPr>
            <p:cNvSpPr/>
            <p:nvPr/>
          </p:nvSpPr>
          <p:spPr>
            <a:xfrm>
              <a:off x="3972899" y="4628540"/>
              <a:ext cx="264284" cy="252077"/>
            </a:xfrm>
            <a:prstGeom prst="donu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grpSp>
        <p:nvGrpSpPr>
          <p:cNvPr id="92" name="Group 91">
            <a:extLst>
              <a:ext uri="{FF2B5EF4-FFF2-40B4-BE49-F238E27FC236}">
                <a16:creationId xmlns:a16="http://schemas.microsoft.com/office/drawing/2014/main" id="{585C60BB-F791-A201-E6FE-D80236C70494}"/>
              </a:ext>
            </a:extLst>
          </p:cNvPr>
          <p:cNvGrpSpPr/>
          <p:nvPr/>
        </p:nvGrpSpPr>
        <p:grpSpPr>
          <a:xfrm>
            <a:off x="4216123" y="5376211"/>
            <a:ext cx="745204" cy="689197"/>
            <a:chOff x="3972899" y="4013781"/>
            <a:chExt cx="1429952" cy="1278000"/>
          </a:xfrm>
        </p:grpSpPr>
        <p:graphicFrame>
          <p:nvGraphicFramePr>
            <p:cNvPr id="93" name="Chart 2">
              <a:extLst>
                <a:ext uri="{FF2B5EF4-FFF2-40B4-BE49-F238E27FC236}">
                  <a16:creationId xmlns:a16="http://schemas.microsoft.com/office/drawing/2014/main" id="{45C7955F-3664-D3B8-0AAB-5DB6C358F3CC}"/>
                </a:ext>
              </a:extLst>
            </p:cNvPr>
            <p:cNvGraphicFramePr/>
            <p:nvPr>
              <p:extLst>
                <p:ext uri="{D42A27DB-BD31-4B8C-83A1-F6EECF244321}">
                  <p14:modId xmlns:p14="http://schemas.microsoft.com/office/powerpoint/2010/main" val="1890992918"/>
                </p:ext>
              </p:extLst>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5"/>
            </a:graphicData>
          </a:graphic>
        </p:graphicFrame>
        <p:sp>
          <p:nvSpPr>
            <p:cNvPr id="94" name="Oval 93">
              <a:extLst>
                <a:ext uri="{FF2B5EF4-FFF2-40B4-BE49-F238E27FC236}">
                  <a16:creationId xmlns:a16="http://schemas.microsoft.com/office/drawing/2014/main" id="{806B6131-77BD-3BB7-3C8B-3E4AE5350E95}"/>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95" name="Donut 54">
              <a:extLst>
                <a:ext uri="{FF2B5EF4-FFF2-40B4-BE49-F238E27FC236}">
                  <a16:creationId xmlns:a16="http://schemas.microsoft.com/office/drawing/2014/main" id="{B030E9F2-BB74-4B05-E437-3221F68A38ED}"/>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96" name="TextBox 95">
            <a:extLst>
              <a:ext uri="{FF2B5EF4-FFF2-40B4-BE49-F238E27FC236}">
                <a16:creationId xmlns:a16="http://schemas.microsoft.com/office/drawing/2014/main" id="{FDDA4F64-75D4-E5B4-6293-E8888B85A9A9}"/>
              </a:ext>
            </a:extLst>
          </p:cNvPr>
          <p:cNvSpPr txBox="1"/>
          <p:nvPr/>
        </p:nvSpPr>
        <p:spPr>
          <a:xfrm>
            <a:off x="4968926" y="5533187"/>
            <a:ext cx="2268786" cy="400110"/>
          </a:xfrm>
          <a:prstGeom prst="rect">
            <a:avLst/>
          </a:prstGeom>
          <a:noFill/>
        </p:spPr>
        <p:txBody>
          <a:bodyPr wrap="square" rtlCol="0">
            <a:spAutoFit/>
          </a:bodyPr>
          <a:lstStyle/>
          <a:p>
            <a:r>
              <a:rPr lang="en-US" sz="2000" dirty="0">
                <a:solidFill>
                  <a:schemeClr val="bg1"/>
                </a:solidFill>
              </a:rPr>
              <a:t>Feasible in use</a:t>
            </a:r>
          </a:p>
        </p:txBody>
      </p:sp>
      <p:sp>
        <p:nvSpPr>
          <p:cNvPr id="60" name="TextBox 59">
            <a:extLst>
              <a:ext uri="{FF2B5EF4-FFF2-40B4-BE49-F238E27FC236}">
                <a16:creationId xmlns:a16="http://schemas.microsoft.com/office/drawing/2014/main" id="{F5535405-E4D4-2BD0-58B7-152D21BBF4EE}"/>
              </a:ext>
            </a:extLst>
          </p:cNvPr>
          <p:cNvSpPr txBox="1"/>
          <p:nvPr/>
        </p:nvSpPr>
        <p:spPr>
          <a:xfrm>
            <a:off x="8974293" y="5507682"/>
            <a:ext cx="2383996" cy="400110"/>
          </a:xfrm>
          <a:prstGeom prst="rect">
            <a:avLst/>
          </a:prstGeom>
          <a:noFill/>
        </p:spPr>
        <p:txBody>
          <a:bodyPr wrap="square" rtlCol="0">
            <a:spAutoFit/>
          </a:bodyPr>
          <a:lstStyle/>
          <a:p>
            <a:r>
              <a:rPr lang="en-US" sz="2000" dirty="0">
                <a:solidFill>
                  <a:schemeClr val="bg1"/>
                </a:solidFill>
              </a:rPr>
              <a:t>Millennials &amp; Gen z </a:t>
            </a:r>
          </a:p>
        </p:txBody>
      </p:sp>
    </p:spTree>
    <p:extLst>
      <p:ext uri="{BB962C8B-B14F-4D97-AF65-F5344CB8AC3E}">
        <p14:creationId xmlns:p14="http://schemas.microsoft.com/office/powerpoint/2010/main" val="739188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xfrm>
            <a:off x="323529" y="312077"/>
            <a:ext cx="11573197" cy="724247"/>
          </a:xfrm>
          <a:prstGeom prst="rect">
            <a:avLst/>
          </a:prstGeom>
        </p:spPr>
        <p:txBody>
          <a:bodyPr/>
          <a:lstStyle/>
          <a:p>
            <a:r>
              <a:rPr lang="en-US" b="1" dirty="0"/>
              <a:t>Project Overview</a:t>
            </a:r>
          </a:p>
        </p:txBody>
      </p:sp>
      <p:grpSp>
        <p:nvGrpSpPr>
          <p:cNvPr id="31" name="Group 30">
            <a:extLst>
              <a:ext uri="{FF2B5EF4-FFF2-40B4-BE49-F238E27FC236}">
                <a16:creationId xmlns:a16="http://schemas.microsoft.com/office/drawing/2014/main" id="{FA9B3C3D-88A3-4039-956E-17640A577AFE}"/>
              </a:ext>
            </a:extLst>
          </p:cNvPr>
          <p:cNvGrpSpPr/>
          <p:nvPr/>
        </p:nvGrpSpPr>
        <p:grpSpPr>
          <a:xfrm>
            <a:off x="-805250" y="166517"/>
            <a:ext cx="13627053" cy="6248201"/>
            <a:chOff x="-12233948" y="141623"/>
            <a:chExt cx="15917091" cy="7298222"/>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3322069" y="1603648"/>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12176228" y="141623"/>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34" name="Rounded Rectangle 2">
              <a:extLst>
                <a:ext uri="{FF2B5EF4-FFF2-40B4-BE49-F238E27FC236}">
                  <a16:creationId xmlns:a16="http://schemas.microsoft.com/office/drawing/2014/main" id="{8D3CF7E9-F87E-441E-AB8A-DC6C5034E67E}"/>
                </a:ext>
              </a:extLst>
            </p:cNvPr>
            <p:cNvSpPr/>
            <p:nvPr/>
          </p:nvSpPr>
          <p:spPr>
            <a:xfrm>
              <a:off x="-12233948" y="7078771"/>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782599" y="4638725"/>
            <a:ext cx="2681008" cy="582522"/>
            <a:chOff x="904678" y="4153711"/>
            <a:chExt cx="2268786" cy="424416"/>
          </a:xfrm>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bg1"/>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8603574" y="4758739"/>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30341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solidFill>
                    <a:schemeClr val="tx1">
                      <a:lumMod val="75000"/>
                      <a:lumOff val="25000"/>
                    </a:schemeClr>
                  </a:solidFill>
                  <a:cs typeface="Arial" pitchFamily="34" charset="0"/>
                </a:rPr>
                <a:t>Targeted Audience</a:t>
              </a:r>
            </a:p>
          </p:txBody>
        </p:sp>
      </p:grpSp>
      <p:grpSp>
        <p:nvGrpSpPr>
          <p:cNvPr id="54" name="Group 53">
            <a:extLst>
              <a:ext uri="{FF2B5EF4-FFF2-40B4-BE49-F238E27FC236}">
                <a16:creationId xmlns:a16="http://schemas.microsoft.com/office/drawing/2014/main" id="{750CF6D1-2BDB-C5E6-66CE-7ADF691A5782}"/>
              </a:ext>
            </a:extLst>
          </p:cNvPr>
          <p:cNvGrpSpPr/>
          <p:nvPr/>
        </p:nvGrpSpPr>
        <p:grpSpPr>
          <a:xfrm>
            <a:off x="4791455" y="4667249"/>
            <a:ext cx="2549711" cy="553998"/>
            <a:chOff x="3527456" y="4153711"/>
            <a:chExt cx="2585679" cy="424416"/>
          </a:xfrm>
          <a:solidFill>
            <a:srgbClr val="002060"/>
          </a:solidFill>
        </p:grpSpPr>
        <p:sp>
          <p:nvSpPr>
            <p:cNvPr id="37" name="Rectangle 36">
              <a:extLst>
                <a:ext uri="{FF2B5EF4-FFF2-40B4-BE49-F238E27FC236}">
                  <a16:creationId xmlns:a16="http://schemas.microsoft.com/office/drawing/2014/main" id="{6C5901FA-3D44-4D00-B8D5-926BAB1D7ED9}"/>
                </a:ext>
              </a:extLst>
            </p:cNvPr>
            <p:cNvSpPr/>
            <p:nvPr/>
          </p:nvSpPr>
          <p:spPr>
            <a:xfrm>
              <a:off x="3557594" y="4153711"/>
              <a:ext cx="2555541" cy="42441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17">
              <a:extLst>
                <a:ext uri="{FF2B5EF4-FFF2-40B4-BE49-F238E27FC236}">
                  <a16:creationId xmlns:a16="http://schemas.microsoft.com/office/drawing/2014/main" id="{8CA1BDD3-CE3E-4AD3-9E3C-2B41C3038F97}"/>
                </a:ext>
              </a:extLst>
            </p:cNvPr>
            <p:cNvSpPr txBox="1">
              <a:spLocks/>
            </p:cNvSpPr>
            <p:nvPr/>
          </p:nvSpPr>
          <p:spPr>
            <a:xfrm>
              <a:off x="3527456" y="4238736"/>
              <a:ext cx="2555541" cy="274481"/>
            </a:xfrm>
            <a:prstGeom prst="rect">
              <a:avLst/>
            </a:prstGeom>
            <a:solidFill>
              <a:schemeClr val="tx2">
                <a:lumMod val="50000"/>
              </a:schemeClr>
            </a:solid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tx1">
                      <a:lumMod val="75000"/>
                      <a:lumOff val="25000"/>
                    </a:schemeClr>
                  </a:solidFill>
                  <a:cs typeface="Arial" pitchFamily="34" charset="0"/>
                </a:rPr>
                <a:t>Objectives</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a:off x="9524877" y="2306651"/>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rgbClr val="7030A0"/>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5282416" y="2447425"/>
            <a:ext cx="1433050" cy="1852455"/>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1198337" y="2085048"/>
            <a:ext cx="1078336" cy="2496736"/>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 name="TextBox 4">
            <a:extLst>
              <a:ext uri="{FF2B5EF4-FFF2-40B4-BE49-F238E27FC236}">
                <a16:creationId xmlns:a16="http://schemas.microsoft.com/office/drawing/2014/main" id="{B4837162-09C2-C454-3120-6989CBCF16A5}"/>
              </a:ext>
            </a:extLst>
          </p:cNvPr>
          <p:cNvSpPr txBox="1"/>
          <p:nvPr/>
        </p:nvSpPr>
        <p:spPr>
          <a:xfrm>
            <a:off x="285103" y="1394489"/>
            <a:ext cx="12600432" cy="553998"/>
          </a:xfrm>
          <a:prstGeom prst="rect">
            <a:avLst/>
          </a:prstGeom>
          <a:noFill/>
        </p:spPr>
        <p:txBody>
          <a:bodyPr wrap="square" rtlCol="0">
            <a:spAutoFit/>
          </a:bodyPr>
          <a:lstStyle/>
          <a:p>
            <a:r>
              <a:rPr lang="en-US" sz="3000" b="0" i="0" dirty="0">
                <a:solidFill>
                  <a:schemeClr val="bg1"/>
                </a:solidFill>
                <a:effectLst/>
              </a:rPr>
              <a:t>Revolutionizing Wearables: Front-End Excellence for Smart Watches</a:t>
            </a:r>
            <a:endParaRPr lang="en-US" sz="3000" dirty="0">
              <a:solidFill>
                <a:schemeClr val="bg1"/>
              </a:solidFill>
            </a:endParaRPr>
          </a:p>
        </p:txBody>
      </p:sp>
      <p:sp>
        <p:nvSpPr>
          <p:cNvPr id="6" name="TextBox 5">
            <a:extLst>
              <a:ext uri="{FF2B5EF4-FFF2-40B4-BE49-F238E27FC236}">
                <a16:creationId xmlns:a16="http://schemas.microsoft.com/office/drawing/2014/main" id="{129A4131-AE75-DE16-CDC3-D4460FFD683C}"/>
              </a:ext>
            </a:extLst>
          </p:cNvPr>
          <p:cNvSpPr txBox="1"/>
          <p:nvPr/>
        </p:nvSpPr>
        <p:spPr>
          <a:xfrm>
            <a:off x="976722" y="5550888"/>
            <a:ext cx="2486885" cy="400110"/>
          </a:xfrm>
          <a:prstGeom prst="rect">
            <a:avLst/>
          </a:prstGeom>
          <a:noFill/>
        </p:spPr>
        <p:txBody>
          <a:bodyPr wrap="square" rtlCol="0">
            <a:spAutoFit/>
          </a:bodyPr>
          <a:lstStyle/>
          <a:p>
            <a:pPr algn="ctr"/>
            <a:r>
              <a:rPr lang="en-US" sz="2000" dirty="0">
                <a:solidFill>
                  <a:schemeClr val="bg1"/>
                </a:solidFill>
              </a:rPr>
              <a:t>Create Brand Name</a:t>
            </a:r>
          </a:p>
        </p:txBody>
      </p:sp>
      <p:sp>
        <p:nvSpPr>
          <p:cNvPr id="7" name="Diamond 6">
            <a:extLst>
              <a:ext uri="{FF2B5EF4-FFF2-40B4-BE49-F238E27FC236}">
                <a16:creationId xmlns:a16="http://schemas.microsoft.com/office/drawing/2014/main" id="{B72C5176-A5C9-C2D2-CE0B-4F52C2198B2F}"/>
              </a:ext>
            </a:extLst>
          </p:cNvPr>
          <p:cNvSpPr/>
          <p:nvPr/>
        </p:nvSpPr>
        <p:spPr>
          <a:xfrm>
            <a:off x="-657806" y="3518469"/>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rot="11192990">
            <a:off x="2560346" y="6944584"/>
            <a:ext cx="474515" cy="399465"/>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7122873" y="-597873"/>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12791231" y="100930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2667241" y="3722519"/>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55049" y="312076"/>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ED467565-99CE-4C02-38CC-C4539407A2AD}"/>
              </a:ext>
            </a:extLst>
          </p:cNvPr>
          <p:cNvGrpSpPr/>
          <p:nvPr/>
        </p:nvGrpSpPr>
        <p:grpSpPr>
          <a:xfrm flipH="1">
            <a:off x="223300" y="5556953"/>
            <a:ext cx="3634011" cy="1097280"/>
            <a:chOff x="8230329" y="5360525"/>
            <a:chExt cx="3634011" cy="1097280"/>
          </a:xfrm>
        </p:grpSpPr>
        <p:sp>
          <p:nvSpPr>
            <p:cNvPr id="50" name="Rectangle 49">
              <a:extLst>
                <a:ext uri="{FF2B5EF4-FFF2-40B4-BE49-F238E27FC236}">
                  <a16:creationId xmlns:a16="http://schemas.microsoft.com/office/drawing/2014/main" id="{09DFEF89-70D2-4174-6735-C4F4DCB6CA4B}"/>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C6F320AC-7E24-F4F8-9644-B3B641A3ABA2}"/>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9" name="Chart 2">
            <a:extLst>
              <a:ext uri="{FF2B5EF4-FFF2-40B4-BE49-F238E27FC236}">
                <a16:creationId xmlns:a16="http://schemas.microsoft.com/office/drawing/2014/main" id="{47161D81-2EE1-2994-60E0-2FDF617B4E74}"/>
              </a:ext>
            </a:extLst>
          </p:cNvPr>
          <p:cNvGraphicFramePr/>
          <p:nvPr/>
        </p:nvGraphicFramePr>
        <p:xfrm>
          <a:off x="1274813" y="4139234"/>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5" name="Oval 64">
            <a:extLst>
              <a:ext uri="{FF2B5EF4-FFF2-40B4-BE49-F238E27FC236}">
                <a16:creationId xmlns:a16="http://schemas.microsoft.com/office/drawing/2014/main" id="{AACA9B19-EDF6-FD0F-8F9A-8F053C807E8A}"/>
              </a:ext>
            </a:extLst>
          </p:cNvPr>
          <p:cNvSpPr/>
          <p:nvPr/>
        </p:nvSpPr>
        <p:spPr>
          <a:xfrm>
            <a:off x="2903262" y="-681357"/>
            <a:ext cx="461306" cy="467864"/>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grpSp>
        <p:nvGrpSpPr>
          <p:cNvPr id="88" name="Group 87">
            <a:extLst>
              <a:ext uri="{FF2B5EF4-FFF2-40B4-BE49-F238E27FC236}">
                <a16:creationId xmlns:a16="http://schemas.microsoft.com/office/drawing/2014/main" id="{29295D27-57A9-C918-6428-41DD9D7FF1A2}"/>
              </a:ext>
            </a:extLst>
          </p:cNvPr>
          <p:cNvGrpSpPr/>
          <p:nvPr/>
        </p:nvGrpSpPr>
        <p:grpSpPr>
          <a:xfrm>
            <a:off x="295430" y="5391683"/>
            <a:ext cx="752020" cy="689197"/>
            <a:chOff x="3972899" y="4013781"/>
            <a:chExt cx="1429952" cy="1278000"/>
          </a:xfrm>
        </p:grpSpPr>
        <p:graphicFrame>
          <p:nvGraphicFramePr>
            <p:cNvPr id="89" name="Chart 2">
              <a:extLst>
                <a:ext uri="{FF2B5EF4-FFF2-40B4-BE49-F238E27FC236}">
                  <a16:creationId xmlns:a16="http://schemas.microsoft.com/office/drawing/2014/main" id="{3703D91C-A3C6-596F-178A-8060EB3A99FB}"/>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3"/>
            </a:graphicData>
          </a:graphic>
        </p:graphicFrame>
        <p:sp>
          <p:nvSpPr>
            <p:cNvPr id="90" name="Oval 89">
              <a:extLst>
                <a:ext uri="{FF2B5EF4-FFF2-40B4-BE49-F238E27FC236}">
                  <a16:creationId xmlns:a16="http://schemas.microsoft.com/office/drawing/2014/main" id="{EA3B14EA-BF4F-C25F-012E-DC88CF25EB28}"/>
                </a:ext>
              </a:extLst>
            </p:cNvPr>
            <p:cNvSpPr/>
            <p:nvPr/>
          </p:nvSpPr>
          <p:spPr>
            <a:xfrm>
              <a:off x="4336382" y="4294704"/>
              <a:ext cx="717227" cy="717227"/>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91" name="Donut 54">
              <a:extLst>
                <a:ext uri="{FF2B5EF4-FFF2-40B4-BE49-F238E27FC236}">
                  <a16:creationId xmlns:a16="http://schemas.microsoft.com/office/drawing/2014/main" id="{E070E7F6-F1DC-A8A8-FABE-2BC083CC8EC6}"/>
                </a:ext>
              </a:extLst>
            </p:cNvPr>
            <p:cNvSpPr/>
            <p:nvPr/>
          </p:nvSpPr>
          <p:spPr>
            <a:xfrm>
              <a:off x="3972899" y="4628540"/>
              <a:ext cx="264284" cy="252077"/>
            </a:xfrm>
            <a:prstGeom prst="donu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Tree>
    <p:extLst>
      <p:ext uri="{BB962C8B-B14F-4D97-AF65-F5344CB8AC3E}">
        <p14:creationId xmlns:p14="http://schemas.microsoft.com/office/powerpoint/2010/main" val="4256922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xfrm>
            <a:off x="323529" y="312077"/>
            <a:ext cx="3873567" cy="860681"/>
          </a:xfrm>
          <a:prstGeom prst="rect">
            <a:avLst/>
          </a:prstGeom>
        </p:spPr>
        <p:txBody>
          <a:bodyPr/>
          <a:lstStyle/>
          <a:p>
            <a:r>
              <a:rPr lang="en-US" b="1" dirty="0"/>
              <a:t>Continue…</a:t>
            </a:r>
          </a:p>
        </p:txBody>
      </p:sp>
      <p:grpSp>
        <p:nvGrpSpPr>
          <p:cNvPr id="31" name="Group 30">
            <a:extLst>
              <a:ext uri="{FF2B5EF4-FFF2-40B4-BE49-F238E27FC236}">
                <a16:creationId xmlns:a16="http://schemas.microsoft.com/office/drawing/2014/main" id="{FA9B3C3D-88A3-4039-956E-17640A577AFE}"/>
              </a:ext>
            </a:extLst>
          </p:cNvPr>
          <p:cNvGrpSpPr/>
          <p:nvPr/>
        </p:nvGrpSpPr>
        <p:grpSpPr>
          <a:xfrm>
            <a:off x="4802144" y="1739858"/>
            <a:ext cx="5233908" cy="3185285"/>
            <a:chOff x="-6613675" y="2001373"/>
            <a:chExt cx="6113470" cy="3720578"/>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rot="1758044">
              <a:off x="-6613675" y="5092706"/>
              <a:ext cx="618233" cy="629245"/>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rot="20427962">
              <a:off x="-1345630" y="4583319"/>
              <a:ext cx="845425" cy="775592"/>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34" name="Rounded Rectangle 2">
              <a:extLst>
                <a:ext uri="{FF2B5EF4-FFF2-40B4-BE49-F238E27FC236}">
                  <a16:creationId xmlns:a16="http://schemas.microsoft.com/office/drawing/2014/main" id="{8D3CF7E9-F87E-441E-AB8A-DC6C5034E67E}"/>
                </a:ext>
              </a:extLst>
            </p:cNvPr>
            <p:cNvSpPr/>
            <p:nvPr/>
          </p:nvSpPr>
          <p:spPr>
            <a:xfrm rot="1313185">
              <a:off x="-3518913" y="2001373"/>
              <a:ext cx="556847" cy="511646"/>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106530" y="1610762"/>
            <a:ext cx="4270201" cy="424416"/>
            <a:chOff x="904678" y="4153711"/>
            <a:chExt cx="2268786" cy="424416"/>
          </a:xfrm>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4400" b="1" dirty="0">
                  <a:solidFill>
                    <a:schemeClr val="accent1"/>
                  </a:solidFill>
                  <a:cs typeface="Arial" pitchFamily="34" charset="0"/>
                </a:rPr>
                <a:t>End Goals</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1392186" y="1478164"/>
            <a:ext cx="1355202" cy="3543223"/>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 name="TextBox 4">
            <a:extLst>
              <a:ext uri="{FF2B5EF4-FFF2-40B4-BE49-F238E27FC236}">
                <a16:creationId xmlns:a16="http://schemas.microsoft.com/office/drawing/2014/main" id="{B4837162-09C2-C454-3120-6989CBCF16A5}"/>
              </a:ext>
            </a:extLst>
          </p:cNvPr>
          <p:cNvSpPr txBox="1"/>
          <p:nvPr/>
        </p:nvSpPr>
        <p:spPr>
          <a:xfrm>
            <a:off x="12853992" y="1321219"/>
            <a:ext cx="12600432" cy="553998"/>
          </a:xfrm>
          <a:prstGeom prst="rect">
            <a:avLst/>
          </a:prstGeom>
          <a:noFill/>
        </p:spPr>
        <p:txBody>
          <a:bodyPr wrap="square" rtlCol="0">
            <a:spAutoFit/>
          </a:bodyPr>
          <a:lstStyle/>
          <a:p>
            <a:r>
              <a:rPr lang="en-US" sz="3000" b="0" i="0" dirty="0">
                <a:solidFill>
                  <a:schemeClr val="bg1"/>
                </a:solidFill>
                <a:effectLst/>
              </a:rPr>
              <a:t>Revolutionizing Wearables: Front-End Excellence for Smart Watches</a:t>
            </a:r>
            <a:endParaRPr lang="en-US" sz="3000" dirty="0">
              <a:solidFill>
                <a:schemeClr val="bg1"/>
              </a:solidFill>
            </a:endParaRPr>
          </a:p>
        </p:txBody>
      </p:sp>
      <p:sp>
        <p:nvSpPr>
          <p:cNvPr id="6" name="TextBox 5">
            <a:extLst>
              <a:ext uri="{FF2B5EF4-FFF2-40B4-BE49-F238E27FC236}">
                <a16:creationId xmlns:a16="http://schemas.microsoft.com/office/drawing/2014/main" id="{129A4131-AE75-DE16-CDC3-D4460FFD683C}"/>
              </a:ext>
            </a:extLst>
          </p:cNvPr>
          <p:cNvSpPr txBox="1"/>
          <p:nvPr/>
        </p:nvSpPr>
        <p:spPr>
          <a:xfrm>
            <a:off x="2844160" y="2239640"/>
            <a:ext cx="4804683" cy="2677656"/>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Create a Brand Name</a:t>
            </a:r>
          </a:p>
          <a:p>
            <a:pPr marL="457200" indent="-457200">
              <a:buFont typeface="Wingdings" panose="05000000000000000000" pitchFamily="2" charset="2"/>
              <a:buChar char="Ø"/>
            </a:pPr>
            <a:r>
              <a:rPr lang="en-US" sz="2800" dirty="0">
                <a:solidFill>
                  <a:schemeClr val="bg1"/>
                </a:solidFill>
              </a:rPr>
              <a:t>Increase Products Range</a:t>
            </a:r>
          </a:p>
          <a:p>
            <a:pPr marL="457200" indent="-457200">
              <a:buFont typeface="Wingdings" panose="05000000000000000000" pitchFamily="2" charset="2"/>
              <a:buChar char="Ø"/>
            </a:pPr>
            <a:r>
              <a:rPr lang="en-US" sz="2800" dirty="0">
                <a:solidFill>
                  <a:schemeClr val="bg1"/>
                </a:solidFill>
              </a:rPr>
              <a:t>Enhance Footfall </a:t>
            </a:r>
          </a:p>
          <a:p>
            <a:pPr marL="457200" indent="-457200">
              <a:buFont typeface="Wingdings" panose="05000000000000000000" pitchFamily="2" charset="2"/>
              <a:buChar char="Ø"/>
            </a:pPr>
            <a:r>
              <a:rPr lang="en-US" sz="2800" dirty="0">
                <a:solidFill>
                  <a:schemeClr val="bg1"/>
                </a:solidFill>
              </a:rPr>
              <a:t>User Retention</a:t>
            </a:r>
            <a:br>
              <a:rPr lang="en-US" sz="2800" dirty="0">
                <a:solidFill>
                  <a:schemeClr val="bg1"/>
                </a:solidFill>
              </a:rPr>
            </a:br>
            <a:br>
              <a:rPr lang="en-US" sz="2800" dirty="0">
                <a:solidFill>
                  <a:schemeClr val="bg1"/>
                </a:solidFill>
              </a:rPr>
            </a:br>
            <a:endParaRPr lang="en-US" sz="2800" dirty="0">
              <a:solidFill>
                <a:schemeClr val="bg1"/>
              </a:solidFill>
            </a:endParaRPr>
          </a:p>
        </p:txBody>
      </p:sp>
      <p:sp>
        <p:nvSpPr>
          <p:cNvPr id="7" name="Diamond 6">
            <a:extLst>
              <a:ext uri="{FF2B5EF4-FFF2-40B4-BE49-F238E27FC236}">
                <a16:creationId xmlns:a16="http://schemas.microsoft.com/office/drawing/2014/main" id="{B72C5176-A5C9-C2D2-CE0B-4F52C2198B2F}"/>
              </a:ext>
            </a:extLst>
          </p:cNvPr>
          <p:cNvSpPr/>
          <p:nvPr/>
        </p:nvSpPr>
        <p:spPr>
          <a:xfrm>
            <a:off x="10661956" y="4886691"/>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rot="11192990">
            <a:off x="6612300" y="1038182"/>
            <a:ext cx="474515" cy="399465"/>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1027844" y="5546918"/>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17850" y="675913"/>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3703868" y="4064040"/>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ED467565-99CE-4C02-38CC-C4539407A2AD}"/>
              </a:ext>
            </a:extLst>
          </p:cNvPr>
          <p:cNvGrpSpPr/>
          <p:nvPr/>
        </p:nvGrpSpPr>
        <p:grpSpPr>
          <a:xfrm flipH="1">
            <a:off x="223300" y="5556953"/>
            <a:ext cx="3634011" cy="1097280"/>
            <a:chOff x="8230329" y="5360525"/>
            <a:chExt cx="3634011" cy="1097280"/>
          </a:xfrm>
        </p:grpSpPr>
        <p:sp>
          <p:nvSpPr>
            <p:cNvPr id="50" name="Rectangle 49">
              <a:extLst>
                <a:ext uri="{FF2B5EF4-FFF2-40B4-BE49-F238E27FC236}">
                  <a16:creationId xmlns:a16="http://schemas.microsoft.com/office/drawing/2014/main" id="{09DFEF89-70D2-4174-6735-C4F4DCB6CA4B}"/>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C6F320AC-7E24-F4F8-9644-B3B641A3ABA2}"/>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 name="Oval 64">
            <a:extLst>
              <a:ext uri="{FF2B5EF4-FFF2-40B4-BE49-F238E27FC236}">
                <a16:creationId xmlns:a16="http://schemas.microsoft.com/office/drawing/2014/main" id="{AACA9B19-EDF6-FD0F-8F9A-8F053C807E8A}"/>
              </a:ext>
            </a:extLst>
          </p:cNvPr>
          <p:cNvSpPr/>
          <p:nvPr/>
        </p:nvSpPr>
        <p:spPr>
          <a:xfrm>
            <a:off x="531537" y="2178597"/>
            <a:ext cx="461306" cy="467864"/>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grpSp>
        <p:nvGrpSpPr>
          <p:cNvPr id="4" name="Group 3">
            <a:extLst>
              <a:ext uri="{FF2B5EF4-FFF2-40B4-BE49-F238E27FC236}">
                <a16:creationId xmlns:a16="http://schemas.microsoft.com/office/drawing/2014/main" id="{AB344B92-F15E-FFB2-5E1F-DF186D875812}"/>
              </a:ext>
            </a:extLst>
          </p:cNvPr>
          <p:cNvGrpSpPr/>
          <p:nvPr/>
        </p:nvGrpSpPr>
        <p:grpSpPr>
          <a:xfrm>
            <a:off x="5807069" y="4132044"/>
            <a:ext cx="2785606" cy="2264854"/>
            <a:chOff x="1914525" y="1276351"/>
            <a:chExt cx="5333999" cy="4336841"/>
          </a:xfrm>
        </p:grpSpPr>
        <p:sp>
          <p:nvSpPr>
            <p:cNvPr id="10" name="Freeform 3">
              <a:extLst>
                <a:ext uri="{FF2B5EF4-FFF2-40B4-BE49-F238E27FC236}">
                  <a16:creationId xmlns:a16="http://schemas.microsoft.com/office/drawing/2014/main" id="{CFA31B1B-2417-46EB-EF7A-585C8A7A5F34}"/>
                </a:ext>
              </a:extLst>
            </p:cNvPr>
            <p:cNvSpPr/>
            <p:nvPr/>
          </p:nvSpPr>
          <p:spPr>
            <a:xfrm>
              <a:off x="3587126" y="1400175"/>
              <a:ext cx="3661398" cy="3028950"/>
            </a:xfrm>
            <a:custGeom>
              <a:avLst/>
              <a:gdLst>
                <a:gd name="connsiteX0" fmla="*/ 3695700 w 3695700"/>
                <a:gd name="connsiteY0" fmla="*/ 0 h 3067050"/>
                <a:gd name="connsiteX1" fmla="*/ 2667000 w 3695700"/>
                <a:gd name="connsiteY1" fmla="*/ 733425 h 3067050"/>
                <a:gd name="connsiteX2" fmla="*/ 2743200 w 3695700"/>
                <a:gd name="connsiteY2" fmla="*/ 952500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724150 w 3695700"/>
                <a:gd name="connsiteY1" fmla="*/ 790575 h 3067050"/>
                <a:gd name="connsiteX2" fmla="*/ 2743200 w 3695700"/>
                <a:gd name="connsiteY2" fmla="*/ 952500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657475 w 3695700"/>
                <a:gd name="connsiteY1" fmla="*/ 809625 h 3067050"/>
                <a:gd name="connsiteX2" fmla="*/ 2743200 w 3695700"/>
                <a:gd name="connsiteY2" fmla="*/ 952500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657475 w 3695700"/>
                <a:gd name="connsiteY1" fmla="*/ 809625 h 3067050"/>
                <a:gd name="connsiteX2" fmla="*/ 2781300 w 3695700"/>
                <a:gd name="connsiteY2" fmla="*/ 962025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657475 w 3695700"/>
                <a:gd name="connsiteY1" fmla="*/ 809625 h 3067050"/>
                <a:gd name="connsiteX2" fmla="*/ 2781300 w 3695700"/>
                <a:gd name="connsiteY2" fmla="*/ 962025 h 3067050"/>
                <a:gd name="connsiteX3" fmla="*/ 2314575 w 3695700"/>
                <a:gd name="connsiteY3" fmla="*/ 122872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781300 w 3695700"/>
                <a:gd name="connsiteY2" fmla="*/ 962025 h 3067050"/>
                <a:gd name="connsiteX3" fmla="*/ 2314575 w 3695700"/>
                <a:gd name="connsiteY3" fmla="*/ 122872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314575 w 3695700"/>
                <a:gd name="connsiteY3" fmla="*/ 122872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657600 w 3695700"/>
                <a:gd name="connsiteY15" fmla="*/ 2543175 h 3067050"/>
                <a:gd name="connsiteX16" fmla="*/ 3562350 w 3695700"/>
                <a:gd name="connsiteY16" fmla="*/ 252412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657600 w 3695700"/>
                <a:gd name="connsiteY15"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04800 w 3695700"/>
                <a:gd name="connsiteY7" fmla="*/ 1466850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04800 w 3695700"/>
                <a:gd name="connsiteY7" fmla="*/ 1466850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04800 w 3695700"/>
                <a:gd name="connsiteY7" fmla="*/ 1466850 h 3067050"/>
                <a:gd name="connsiteX8" fmla="*/ 381000 w 3695700"/>
                <a:gd name="connsiteY8" fmla="*/ 1552575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48075 w 3648075"/>
                <a:gd name="connsiteY0" fmla="*/ 0 h 3067050"/>
                <a:gd name="connsiteX1" fmla="*/ 2390775 w 3648075"/>
                <a:gd name="connsiteY1" fmla="*/ 962025 h 3067050"/>
                <a:gd name="connsiteX2" fmla="*/ 2505075 w 3648075"/>
                <a:gd name="connsiteY2" fmla="*/ 1085850 h 3067050"/>
                <a:gd name="connsiteX3" fmla="*/ 2238375 w 3648075"/>
                <a:gd name="connsiteY3" fmla="*/ 1247775 h 3067050"/>
                <a:gd name="connsiteX4" fmla="*/ 2305050 w 3648075"/>
                <a:gd name="connsiteY4" fmla="*/ 1362075 h 3067050"/>
                <a:gd name="connsiteX5" fmla="*/ 1952625 w 3648075"/>
                <a:gd name="connsiteY5" fmla="*/ 1590675 h 3067050"/>
                <a:gd name="connsiteX6" fmla="*/ 1171575 w 3648075"/>
                <a:gd name="connsiteY6" fmla="*/ 1371600 h 3067050"/>
                <a:gd name="connsiteX7" fmla="*/ 333375 w 3648075"/>
                <a:gd name="connsiteY7" fmla="*/ 1552575 h 3067050"/>
                <a:gd name="connsiteX8" fmla="*/ 0 w 3648075"/>
                <a:gd name="connsiteY8" fmla="*/ 2162175 h 3067050"/>
                <a:gd name="connsiteX9" fmla="*/ 838200 w 3648075"/>
                <a:gd name="connsiteY9" fmla="*/ 1990725 h 3067050"/>
                <a:gd name="connsiteX10" fmla="*/ 1143000 w 3648075"/>
                <a:gd name="connsiteY10" fmla="*/ 2019300 h 3067050"/>
                <a:gd name="connsiteX11" fmla="*/ 2571750 w 3648075"/>
                <a:gd name="connsiteY11" fmla="*/ 3067050 h 3067050"/>
                <a:gd name="connsiteX12" fmla="*/ 3076575 w 3648075"/>
                <a:gd name="connsiteY12" fmla="*/ 2609850 h 3067050"/>
                <a:gd name="connsiteX13" fmla="*/ 3171825 w 3648075"/>
                <a:gd name="connsiteY13" fmla="*/ 2686050 h 3067050"/>
                <a:gd name="connsiteX14" fmla="*/ 3495675 w 3648075"/>
                <a:gd name="connsiteY14" fmla="*/ 2466975 h 3067050"/>
                <a:gd name="connsiteX0" fmla="*/ 3648075 w 3648075"/>
                <a:gd name="connsiteY0" fmla="*/ 0 h 3067050"/>
                <a:gd name="connsiteX1" fmla="*/ 2390775 w 3648075"/>
                <a:gd name="connsiteY1" fmla="*/ 962025 h 3067050"/>
                <a:gd name="connsiteX2" fmla="*/ 2505075 w 3648075"/>
                <a:gd name="connsiteY2" fmla="*/ 1085850 h 3067050"/>
                <a:gd name="connsiteX3" fmla="*/ 2238375 w 3648075"/>
                <a:gd name="connsiteY3" fmla="*/ 1247775 h 3067050"/>
                <a:gd name="connsiteX4" fmla="*/ 2305050 w 3648075"/>
                <a:gd name="connsiteY4" fmla="*/ 1362075 h 3067050"/>
                <a:gd name="connsiteX5" fmla="*/ 1952625 w 3648075"/>
                <a:gd name="connsiteY5" fmla="*/ 1590675 h 3067050"/>
                <a:gd name="connsiteX6" fmla="*/ 1171575 w 3648075"/>
                <a:gd name="connsiteY6" fmla="*/ 1371600 h 3067050"/>
                <a:gd name="connsiteX7" fmla="*/ 333375 w 3648075"/>
                <a:gd name="connsiteY7" fmla="*/ 1552575 h 3067050"/>
                <a:gd name="connsiteX8" fmla="*/ 0 w 3648075"/>
                <a:gd name="connsiteY8" fmla="*/ 2162175 h 3067050"/>
                <a:gd name="connsiteX9" fmla="*/ 838200 w 3648075"/>
                <a:gd name="connsiteY9" fmla="*/ 1990725 h 3067050"/>
                <a:gd name="connsiteX10" fmla="*/ 1143000 w 3648075"/>
                <a:gd name="connsiteY10" fmla="*/ 2019300 h 3067050"/>
                <a:gd name="connsiteX11" fmla="*/ 2571750 w 3648075"/>
                <a:gd name="connsiteY11" fmla="*/ 3067050 h 3067050"/>
                <a:gd name="connsiteX12" fmla="*/ 3076575 w 3648075"/>
                <a:gd name="connsiteY12" fmla="*/ 2609850 h 3067050"/>
                <a:gd name="connsiteX13" fmla="*/ 3171825 w 3648075"/>
                <a:gd name="connsiteY13" fmla="*/ 2686050 h 3067050"/>
                <a:gd name="connsiteX14" fmla="*/ 3495675 w 3648075"/>
                <a:gd name="connsiteY14" fmla="*/ 2466975 h 3067050"/>
                <a:gd name="connsiteX0" fmla="*/ 3660392 w 3660392"/>
                <a:gd name="connsiteY0" fmla="*/ 0 h 3067050"/>
                <a:gd name="connsiteX1" fmla="*/ 2403092 w 3660392"/>
                <a:gd name="connsiteY1" fmla="*/ 962025 h 3067050"/>
                <a:gd name="connsiteX2" fmla="*/ 2517392 w 3660392"/>
                <a:gd name="connsiteY2" fmla="*/ 1085850 h 3067050"/>
                <a:gd name="connsiteX3" fmla="*/ 2250692 w 3660392"/>
                <a:gd name="connsiteY3" fmla="*/ 1247775 h 3067050"/>
                <a:gd name="connsiteX4" fmla="*/ 2317367 w 3660392"/>
                <a:gd name="connsiteY4" fmla="*/ 1362075 h 3067050"/>
                <a:gd name="connsiteX5" fmla="*/ 1964942 w 3660392"/>
                <a:gd name="connsiteY5" fmla="*/ 1590675 h 3067050"/>
                <a:gd name="connsiteX6" fmla="*/ 1183892 w 3660392"/>
                <a:gd name="connsiteY6" fmla="*/ 1371600 h 3067050"/>
                <a:gd name="connsiteX7" fmla="*/ 345692 w 3660392"/>
                <a:gd name="connsiteY7" fmla="*/ 1552575 h 3067050"/>
                <a:gd name="connsiteX8" fmla="*/ 12317 w 3660392"/>
                <a:gd name="connsiteY8" fmla="*/ 2162175 h 3067050"/>
                <a:gd name="connsiteX9" fmla="*/ 850517 w 3660392"/>
                <a:gd name="connsiteY9" fmla="*/ 1990725 h 3067050"/>
                <a:gd name="connsiteX10" fmla="*/ 1155317 w 3660392"/>
                <a:gd name="connsiteY10" fmla="*/ 2019300 h 3067050"/>
                <a:gd name="connsiteX11" fmla="*/ 2584067 w 3660392"/>
                <a:gd name="connsiteY11" fmla="*/ 3067050 h 3067050"/>
                <a:gd name="connsiteX12" fmla="*/ 3088892 w 3660392"/>
                <a:gd name="connsiteY12" fmla="*/ 2609850 h 3067050"/>
                <a:gd name="connsiteX13" fmla="*/ 3184142 w 3660392"/>
                <a:gd name="connsiteY13" fmla="*/ 2686050 h 3067050"/>
                <a:gd name="connsiteX14" fmla="*/ 3507992 w 3660392"/>
                <a:gd name="connsiteY14" fmla="*/ 2466975 h 3067050"/>
                <a:gd name="connsiteX0" fmla="*/ 3661041 w 3661041"/>
                <a:gd name="connsiteY0" fmla="*/ 0 h 3067050"/>
                <a:gd name="connsiteX1" fmla="*/ 2403741 w 3661041"/>
                <a:gd name="connsiteY1" fmla="*/ 962025 h 3067050"/>
                <a:gd name="connsiteX2" fmla="*/ 2518041 w 3661041"/>
                <a:gd name="connsiteY2" fmla="*/ 1085850 h 3067050"/>
                <a:gd name="connsiteX3" fmla="*/ 2251341 w 3661041"/>
                <a:gd name="connsiteY3" fmla="*/ 1247775 h 3067050"/>
                <a:gd name="connsiteX4" fmla="*/ 2318016 w 3661041"/>
                <a:gd name="connsiteY4" fmla="*/ 1362075 h 3067050"/>
                <a:gd name="connsiteX5" fmla="*/ 1965591 w 3661041"/>
                <a:gd name="connsiteY5" fmla="*/ 1590675 h 3067050"/>
                <a:gd name="connsiteX6" fmla="*/ 1184541 w 3661041"/>
                <a:gd name="connsiteY6" fmla="*/ 1371600 h 3067050"/>
                <a:gd name="connsiteX7" fmla="*/ 346341 w 3661041"/>
                <a:gd name="connsiteY7" fmla="*/ 1552575 h 3067050"/>
                <a:gd name="connsiteX8" fmla="*/ 12966 w 3661041"/>
                <a:gd name="connsiteY8" fmla="*/ 2162175 h 3067050"/>
                <a:gd name="connsiteX9" fmla="*/ 813066 w 3661041"/>
                <a:gd name="connsiteY9" fmla="*/ 1905000 h 3067050"/>
                <a:gd name="connsiteX10" fmla="*/ 1155966 w 3661041"/>
                <a:gd name="connsiteY10" fmla="*/ 2019300 h 3067050"/>
                <a:gd name="connsiteX11" fmla="*/ 2584716 w 3661041"/>
                <a:gd name="connsiteY11" fmla="*/ 3067050 h 3067050"/>
                <a:gd name="connsiteX12" fmla="*/ 3089541 w 3661041"/>
                <a:gd name="connsiteY12" fmla="*/ 2609850 h 3067050"/>
                <a:gd name="connsiteX13" fmla="*/ 3184791 w 3661041"/>
                <a:gd name="connsiteY13" fmla="*/ 2686050 h 3067050"/>
                <a:gd name="connsiteX14" fmla="*/ 3508641 w 3661041"/>
                <a:gd name="connsiteY14" fmla="*/ 2466975 h 3067050"/>
                <a:gd name="connsiteX0" fmla="*/ 3662719 w 3662719"/>
                <a:gd name="connsiteY0" fmla="*/ 0 h 3067050"/>
                <a:gd name="connsiteX1" fmla="*/ 2405419 w 3662719"/>
                <a:gd name="connsiteY1" fmla="*/ 962025 h 3067050"/>
                <a:gd name="connsiteX2" fmla="*/ 2519719 w 3662719"/>
                <a:gd name="connsiteY2" fmla="*/ 1085850 h 3067050"/>
                <a:gd name="connsiteX3" fmla="*/ 2253019 w 3662719"/>
                <a:gd name="connsiteY3" fmla="*/ 1247775 h 3067050"/>
                <a:gd name="connsiteX4" fmla="*/ 2319694 w 3662719"/>
                <a:gd name="connsiteY4" fmla="*/ 1362075 h 3067050"/>
                <a:gd name="connsiteX5" fmla="*/ 1967269 w 3662719"/>
                <a:gd name="connsiteY5" fmla="*/ 1590675 h 3067050"/>
                <a:gd name="connsiteX6" fmla="*/ 1186219 w 3662719"/>
                <a:gd name="connsiteY6" fmla="*/ 1371600 h 3067050"/>
                <a:gd name="connsiteX7" fmla="*/ 348019 w 3662719"/>
                <a:gd name="connsiteY7" fmla="*/ 1552575 h 3067050"/>
                <a:gd name="connsiteX8" fmla="*/ 14644 w 3662719"/>
                <a:gd name="connsiteY8" fmla="*/ 2162175 h 3067050"/>
                <a:gd name="connsiteX9" fmla="*/ 814744 w 3662719"/>
                <a:gd name="connsiteY9" fmla="*/ 1905000 h 3067050"/>
                <a:gd name="connsiteX10" fmla="*/ 1157644 w 3662719"/>
                <a:gd name="connsiteY10" fmla="*/ 2019300 h 3067050"/>
                <a:gd name="connsiteX11" fmla="*/ 2586394 w 3662719"/>
                <a:gd name="connsiteY11" fmla="*/ 3067050 h 3067050"/>
                <a:gd name="connsiteX12" fmla="*/ 3091219 w 3662719"/>
                <a:gd name="connsiteY12" fmla="*/ 2609850 h 3067050"/>
                <a:gd name="connsiteX13" fmla="*/ 3186469 w 3662719"/>
                <a:gd name="connsiteY13" fmla="*/ 2686050 h 3067050"/>
                <a:gd name="connsiteX14" fmla="*/ 3510319 w 3662719"/>
                <a:gd name="connsiteY14" fmla="*/ 2466975 h 3067050"/>
                <a:gd name="connsiteX0" fmla="*/ 3663396 w 3663396"/>
                <a:gd name="connsiteY0" fmla="*/ 0 h 3067050"/>
                <a:gd name="connsiteX1" fmla="*/ 2406096 w 3663396"/>
                <a:gd name="connsiteY1" fmla="*/ 962025 h 3067050"/>
                <a:gd name="connsiteX2" fmla="*/ 2520396 w 3663396"/>
                <a:gd name="connsiteY2" fmla="*/ 1085850 h 3067050"/>
                <a:gd name="connsiteX3" fmla="*/ 2253696 w 3663396"/>
                <a:gd name="connsiteY3" fmla="*/ 1247775 h 3067050"/>
                <a:gd name="connsiteX4" fmla="*/ 2320371 w 3663396"/>
                <a:gd name="connsiteY4" fmla="*/ 1362075 h 3067050"/>
                <a:gd name="connsiteX5" fmla="*/ 1967946 w 3663396"/>
                <a:gd name="connsiteY5" fmla="*/ 1590675 h 3067050"/>
                <a:gd name="connsiteX6" fmla="*/ 1186896 w 3663396"/>
                <a:gd name="connsiteY6" fmla="*/ 1371600 h 3067050"/>
                <a:gd name="connsiteX7" fmla="*/ 348696 w 3663396"/>
                <a:gd name="connsiteY7" fmla="*/ 1552575 h 3067050"/>
                <a:gd name="connsiteX8" fmla="*/ 15321 w 3663396"/>
                <a:gd name="connsiteY8" fmla="*/ 2162175 h 3067050"/>
                <a:gd name="connsiteX9" fmla="*/ 786846 w 3663396"/>
                <a:gd name="connsiteY9" fmla="*/ 1905000 h 3067050"/>
                <a:gd name="connsiteX10" fmla="*/ 1158321 w 3663396"/>
                <a:gd name="connsiteY10" fmla="*/ 2019300 h 3067050"/>
                <a:gd name="connsiteX11" fmla="*/ 2587071 w 3663396"/>
                <a:gd name="connsiteY11" fmla="*/ 3067050 h 3067050"/>
                <a:gd name="connsiteX12" fmla="*/ 3091896 w 3663396"/>
                <a:gd name="connsiteY12" fmla="*/ 2609850 h 3067050"/>
                <a:gd name="connsiteX13" fmla="*/ 3187146 w 3663396"/>
                <a:gd name="connsiteY13" fmla="*/ 2686050 h 3067050"/>
                <a:gd name="connsiteX14" fmla="*/ 3510996 w 3663396"/>
                <a:gd name="connsiteY14" fmla="*/ 2466975 h 3067050"/>
                <a:gd name="connsiteX0" fmla="*/ 3661398 w 3661398"/>
                <a:gd name="connsiteY0" fmla="*/ 0 h 3067050"/>
                <a:gd name="connsiteX1" fmla="*/ 2404098 w 3661398"/>
                <a:gd name="connsiteY1" fmla="*/ 962025 h 3067050"/>
                <a:gd name="connsiteX2" fmla="*/ 2518398 w 3661398"/>
                <a:gd name="connsiteY2" fmla="*/ 1085850 h 3067050"/>
                <a:gd name="connsiteX3" fmla="*/ 2251698 w 3661398"/>
                <a:gd name="connsiteY3" fmla="*/ 1247775 h 3067050"/>
                <a:gd name="connsiteX4" fmla="*/ 2318373 w 3661398"/>
                <a:gd name="connsiteY4" fmla="*/ 1362075 h 3067050"/>
                <a:gd name="connsiteX5" fmla="*/ 1965948 w 3661398"/>
                <a:gd name="connsiteY5" fmla="*/ 1590675 h 3067050"/>
                <a:gd name="connsiteX6" fmla="*/ 1184898 w 3661398"/>
                <a:gd name="connsiteY6" fmla="*/ 1371600 h 3067050"/>
                <a:gd name="connsiteX7" fmla="*/ 346698 w 3661398"/>
                <a:gd name="connsiteY7" fmla="*/ 1552575 h 3067050"/>
                <a:gd name="connsiteX8" fmla="*/ 13323 w 3661398"/>
                <a:gd name="connsiteY8" fmla="*/ 2162175 h 3067050"/>
                <a:gd name="connsiteX9" fmla="*/ 784848 w 3661398"/>
                <a:gd name="connsiteY9" fmla="*/ 1905000 h 3067050"/>
                <a:gd name="connsiteX10" fmla="*/ 1156323 w 3661398"/>
                <a:gd name="connsiteY10" fmla="*/ 2019300 h 3067050"/>
                <a:gd name="connsiteX11" fmla="*/ 2585073 w 3661398"/>
                <a:gd name="connsiteY11" fmla="*/ 3067050 h 3067050"/>
                <a:gd name="connsiteX12" fmla="*/ 3089898 w 3661398"/>
                <a:gd name="connsiteY12" fmla="*/ 2609850 h 3067050"/>
                <a:gd name="connsiteX13" fmla="*/ 3185148 w 3661398"/>
                <a:gd name="connsiteY13" fmla="*/ 2686050 h 3067050"/>
                <a:gd name="connsiteX14" fmla="*/ 3508998 w 3661398"/>
                <a:gd name="connsiteY14" fmla="*/ 2466975 h 3067050"/>
                <a:gd name="connsiteX0" fmla="*/ 3661398 w 3661398"/>
                <a:gd name="connsiteY0" fmla="*/ 0 h 3067050"/>
                <a:gd name="connsiteX1" fmla="*/ 2404098 w 3661398"/>
                <a:gd name="connsiteY1" fmla="*/ 962025 h 3067050"/>
                <a:gd name="connsiteX2" fmla="*/ 2518398 w 3661398"/>
                <a:gd name="connsiteY2" fmla="*/ 1085850 h 3067050"/>
                <a:gd name="connsiteX3" fmla="*/ 2251698 w 3661398"/>
                <a:gd name="connsiteY3" fmla="*/ 1247775 h 3067050"/>
                <a:gd name="connsiteX4" fmla="*/ 2318373 w 3661398"/>
                <a:gd name="connsiteY4" fmla="*/ 1362075 h 3067050"/>
                <a:gd name="connsiteX5" fmla="*/ 1965948 w 3661398"/>
                <a:gd name="connsiteY5" fmla="*/ 1590675 h 3067050"/>
                <a:gd name="connsiteX6" fmla="*/ 1184898 w 3661398"/>
                <a:gd name="connsiteY6" fmla="*/ 1371600 h 3067050"/>
                <a:gd name="connsiteX7" fmla="*/ 346698 w 3661398"/>
                <a:gd name="connsiteY7" fmla="*/ 1552575 h 3067050"/>
                <a:gd name="connsiteX8" fmla="*/ 13323 w 3661398"/>
                <a:gd name="connsiteY8" fmla="*/ 2162175 h 3067050"/>
                <a:gd name="connsiteX9" fmla="*/ 784848 w 3661398"/>
                <a:gd name="connsiteY9" fmla="*/ 1905000 h 3067050"/>
                <a:gd name="connsiteX10" fmla="*/ 1156323 w 3661398"/>
                <a:gd name="connsiteY10" fmla="*/ 2019300 h 3067050"/>
                <a:gd name="connsiteX11" fmla="*/ 2585073 w 3661398"/>
                <a:gd name="connsiteY11" fmla="*/ 3067050 h 3067050"/>
                <a:gd name="connsiteX12" fmla="*/ 3089898 w 3661398"/>
                <a:gd name="connsiteY12" fmla="*/ 2609850 h 3067050"/>
                <a:gd name="connsiteX13" fmla="*/ 3185148 w 3661398"/>
                <a:gd name="connsiteY13" fmla="*/ 2686050 h 3067050"/>
                <a:gd name="connsiteX14" fmla="*/ 3508998 w 3661398"/>
                <a:gd name="connsiteY14" fmla="*/ 2466975 h 3067050"/>
                <a:gd name="connsiteX0" fmla="*/ 3661398 w 3661398"/>
                <a:gd name="connsiteY0" fmla="*/ 0 h 3028950"/>
                <a:gd name="connsiteX1" fmla="*/ 2404098 w 3661398"/>
                <a:gd name="connsiteY1" fmla="*/ 962025 h 3028950"/>
                <a:gd name="connsiteX2" fmla="*/ 2518398 w 3661398"/>
                <a:gd name="connsiteY2" fmla="*/ 1085850 h 3028950"/>
                <a:gd name="connsiteX3" fmla="*/ 2251698 w 3661398"/>
                <a:gd name="connsiteY3" fmla="*/ 1247775 h 3028950"/>
                <a:gd name="connsiteX4" fmla="*/ 2318373 w 3661398"/>
                <a:gd name="connsiteY4" fmla="*/ 1362075 h 3028950"/>
                <a:gd name="connsiteX5" fmla="*/ 1965948 w 3661398"/>
                <a:gd name="connsiteY5" fmla="*/ 1590675 h 3028950"/>
                <a:gd name="connsiteX6" fmla="*/ 1184898 w 3661398"/>
                <a:gd name="connsiteY6" fmla="*/ 1371600 h 3028950"/>
                <a:gd name="connsiteX7" fmla="*/ 346698 w 3661398"/>
                <a:gd name="connsiteY7" fmla="*/ 1552575 h 3028950"/>
                <a:gd name="connsiteX8" fmla="*/ 13323 w 3661398"/>
                <a:gd name="connsiteY8" fmla="*/ 2162175 h 3028950"/>
                <a:gd name="connsiteX9" fmla="*/ 784848 w 3661398"/>
                <a:gd name="connsiteY9" fmla="*/ 1905000 h 3028950"/>
                <a:gd name="connsiteX10" fmla="*/ 1156323 w 3661398"/>
                <a:gd name="connsiteY10" fmla="*/ 2019300 h 3028950"/>
                <a:gd name="connsiteX11" fmla="*/ 2613648 w 3661398"/>
                <a:gd name="connsiteY11" fmla="*/ 3028950 h 3028950"/>
                <a:gd name="connsiteX12" fmla="*/ 3089898 w 3661398"/>
                <a:gd name="connsiteY12" fmla="*/ 2609850 h 3028950"/>
                <a:gd name="connsiteX13" fmla="*/ 3185148 w 3661398"/>
                <a:gd name="connsiteY13" fmla="*/ 2686050 h 3028950"/>
                <a:gd name="connsiteX14" fmla="*/ 3508998 w 3661398"/>
                <a:gd name="connsiteY14" fmla="*/ 2466975 h 302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61398" h="3028950">
                  <a:moveTo>
                    <a:pt x="3661398" y="0"/>
                  </a:moveTo>
                  <a:lnTo>
                    <a:pt x="2404098" y="962025"/>
                  </a:lnTo>
                  <a:lnTo>
                    <a:pt x="2518398" y="1085850"/>
                  </a:lnTo>
                  <a:lnTo>
                    <a:pt x="2251698" y="1247775"/>
                  </a:lnTo>
                  <a:lnTo>
                    <a:pt x="2318373" y="1362075"/>
                  </a:lnTo>
                  <a:lnTo>
                    <a:pt x="1965948" y="1590675"/>
                  </a:lnTo>
                  <a:cubicBezTo>
                    <a:pt x="1838948" y="1676400"/>
                    <a:pt x="1273798" y="1371600"/>
                    <a:pt x="1184898" y="1371600"/>
                  </a:cubicBezTo>
                  <a:cubicBezTo>
                    <a:pt x="905498" y="1431925"/>
                    <a:pt x="473698" y="1395413"/>
                    <a:pt x="346698" y="1552575"/>
                  </a:cubicBezTo>
                  <a:cubicBezTo>
                    <a:pt x="219698" y="1787525"/>
                    <a:pt x="130798" y="1917700"/>
                    <a:pt x="13323" y="2162175"/>
                  </a:cubicBezTo>
                  <a:cubicBezTo>
                    <a:pt x="-97802" y="2400300"/>
                    <a:pt x="514973" y="2390775"/>
                    <a:pt x="784848" y="1905000"/>
                  </a:cubicBezTo>
                  <a:lnTo>
                    <a:pt x="1156323" y="2019300"/>
                  </a:lnTo>
                  <a:cubicBezTo>
                    <a:pt x="1689723" y="2330450"/>
                    <a:pt x="2137398" y="2679700"/>
                    <a:pt x="2613648" y="3028950"/>
                  </a:cubicBezTo>
                  <a:lnTo>
                    <a:pt x="3089898" y="2609850"/>
                  </a:lnTo>
                  <a:lnTo>
                    <a:pt x="3185148" y="2686050"/>
                  </a:lnTo>
                  <a:lnTo>
                    <a:pt x="3508998" y="2466975"/>
                  </a:lnTo>
                </a:path>
              </a:pathLst>
            </a:cu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dirty="0"/>
            </a:p>
          </p:txBody>
        </p:sp>
        <p:sp>
          <p:nvSpPr>
            <p:cNvPr id="41" name="Freeform 4">
              <a:extLst>
                <a:ext uri="{FF2B5EF4-FFF2-40B4-BE49-F238E27FC236}">
                  <a16:creationId xmlns:a16="http://schemas.microsoft.com/office/drawing/2014/main" id="{FACBB90A-63EA-9779-7AB3-C9BDC32B7156}"/>
                </a:ext>
              </a:extLst>
            </p:cNvPr>
            <p:cNvSpPr/>
            <p:nvPr/>
          </p:nvSpPr>
          <p:spPr>
            <a:xfrm>
              <a:off x="1914525" y="1276351"/>
              <a:ext cx="4300729" cy="4336841"/>
            </a:xfrm>
            <a:custGeom>
              <a:avLst/>
              <a:gdLst>
                <a:gd name="connsiteX0" fmla="*/ 0 w 4276725"/>
                <a:gd name="connsiteY0" fmla="*/ 0 h 4114800"/>
                <a:gd name="connsiteX1" fmla="*/ 1028700 w 4276725"/>
                <a:gd name="connsiteY1" fmla="*/ 866775 h 4114800"/>
                <a:gd name="connsiteX2" fmla="*/ 952500 w 4276725"/>
                <a:gd name="connsiteY2" fmla="*/ 990600 h 4114800"/>
                <a:gd name="connsiteX3" fmla="*/ 1333500 w 4276725"/>
                <a:gd name="connsiteY3" fmla="*/ 12858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952500 w 4276725"/>
                <a:gd name="connsiteY2" fmla="*/ 990600 h 4114800"/>
                <a:gd name="connsiteX3" fmla="*/ 1333500 w 4276725"/>
                <a:gd name="connsiteY3" fmla="*/ 12858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33500 w 4276725"/>
                <a:gd name="connsiteY3" fmla="*/ 12858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43025 w 4276725"/>
                <a:gd name="connsiteY3" fmla="*/ 13239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43025 w 4276725"/>
                <a:gd name="connsiteY3" fmla="*/ 13239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43025 w 4276725"/>
                <a:gd name="connsiteY3" fmla="*/ 1323975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4478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857500 w 4276725"/>
                <a:gd name="connsiteY8" fmla="*/ 221932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302473"/>
                <a:gd name="connsiteY0" fmla="*/ 0 h 4114800"/>
                <a:gd name="connsiteX1" fmla="*/ 1190625 w 4302473"/>
                <a:gd name="connsiteY1" fmla="*/ 990600 h 4114800"/>
                <a:gd name="connsiteX2" fmla="*/ 1095375 w 4302473"/>
                <a:gd name="connsiteY2" fmla="*/ 1152525 h 4114800"/>
                <a:gd name="connsiteX3" fmla="*/ 1371600 w 4302473"/>
                <a:gd name="connsiteY3" fmla="*/ 1390650 h 4114800"/>
                <a:gd name="connsiteX4" fmla="*/ 1276350 w 4302473"/>
                <a:gd name="connsiteY4" fmla="*/ 1552575 h 4114800"/>
                <a:gd name="connsiteX5" fmla="*/ 1590675 w 4302473"/>
                <a:gd name="connsiteY5" fmla="*/ 1762125 h 4114800"/>
                <a:gd name="connsiteX6" fmla="*/ 1885950 w 4302473"/>
                <a:gd name="connsiteY6" fmla="*/ 1743075 h 4114800"/>
                <a:gd name="connsiteX7" fmla="*/ 1562100 w 4302473"/>
                <a:gd name="connsiteY7" fmla="*/ 2362200 h 4114800"/>
                <a:gd name="connsiteX8" fmla="*/ 2524125 w 4302473"/>
                <a:gd name="connsiteY8" fmla="*/ 2162175 h 4114800"/>
                <a:gd name="connsiteX9" fmla="*/ 2838450 w 4302473"/>
                <a:gd name="connsiteY9" fmla="*/ 2228850 h 4114800"/>
                <a:gd name="connsiteX10" fmla="*/ 4276725 w 4302473"/>
                <a:gd name="connsiteY10" fmla="*/ 3314700 h 4114800"/>
                <a:gd name="connsiteX11" fmla="*/ 3952875 w 4302473"/>
                <a:gd name="connsiteY11" fmla="*/ 3590925 h 4114800"/>
                <a:gd name="connsiteX12" fmla="*/ 3524250 w 4302473"/>
                <a:gd name="connsiteY12" fmla="*/ 3914775 h 4114800"/>
                <a:gd name="connsiteX13" fmla="*/ 3124200 w 4302473"/>
                <a:gd name="connsiteY13" fmla="*/ 4114800 h 4114800"/>
                <a:gd name="connsiteX14" fmla="*/ 2514600 w 4302473"/>
                <a:gd name="connsiteY14" fmla="*/ 4114800 h 4114800"/>
                <a:gd name="connsiteX15" fmla="*/ 2257425 w 4302473"/>
                <a:gd name="connsiteY15" fmla="*/ 3695700 h 4114800"/>
                <a:gd name="connsiteX16" fmla="*/ 1828800 w 4302473"/>
                <a:gd name="connsiteY16" fmla="*/ 3409950 h 4114800"/>
                <a:gd name="connsiteX17" fmla="*/ 1476375 w 4302473"/>
                <a:gd name="connsiteY17" fmla="*/ 3171825 h 4114800"/>
                <a:gd name="connsiteX18" fmla="*/ 1114425 w 4302473"/>
                <a:gd name="connsiteY18" fmla="*/ 3019425 h 4114800"/>
                <a:gd name="connsiteX19" fmla="*/ 933450 w 4302473"/>
                <a:gd name="connsiteY19" fmla="*/ 2733675 h 4114800"/>
                <a:gd name="connsiteX20" fmla="*/ 619125 w 4302473"/>
                <a:gd name="connsiteY20" fmla="*/ 2476500 h 4114800"/>
                <a:gd name="connsiteX21" fmla="*/ 447675 w 4302473"/>
                <a:gd name="connsiteY21" fmla="*/ 2571750 h 4114800"/>
                <a:gd name="connsiteX22" fmla="*/ 152400 w 4302473"/>
                <a:gd name="connsiteY22" fmla="*/ 2333625 h 4114800"/>
                <a:gd name="connsiteX23" fmla="*/ 142875 w 4302473"/>
                <a:gd name="connsiteY23" fmla="*/ 2305050 h 4114800"/>
                <a:gd name="connsiteX0" fmla="*/ 0 w 4315610"/>
                <a:gd name="connsiteY0" fmla="*/ 0 h 4114800"/>
                <a:gd name="connsiteX1" fmla="*/ 1190625 w 4315610"/>
                <a:gd name="connsiteY1" fmla="*/ 990600 h 4114800"/>
                <a:gd name="connsiteX2" fmla="*/ 1095375 w 4315610"/>
                <a:gd name="connsiteY2" fmla="*/ 1152525 h 4114800"/>
                <a:gd name="connsiteX3" fmla="*/ 1371600 w 4315610"/>
                <a:gd name="connsiteY3" fmla="*/ 1390650 h 4114800"/>
                <a:gd name="connsiteX4" fmla="*/ 1276350 w 4315610"/>
                <a:gd name="connsiteY4" fmla="*/ 1552575 h 4114800"/>
                <a:gd name="connsiteX5" fmla="*/ 1590675 w 4315610"/>
                <a:gd name="connsiteY5" fmla="*/ 1762125 h 4114800"/>
                <a:gd name="connsiteX6" fmla="*/ 1885950 w 4315610"/>
                <a:gd name="connsiteY6" fmla="*/ 1743075 h 4114800"/>
                <a:gd name="connsiteX7" fmla="*/ 1562100 w 4315610"/>
                <a:gd name="connsiteY7" fmla="*/ 2362200 h 4114800"/>
                <a:gd name="connsiteX8" fmla="*/ 2524125 w 4315610"/>
                <a:gd name="connsiteY8" fmla="*/ 2162175 h 4114800"/>
                <a:gd name="connsiteX9" fmla="*/ 2838450 w 4315610"/>
                <a:gd name="connsiteY9" fmla="*/ 2228850 h 4114800"/>
                <a:gd name="connsiteX10" fmla="*/ 4276725 w 4315610"/>
                <a:gd name="connsiteY10" fmla="*/ 3314700 h 4114800"/>
                <a:gd name="connsiteX11" fmla="*/ 3952875 w 4315610"/>
                <a:gd name="connsiteY11" fmla="*/ 3590925 h 4114800"/>
                <a:gd name="connsiteX12" fmla="*/ 3524250 w 4315610"/>
                <a:gd name="connsiteY12" fmla="*/ 3914775 h 4114800"/>
                <a:gd name="connsiteX13" fmla="*/ 3124200 w 4315610"/>
                <a:gd name="connsiteY13" fmla="*/ 4114800 h 4114800"/>
                <a:gd name="connsiteX14" fmla="*/ 2514600 w 4315610"/>
                <a:gd name="connsiteY14" fmla="*/ 4114800 h 4114800"/>
                <a:gd name="connsiteX15" fmla="*/ 2257425 w 4315610"/>
                <a:gd name="connsiteY15" fmla="*/ 3695700 h 4114800"/>
                <a:gd name="connsiteX16" fmla="*/ 1828800 w 4315610"/>
                <a:gd name="connsiteY16" fmla="*/ 3409950 h 4114800"/>
                <a:gd name="connsiteX17" fmla="*/ 1476375 w 4315610"/>
                <a:gd name="connsiteY17" fmla="*/ 3171825 h 4114800"/>
                <a:gd name="connsiteX18" fmla="*/ 1114425 w 4315610"/>
                <a:gd name="connsiteY18" fmla="*/ 3019425 h 4114800"/>
                <a:gd name="connsiteX19" fmla="*/ 933450 w 4315610"/>
                <a:gd name="connsiteY19" fmla="*/ 2733675 h 4114800"/>
                <a:gd name="connsiteX20" fmla="*/ 619125 w 4315610"/>
                <a:gd name="connsiteY20" fmla="*/ 2476500 h 4114800"/>
                <a:gd name="connsiteX21" fmla="*/ 447675 w 4315610"/>
                <a:gd name="connsiteY21" fmla="*/ 2571750 h 4114800"/>
                <a:gd name="connsiteX22" fmla="*/ 152400 w 4315610"/>
                <a:gd name="connsiteY22" fmla="*/ 2333625 h 4114800"/>
                <a:gd name="connsiteX23" fmla="*/ 142875 w 4315610"/>
                <a:gd name="connsiteY23" fmla="*/ 2305050 h 4114800"/>
                <a:gd name="connsiteX0" fmla="*/ 0 w 4251400"/>
                <a:gd name="connsiteY0" fmla="*/ 0 h 4114800"/>
                <a:gd name="connsiteX1" fmla="*/ 1190625 w 4251400"/>
                <a:gd name="connsiteY1" fmla="*/ 990600 h 4114800"/>
                <a:gd name="connsiteX2" fmla="*/ 1095375 w 4251400"/>
                <a:gd name="connsiteY2" fmla="*/ 1152525 h 4114800"/>
                <a:gd name="connsiteX3" fmla="*/ 1371600 w 4251400"/>
                <a:gd name="connsiteY3" fmla="*/ 1390650 h 4114800"/>
                <a:gd name="connsiteX4" fmla="*/ 1276350 w 4251400"/>
                <a:gd name="connsiteY4" fmla="*/ 1552575 h 4114800"/>
                <a:gd name="connsiteX5" fmla="*/ 1590675 w 4251400"/>
                <a:gd name="connsiteY5" fmla="*/ 1762125 h 4114800"/>
                <a:gd name="connsiteX6" fmla="*/ 1885950 w 4251400"/>
                <a:gd name="connsiteY6" fmla="*/ 1743075 h 4114800"/>
                <a:gd name="connsiteX7" fmla="*/ 1562100 w 4251400"/>
                <a:gd name="connsiteY7" fmla="*/ 2362200 h 4114800"/>
                <a:gd name="connsiteX8" fmla="*/ 2524125 w 4251400"/>
                <a:gd name="connsiteY8" fmla="*/ 2162175 h 4114800"/>
                <a:gd name="connsiteX9" fmla="*/ 2838450 w 4251400"/>
                <a:gd name="connsiteY9" fmla="*/ 2228850 h 4114800"/>
                <a:gd name="connsiteX10" fmla="*/ 4200525 w 4251400"/>
                <a:gd name="connsiteY10" fmla="*/ 3267075 h 4114800"/>
                <a:gd name="connsiteX11" fmla="*/ 3952875 w 4251400"/>
                <a:gd name="connsiteY11" fmla="*/ 3590925 h 4114800"/>
                <a:gd name="connsiteX12" fmla="*/ 3524250 w 4251400"/>
                <a:gd name="connsiteY12" fmla="*/ 3914775 h 4114800"/>
                <a:gd name="connsiteX13" fmla="*/ 3124200 w 4251400"/>
                <a:gd name="connsiteY13" fmla="*/ 4114800 h 4114800"/>
                <a:gd name="connsiteX14" fmla="*/ 2514600 w 4251400"/>
                <a:gd name="connsiteY14" fmla="*/ 4114800 h 4114800"/>
                <a:gd name="connsiteX15" fmla="*/ 2257425 w 4251400"/>
                <a:gd name="connsiteY15" fmla="*/ 3695700 h 4114800"/>
                <a:gd name="connsiteX16" fmla="*/ 1828800 w 4251400"/>
                <a:gd name="connsiteY16" fmla="*/ 3409950 h 4114800"/>
                <a:gd name="connsiteX17" fmla="*/ 1476375 w 4251400"/>
                <a:gd name="connsiteY17" fmla="*/ 3171825 h 4114800"/>
                <a:gd name="connsiteX18" fmla="*/ 1114425 w 4251400"/>
                <a:gd name="connsiteY18" fmla="*/ 3019425 h 4114800"/>
                <a:gd name="connsiteX19" fmla="*/ 933450 w 4251400"/>
                <a:gd name="connsiteY19" fmla="*/ 2733675 h 4114800"/>
                <a:gd name="connsiteX20" fmla="*/ 619125 w 4251400"/>
                <a:gd name="connsiteY20" fmla="*/ 2476500 h 4114800"/>
                <a:gd name="connsiteX21" fmla="*/ 447675 w 4251400"/>
                <a:gd name="connsiteY21" fmla="*/ 2571750 h 4114800"/>
                <a:gd name="connsiteX22" fmla="*/ 152400 w 4251400"/>
                <a:gd name="connsiteY22" fmla="*/ 2333625 h 4114800"/>
                <a:gd name="connsiteX23" fmla="*/ 142875 w 4251400"/>
                <a:gd name="connsiteY23" fmla="*/ 2305050 h 4114800"/>
                <a:gd name="connsiteX0" fmla="*/ 0 w 4305862"/>
                <a:gd name="connsiteY0" fmla="*/ 0 h 4114800"/>
                <a:gd name="connsiteX1" fmla="*/ 1190625 w 4305862"/>
                <a:gd name="connsiteY1" fmla="*/ 990600 h 4114800"/>
                <a:gd name="connsiteX2" fmla="*/ 1095375 w 4305862"/>
                <a:gd name="connsiteY2" fmla="*/ 1152525 h 4114800"/>
                <a:gd name="connsiteX3" fmla="*/ 1371600 w 4305862"/>
                <a:gd name="connsiteY3" fmla="*/ 1390650 h 4114800"/>
                <a:gd name="connsiteX4" fmla="*/ 1276350 w 4305862"/>
                <a:gd name="connsiteY4" fmla="*/ 1552575 h 4114800"/>
                <a:gd name="connsiteX5" fmla="*/ 1590675 w 4305862"/>
                <a:gd name="connsiteY5" fmla="*/ 1762125 h 4114800"/>
                <a:gd name="connsiteX6" fmla="*/ 1885950 w 4305862"/>
                <a:gd name="connsiteY6" fmla="*/ 1743075 h 4114800"/>
                <a:gd name="connsiteX7" fmla="*/ 1562100 w 4305862"/>
                <a:gd name="connsiteY7" fmla="*/ 2362200 h 4114800"/>
                <a:gd name="connsiteX8" fmla="*/ 2524125 w 4305862"/>
                <a:gd name="connsiteY8" fmla="*/ 2162175 h 4114800"/>
                <a:gd name="connsiteX9" fmla="*/ 2838450 w 4305862"/>
                <a:gd name="connsiteY9" fmla="*/ 2228850 h 4114800"/>
                <a:gd name="connsiteX10" fmla="*/ 4200525 w 4305862"/>
                <a:gd name="connsiteY10" fmla="*/ 3267075 h 4114800"/>
                <a:gd name="connsiteX11" fmla="*/ 3952875 w 4305862"/>
                <a:gd name="connsiteY11" fmla="*/ 3590925 h 4114800"/>
                <a:gd name="connsiteX12" fmla="*/ 3524250 w 4305862"/>
                <a:gd name="connsiteY12" fmla="*/ 3914775 h 4114800"/>
                <a:gd name="connsiteX13" fmla="*/ 3124200 w 4305862"/>
                <a:gd name="connsiteY13" fmla="*/ 4114800 h 4114800"/>
                <a:gd name="connsiteX14" fmla="*/ 2514600 w 4305862"/>
                <a:gd name="connsiteY14" fmla="*/ 4114800 h 4114800"/>
                <a:gd name="connsiteX15" fmla="*/ 2257425 w 4305862"/>
                <a:gd name="connsiteY15" fmla="*/ 3695700 h 4114800"/>
                <a:gd name="connsiteX16" fmla="*/ 1828800 w 4305862"/>
                <a:gd name="connsiteY16" fmla="*/ 3409950 h 4114800"/>
                <a:gd name="connsiteX17" fmla="*/ 1476375 w 4305862"/>
                <a:gd name="connsiteY17" fmla="*/ 3171825 h 4114800"/>
                <a:gd name="connsiteX18" fmla="*/ 1114425 w 4305862"/>
                <a:gd name="connsiteY18" fmla="*/ 3019425 h 4114800"/>
                <a:gd name="connsiteX19" fmla="*/ 933450 w 4305862"/>
                <a:gd name="connsiteY19" fmla="*/ 2733675 h 4114800"/>
                <a:gd name="connsiteX20" fmla="*/ 619125 w 4305862"/>
                <a:gd name="connsiteY20" fmla="*/ 2476500 h 4114800"/>
                <a:gd name="connsiteX21" fmla="*/ 447675 w 4305862"/>
                <a:gd name="connsiteY21" fmla="*/ 2571750 h 4114800"/>
                <a:gd name="connsiteX22" fmla="*/ 152400 w 4305862"/>
                <a:gd name="connsiteY22" fmla="*/ 2333625 h 4114800"/>
                <a:gd name="connsiteX23" fmla="*/ 142875 w 4305862"/>
                <a:gd name="connsiteY23" fmla="*/ 2305050 h 4114800"/>
                <a:gd name="connsiteX0" fmla="*/ 0 w 4296221"/>
                <a:gd name="connsiteY0" fmla="*/ 0 h 4114800"/>
                <a:gd name="connsiteX1" fmla="*/ 1190625 w 4296221"/>
                <a:gd name="connsiteY1" fmla="*/ 990600 h 4114800"/>
                <a:gd name="connsiteX2" fmla="*/ 1095375 w 4296221"/>
                <a:gd name="connsiteY2" fmla="*/ 1152525 h 4114800"/>
                <a:gd name="connsiteX3" fmla="*/ 1371600 w 4296221"/>
                <a:gd name="connsiteY3" fmla="*/ 1390650 h 4114800"/>
                <a:gd name="connsiteX4" fmla="*/ 1276350 w 4296221"/>
                <a:gd name="connsiteY4" fmla="*/ 1552575 h 4114800"/>
                <a:gd name="connsiteX5" fmla="*/ 1590675 w 4296221"/>
                <a:gd name="connsiteY5" fmla="*/ 1762125 h 4114800"/>
                <a:gd name="connsiteX6" fmla="*/ 1885950 w 4296221"/>
                <a:gd name="connsiteY6" fmla="*/ 1743075 h 4114800"/>
                <a:gd name="connsiteX7" fmla="*/ 1562100 w 4296221"/>
                <a:gd name="connsiteY7" fmla="*/ 2362200 h 4114800"/>
                <a:gd name="connsiteX8" fmla="*/ 2524125 w 4296221"/>
                <a:gd name="connsiteY8" fmla="*/ 2162175 h 4114800"/>
                <a:gd name="connsiteX9" fmla="*/ 2838450 w 4296221"/>
                <a:gd name="connsiteY9" fmla="*/ 2228850 h 4114800"/>
                <a:gd name="connsiteX10" fmla="*/ 4200525 w 4296221"/>
                <a:gd name="connsiteY10" fmla="*/ 3267075 h 4114800"/>
                <a:gd name="connsiteX11" fmla="*/ 3905250 w 4296221"/>
                <a:gd name="connsiteY11" fmla="*/ 3552825 h 4114800"/>
                <a:gd name="connsiteX12" fmla="*/ 3524250 w 4296221"/>
                <a:gd name="connsiteY12" fmla="*/ 3914775 h 4114800"/>
                <a:gd name="connsiteX13" fmla="*/ 3124200 w 4296221"/>
                <a:gd name="connsiteY13" fmla="*/ 4114800 h 4114800"/>
                <a:gd name="connsiteX14" fmla="*/ 2514600 w 4296221"/>
                <a:gd name="connsiteY14" fmla="*/ 4114800 h 4114800"/>
                <a:gd name="connsiteX15" fmla="*/ 2257425 w 4296221"/>
                <a:gd name="connsiteY15" fmla="*/ 3695700 h 4114800"/>
                <a:gd name="connsiteX16" fmla="*/ 1828800 w 4296221"/>
                <a:gd name="connsiteY16" fmla="*/ 3409950 h 4114800"/>
                <a:gd name="connsiteX17" fmla="*/ 1476375 w 4296221"/>
                <a:gd name="connsiteY17" fmla="*/ 3171825 h 4114800"/>
                <a:gd name="connsiteX18" fmla="*/ 1114425 w 4296221"/>
                <a:gd name="connsiteY18" fmla="*/ 3019425 h 4114800"/>
                <a:gd name="connsiteX19" fmla="*/ 933450 w 4296221"/>
                <a:gd name="connsiteY19" fmla="*/ 2733675 h 4114800"/>
                <a:gd name="connsiteX20" fmla="*/ 619125 w 4296221"/>
                <a:gd name="connsiteY20" fmla="*/ 2476500 h 4114800"/>
                <a:gd name="connsiteX21" fmla="*/ 447675 w 4296221"/>
                <a:gd name="connsiteY21" fmla="*/ 2571750 h 4114800"/>
                <a:gd name="connsiteX22" fmla="*/ 152400 w 4296221"/>
                <a:gd name="connsiteY22" fmla="*/ 2333625 h 4114800"/>
                <a:gd name="connsiteX23" fmla="*/ 142875 w 4296221"/>
                <a:gd name="connsiteY23" fmla="*/ 2305050 h 4114800"/>
                <a:gd name="connsiteX0" fmla="*/ 0 w 4243525"/>
                <a:gd name="connsiteY0" fmla="*/ 0 h 4114800"/>
                <a:gd name="connsiteX1" fmla="*/ 1190625 w 4243525"/>
                <a:gd name="connsiteY1" fmla="*/ 990600 h 4114800"/>
                <a:gd name="connsiteX2" fmla="*/ 1095375 w 4243525"/>
                <a:gd name="connsiteY2" fmla="*/ 1152525 h 4114800"/>
                <a:gd name="connsiteX3" fmla="*/ 1371600 w 4243525"/>
                <a:gd name="connsiteY3" fmla="*/ 1390650 h 4114800"/>
                <a:gd name="connsiteX4" fmla="*/ 1276350 w 4243525"/>
                <a:gd name="connsiteY4" fmla="*/ 1552575 h 4114800"/>
                <a:gd name="connsiteX5" fmla="*/ 1590675 w 4243525"/>
                <a:gd name="connsiteY5" fmla="*/ 1762125 h 4114800"/>
                <a:gd name="connsiteX6" fmla="*/ 1885950 w 4243525"/>
                <a:gd name="connsiteY6" fmla="*/ 1743075 h 4114800"/>
                <a:gd name="connsiteX7" fmla="*/ 1562100 w 4243525"/>
                <a:gd name="connsiteY7" fmla="*/ 2362200 h 4114800"/>
                <a:gd name="connsiteX8" fmla="*/ 2524125 w 4243525"/>
                <a:gd name="connsiteY8" fmla="*/ 2162175 h 4114800"/>
                <a:gd name="connsiteX9" fmla="*/ 2838450 w 4243525"/>
                <a:gd name="connsiteY9" fmla="*/ 2228850 h 4114800"/>
                <a:gd name="connsiteX10" fmla="*/ 4133850 w 4243525"/>
                <a:gd name="connsiteY10" fmla="*/ 3181350 h 4114800"/>
                <a:gd name="connsiteX11" fmla="*/ 3905250 w 4243525"/>
                <a:gd name="connsiteY11" fmla="*/ 3552825 h 4114800"/>
                <a:gd name="connsiteX12" fmla="*/ 3524250 w 4243525"/>
                <a:gd name="connsiteY12" fmla="*/ 3914775 h 4114800"/>
                <a:gd name="connsiteX13" fmla="*/ 3124200 w 4243525"/>
                <a:gd name="connsiteY13" fmla="*/ 4114800 h 4114800"/>
                <a:gd name="connsiteX14" fmla="*/ 2514600 w 4243525"/>
                <a:gd name="connsiteY14" fmla="*/ 4114800 h 4114800"/>
                <a:gd name="connsiteX15" fmla="*/ 2257425 w 4243525"/>
                <a:gd name="connsiteY15" fmla="*/ 3695700 h 4114800"/>
                <a:gd name="connsiteX16" fmla="*/ 1828800 w 4243525"/>
                <a:gd name="connsiteY16" fmla="*/ 3409950 h 4114800"/>
                <a:gd name="connsiteX17" fmla="*/ 1476375 w 4243525"/>
                <a:gd name="connsiteY17" fmla="*/ 3171825 h 4114800"/>
                <a:gd name="connsiteX18" fmla="*/ 1114425 w 4243525"/>
                <a:gd name="connsiteY18" fmla="*/ 3019425 h 4114800"/>
                <a:gd name="connsiteX19" fmla="*/ 933450 w 4243525"/>
                <a:gd name="connsiteY19" fmla="*/ 2733675 h 4114800"/>
                <a:gd name="connsiteX20" fmla="*/ 619125 w 4243525"/>
                <a:gd name="connsiteY20" fmla="*/ 2476500 h 4114800"/>
                <a:gd name="connsiteX21" fmla="*/ 447675 w 4243525"/>
                <a:gd name="connsiteY21" fmla="*/ 2571750 h 4114800"/>
                <a:gd name="connsiteX22" fmla="*/ 152400 w 4243525"/>
                <a:gd name="connsiteY22" fmla="*/ 2333625 h 4114800"/>
                <a:gd name="connsiteX23" fmla="*/ 142875 w 4243525"/>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914775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914775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886200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886200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56323"/>
                <a:gd name="connsiteY0" fmla="*/ 0 h 4114800"/>
                <a:gd name="connsiteX1" fmla="*/ 1190625 w 4256323"/>
                <a:gd name="connsiteY1" fmla="*/ 990600 h 4114800"/>
                <a:gd name="connsiteX2" fmla="*/ 1095375 w 4256323"/>
                <a:gd name="connsiteY2" fmla="*/ 1152525 h 4114800"/>
                <a:gd name="connsiteX3" fmla="*/ 1371600 w 4256323"/>
                <a:gd name="connsiteY3" fmla="*/ 1390650 h 4114800"/>
                <a:gd name="connsiteX4" fmla="*/ 1276350 w 4256323"/>
                <a:gd name="connsiteY4" fmla="*/ 1552575 h 4114800"/>
                <a:gd name="connsiteX5" fmla="*/ 1590675 w 4256323"/>
                <a:gd name="connsiteY5" fmla="*/ 1762125 h 4114800"/>
                <a:gd name="connsiteX6" fmla="*/ 1885950 w 4256323"/>
                <a:gd name="connsiteY6" fmla="*/ 1743075 h 4114800"/>
                <a:gd name="connsiteX7" fmla="*/ 1562100 w 4256323"/>
                <a:gd name="connsiteY7" fmla="*/ 2362200 h 4114800"/>
                <a:gd name="connsiteX8" fmla="*/ 2524125 w 4256323"/>
                <a:gd name="connsiteY8" fmla="*/ 2162175 h 4114800"/>
                <a:gd name="connsiteX9" fmla="*/ 2838450 w 4256323"/>
                <a:gd name="connsiteY9" fmla="*/ 2228850 h 4114800"/>
                <a:gd name="connsiteX10" fmla="*/ 4133850 w 4256323"/>
                <a:gd name="connsiteY10" fmla="*/ 3181350 h 4114800"/>
                <a:gd name="connsiteX11" fmla="*/ 3848100 w 4256323"/>
                <a:gd name="connsiteY11" fmla="*/ 3562350 h 4114800"/>
                <a:gd name="connsiteX12" fmla="*/ 3524250 w 4256323"/>
                <a:gd name="connsiteY12" fmla="*/ 3886200 h 4114800"/>
                <a:gd name="connsiteX13" fmla="*/ 3124200 w 4256323"/>
                <a:gd name="connsiteY13" fmla="*/ 4114800 h 4114800"/>
                <a:gd name="connsiteX14" fmla="*/ 2514600 w 4256323"/>
                <a:gd name="connsiteY14" fmla="*/ 4114800 h 4114800"/>
                <a:gd name="connsiteX15" fmla="*/ 2257425 w 4256323"/>
                <a:gd name="connsiteY15" fmla="*/ 3695700 h 4114800"/>
                <a:gd name="connsiteX16" fmla="*/ 1828800 w 4256323"/>
                <a:gd name="connsiteY16" fmla="*/ 3409950 h 4114800"/>
                <a:gd name="connsiteX17" fmla="*/ 1476375 w 4256323"/>
                <a:gd name="connsiteY17" fmla="*/ 3171825 h 4114800"/>
                <a:gd name="connsiteX18" fmla="*/ 1114425 w 4256323"/>
                <a:gd name="connsiteY18" fmla="*/ 3019425 h 4114800"/>
                <a:gd name="connsiteX19" fmla="*/ 933450 w 4256323"/>
                <a:gd name="connsiteY19" fmla="*/ 2733675 h 4114800"/>
                <a:gd name="connsiteX20" fmla="*/ 619125 w 4256323"/>
                <a:gd name="connsiteY20" fmla="*/ 2476500 h 4114800"/>
                <a:gd name="connsiteX21" fmla="*/ 447675 w 4256323"/>
                <a:gd name="connsiteY21" fmla="*/ 2571750 h 4114800"/>
                <a:gd name="connsiteX22" fmla="*/ 152400 w 4256323"/>
                <a:gd name="connsiteY22" fmla="*/ 2333625 h 4114800"/>
                <a:gd name="connsiteX23" fmla="*/ 142875 w 4256323"/>
                <a:gd name="connsiteY23" fmla="*/ 2305050 h 4114800"/>
                <a:gd name="connsiteX0" fmla="*/ 0 w 4265214"/>
                <a:gd name="connsiteY0" fmla="*/ 0 h 4114800"/>
                <a:gd name="connsiteX1" fmla="*/ 1190625 w 4265214"/>
                <a:gd name="connsiteY1" fmla="*/ 990600 h 4114800"/>
                <a:gd name="connsiteX2" fmla="*/ 1095375 w 4265214"/>
                <a:gd name="connsiteY2" fmla="*/ 1152525 h 4114800"/>
                <a:gd name="connsiteX3" fmla="*/ 1371600 w 4265214"/>
                <a:gd name="connsiteY3" fmla="*/ 1390650 h 4114800"/>
                <a:gd name="connsiteX4" fmla="*/ 1276350 w 4265214"/>
                <a:gd name="connsiteY4" fmla="*/ 1552575 h 4114800"/>
                <a:gd name="connsiteX5" fmla="*/ 1590675 w 4265214"/>
                <a:gd name="connsiteY5" fmla="*/ 1762125 h 4114800"/>
                <a:gd name="connsiteX6" fmla="*/ 1885950 w 4265214"/>
                <a:gd name="connsiteY6" fmla="*/ 1743075 h 4114800"/>
                <a:gd name="connsiteX7" fmla="*/ 1562100 w 4265214"/>
                <a:gd name="connsiteY7" fmla="*/ 2362200 h 4114800"/>
                <a:gd name="connsiteX8" fmla="*/ 2524125 w 4265214"/>
                <a:gd name="connsiteY8" fmla="*/ 2162175 h 4114800"/>
                <a:gd name="connsiteX9" fmla="*/ 2838450 w 4265214"/>
                <a:gd name="connsiteY9" fmla="*/ 2228850 h 4114800"/>
                <a:gd name="connsiteX10" fmla="*/ 4133850 w 4265214"/>
                <a:gd name="connsiteY10" fmla="*/ 3181350 h 4114800"/>
                <a:gd name="connsiteX11" fmla="*/ 3848100 w 4265214"/>
                <a:gd name="connsiteY11" fmla="*/ 3562350 h 4114800"/>
                <a:gd name="connsiteX12" fmla="*/ 3524250 w 4265214"/>
                <a:gd name="connsiteY12" fmla="*/ 3886200 h 4114800"/>
                <a:gd name="connsiteX13" fmla="*/ 3124200 w 4265214"/>
                <a:gd name="connsiteY13" fmla="*/ 4114800 h 4114800"/>
                <a:gd name="connsiteX14" fmla="*/ 2514600 w 4265214"/>
                <a:gd name="connsiteY14" fmla="*/ 4114800 h 4114800"/>
                <a:gd name="connsiteX15" fmla="*/ 2257425 w 4265214"/>
                <a:gd name="connsiteY15" fmla="*/ 3695700 h 4114800"/>
                <a:gd name="connsiteX16" fmla="*/ 1828800 w 4265214"/>
                <a:gd name="connsiteY16" fmla="*/ 3409950 h 4114800"/>
                <a:gd name="connsiteX17" fmla="*/ 1476375 w 4265214"/>
                <a:gd name="connsiteY17" fmla="*/ 3171825 h 4114800"/>
                <a:gd name="connsiteX18" fmla="*/ 1114425 w 4265214"/>
                <a:gd name="connsiteY18" fmla="*/ 3019425 h 4114800"/>
                <a:gd name="connsiteX19" fmla="*/ 933450 w 4265214"/>
                <a:gd name="connsiteY19" fmla="*/ 2733675 h 4114800"/>
                <a:gd name="connsiteX20" fmla="*/ 619125 w 4265214"/>
                <a:gd name="connsiteY20" fmla="*/ 2476500 h 4114800"/>
                <a:gd name="connsiteX21" fmla="*/ 447675 w 4265214"/>
                <a:gd name="connsiteY21" fmla="*/ 2571750 h 4114800"/>
                <a:gd name="connsiteX22" fmla="*/ 152400 w 4265214"/>
                <a:gd name="connsiteY22" fmla="*/ 2333625 h 4114800"/>
                <a:gd name="connsiteX23" fmla="*/ 142875 w 4265214"/>
                <a:gd name="connsiteY23" fmla="*/ 2305050 h 4114800"/>
                <a:gd name="connsiteX0" fmla="*/ 0 w 4265214"/>
                <a:gd name="connsiteY0" fmla="*/ 0 h 4114800"/>
                <a:gd name="connsiteX1" fmla="*/ 1190625 w 4265214"/>
                <a:gd name="connsiteY1" fmla="*/ 990600 h 4114800"/>
                <a:gd name="connsiteX2" fmla="*/ 1095375 w 4265214"/>
                <a:gd name="connsiteY2" fmla="*/ 1152525 h 4114800"/>
                <a:gd name="connsiteX3" fmla="*/ 1371600 w 4265214"/>
                <a:gd name="connsiteY3" fmla="*/ 1390650 h 4114800"/>
                <a:gd name="connsiteX4" fmla="*/ 1276350 w 4265214"/>
                <a:gd name="connsiteY4" fmla="*/ 1552575 h 4114800"/>
                <a:gd name="connsiteX5" fmla="*/ 1590675 w 4265214"/>
                <a:gd name="connsiteY5" fmla="*/ 1762125 h 4114800"/>
                <a:gd name="connsiteX6" fmla="*/ 1885950 w 4265214"/>
                <a:gd name="connsiteY6" fmla="*/ 1743075 h 4114800"/>
                <a:gd name="connsiteX7" fmla="*/ 1562100 w 4265214"/>
                <a:gd name="connsiteY7" fmla="*/ 2362200 h 4114800"/>
                <a:gd name="connsiteX8" fmla="*/ 2524125 w 4265214"/>
                <a:gd name="connsiteY8" fmla="*/ 2162175 h 4114800"/>
                <a:gd name="connsiteX9" fmla="*/ 2838450 w 4265214"/>
                <a:gd name="connsiteY9" fmla="*/ 2228850 h 4114800"/>
                <a:gd name="connsiteX10" fmla="*/ 4133850 w 4265214"/>
                <a:gd name="connsiteY10" fmla="*/ 3181350 h 4114800"/>
                <a:gd name="connsiteX11" fmla="*/ 3848100 w 4265214"/>
                <a:gd name="connsiteY11" fmla="*/ 3562350 h 4114800"/>
                <a:gd name="connsiteX12" fmla="*/ 3524250 w 4265214"/>
                <a:gd name="connsiteY12" fmla="*/ 3886200 h 4114800"/>
                <a:gd name="connsiteX13" fmla="*/ 3124200 w 4265214"/>
                <a:gd name="connsiteY13" fmla="*/ 4114800 h 4114800"/>
                <a:gd name="connsiteX14" fmla="*/ 2514600 w 4265214"/>
                <a:gd name="connsiteY14" fmla="*/ 4114800 h 4114800"/>
                <a:gd name="connsiteX15" fmla="*/ 2257425 w 4265214"/>
                <a:gd name="connsiteY15" fmla="*/ 3695700 h 4114800"/>
                <a:gd name="connsiteX16" fmla="*/ 1828800 w 4265214"/>
                <a:gd name="connsiteY16" fmla="*/ 3409950 h 4114800"/>
                <a:gd name="connsiteX17" fmla="*/ 1476375 w 4265214"/>
                <a:gd name="connsiteY17" fmla="*/ 3171825 h 4114800"/>
                <a:gd name="connsiteX18" fmla="*/ 1114425 w 4265214"/>
                <a:gd name="connsiteY18" fmla="*/ 3019425 h 4114800"/>
                <a:gd name="connsiteX19" fmla="*/ 933450 w 4265214"/>
                <a:gd name="connsiteY19" fmla="*/ 2733675 h 4114800"/>
                <a:gd name="connsiteX20" fmla="*/ 619125 w 4265214"/>
                <a:gd name="connsiteY20" fmla="*/ 2476500 h 4114800"/>
                <a:gd name="connsiteX21" fmla="*/ 447675 w 4265214"/>
                <a:gd name="connsiteY21" fmla="*/ 2571750 h 4114800"/>
                <a:gd name="connsiteX22" fmla="*/ 152400 w 4265214"/>
                <a:gd name="connsiteY22" fmla="*/ 2333625 h 4114800"/>
                <a:gd name="connsiteX23" fmla="*/ 142875 w 4265214"/>
                <a:gd name="connsiteY23" fmla="*/ 2305050 h 4114800"/>
                <a:gd name="connsiteX0" fmla="*/ 0 w 4265214"/>
                <a:gd name="connsiteY0" fmla="*/ 0 h 4114800"/>
                <a:gd name="connsiteX1" fmla="*/ 1190625 w 4265214"/>
                <a:gd name="connsiteY1" fmla="*/ 990600 h 4114800"/>
                <a:gd name="connsiteX2" fmla="*/ 1095375 w 4265214"/>
                <a:gd name="connsiteY2" fmla="*/ 1152525 h 4114800"/>
                <a:gd name="connsiteX3" fmla="*/ 1371600 w 4265214"/>
                <a:gd name="connsiteY3" fmla="*/ 1390650 h 4114800"/>
                <a:gd name="connsiteX4" fmla="*/ 1276350 w 4265214"/>
                <a:gd name="connsiteY4" fmla="*/ 1552575 h 4114800"/>
                <a:gd name="connsiteX5" fmla="*/ 1590675 w 4265214"/>
                <a:gd name="connsiteY5" fmla="*/ 1762125 h 4114800"/>
                <a:gd name="connsiteX6" fmla="*/ 1885950 w 4265214"/>
                <a:gd name="connsiteY6" fmla="*/ 1743075 h 4114800"/>
                <a:gd name="connsiteX7" fmla="*/ 1562100 w 4265214"/>
                <a:gd name="connsiteY7" fmla="*/ 2362200 h 4114800"/>
                <a:gd name="connsiteX8" fmla="*/ 2524125 w 4265214"/>
                <a:gd name="connsiteY8" fmla="*/ 2162175 h 4114800"/>
                <a:gd name="connsiteX9" fmla="*/ 2838450 w 4265214"/>
                <a:gd name="connsiteY9" fmla="*/ 2228850 h 4114800"/>
                <a:gd name="connsiteX10" fmla="*/ 4133850 w 4265214"/>
                <a:gd name="connsiteY10" fmla="*/ 3181350 h 4114800"/>
                <a:gd name="connsiteX11" fmla="*/ 3848100 w 4265214"/>
                <a:gd name="connsiteY11" fmla="*/ 3562350 h 4114800"/>
                <a:gd name="connsiteX12" fmla="*/ 3438525 w 4265214"/>
                <a:gd name="connsiteY12" fmla="*/ 3829050 h 4114800"/>
                <a:gd name="connsiteX13" fmla="*/ 3124200 w 4265214"/>
                <a:gd name="connsiteY13" fmla="*/ 4114800 h 4114800"/>
                <a:gd name="connsiteX14" fmla="*/ 2514600 w 4265214"/>
                <a:gd name="connsiteY14" fmla="*/ 4114800 h 4114800"/>
                <a:gd name="connsiteX15" fmla="*/ 2257425 w 4265214"/>
                <a:gd name="connsiteY15" fmla="*/ 3695700 h 4114800"/>
                <a:gd name="connsiteX16" fmla="*/ 1828800 w 4265214"/>
                <a:gd name="connsiteY16" fmla="*/ 3409950 h 4114800"/>
                <a:gd name="connsiteX17" fmla="*/ 1476375 w 4265214"/>
                <a:gd name="connsiteY17" fmla="*/ 3171825 h 4114800"/>
                <a:gd name="connsiteX18" fmla="*/ 1114425 w 4265214"/>
                <a:gd name="connsiteY18" fmla="*/ 3019425 h 4114800"/>
                <a:gd name="connsiteX19" fmla="*/ 933450 w 4265214"/>
                <a:gd name="connsiteY19" fmla="*/ 2733675 h 4114800"/>
                <a:gd name="connsiteX20" fmla="*/ 619125 w 4265214"/>
                <a:gd name="connsiteY20" fmla="*/ 2476500 h 4114800"/>
                <a:gd name="connsiteX21" fmla="*/ 447675 w 4265214"/>
                <a:gd name="connsiteY21" fmla="*/ 2571750 h 4114800"/>
                <a:gd name="connsiteX22" fmla="*/ 152400 w 4265214"/>
                <a:gd name="connsiteY22" fmla="*/ 2333625 h 4114800"/>
                <a:gd name="connsiteX23" fmla="*/ 142875 w 4265214"/>
                <a:gd name="connsiteY23" fmla="*/ 2305050 h 4114800"/>
                <a:gd name="connsiteX0" fmla="*/ 0 w 4257100"/>
                <a:gd name="connsiteY0" fmla="*/ 0 h 4114800"/>
                <a:gd name="connsiteX1" fmla="*/ 1190625 w 4257100"/>
                <a:gd name="connsiteY1" fmla="*/ 990600 h 4114800"/>
                <a:gd name="connsiteX2" fmla="*/ 1095375 w 4257100"/>
                <a:gd name="connsiteY2" fmla="*/ 1152525 h 4114800"/>
                <a:gd name="connsiteX3" fmla="*/ 1371600 w 4257100"/>
                <a:gd name="connsiteY3" fmla="*/ 1390650 h 4114800"/>
                <a:gd name="connsiteX4" fmla="*/ 1276350 w 4257100"/>
                <a:gd name="connsiteY4" fmla="*/ 1552575 h 4114800"/>
                <a:gd name="connsiteX5" fmla="*/ 1590675 w 4257100"/>
                <a:gd name="connsiteY5" fmla="*/ 1762125 h 4114800"/>
                <a:gd name="connsiteX6" fmla="*/ 1885950 w 4257100"/>
                <a:gd name="connsiteY6" fmla="*/ 1743075 h 4114800"/>
                <a:gd name="connsiteX7" fmla="*/ 1562100 w 4257100"/>
                <a:gd name="connsiteY7" fmla="*/ 2362200 h 4114800"/>
                <a:gd name="connsiteX8" fmla="*/ 2524125 w 4257100"/>
                <a:gd name="connsiteY8" fmla="*/ 2162175 h 4114800"/>
                <a:gd name="connsiteX9" fmla="*/ 2838450 w 4257100"/>
                <a:gd name="connsiteY9" fmla="*/ 2228850 h 4114800"/>
                <a:gd name="connsiteX10" fmla="*/ 4133850 w 4257100"/>
                <a:gd name="connsiteY10" fmla="*/ 3181350 h 4114800"/>
                <a:gd name="connsiteX11" fmla="*/ 3810000 w 4257100"/>
                <a:gd name="connsiteY11" fmla="*/ 3562350 h 4114800"/>
                <a:gd name="connsiteX12" fmla="*/ 3438525 w 4257100"/>
                <a:gd name="connsiteY12" fmla="*/ 3829050 h 4114800"/>
                <a:gd name="connsiteX13" fmla="*/ 3124200 w 4257100"/>
                <a:gd name="connsiteY13" fmla="*/ 4114800 h 4114800"/>
                <a:gd name="connsiteX14" fmla="*/ 2514600 w 4257100"/>
                <a:gd name="connsiteY14" fmla="*/ 4114800 h 4114800"/>
                <a:gd name="connsiteX15" fmla="*/ 2257425 w 4257100"/>
                <a:gd name="connsiteY15" fmla="*/ 3695700 h 4114800"/>
                <a:gd name="connsiteX16" fmla="*/ 1828800 w 4257100"/>
                <a:gd name="connsiteY16" fmla="*/ 3409950 h 4114800"/>
                <a:gd name="connsiteX17" fmla="*/ 1476375 w 4257100"/>
                <a:gd name="connsiteY17" fmla="*/ 3171825 h 4114800"/>
                <a:gd name="connsiteX18" fmla="*/ 1114425 w 4257100"/>
                <a:gd name="connsiteY18" fmla="*/ 3019425 h 4114800"/>
                <a:gd name="connsiteX19" fmla="*/ 933450 w 4257100"/>
                <a:gd name="connsiteY19" fmla="*/ 2733675 h 4114800"/>
                <a:gd name="connsiteX20" fmla="*/ 619125 w 4257100"/>
                <a:gd name="connsiteY20" fmla="*/ 2476500 h 4114800"/>
                <a:gd name="connsiteX21" fmla="*/ 447675 w 4257100"/>
                <a:gd name="connsiteY21" fmla="*/ 2571750 h 4114800"/>
                <a:gd name="connsiteX22" fmla="*/ 152400 w 4257100"/>
                <a:gd name="connsiteY22" fmla="*/ 2333625 h 4114800"/>
                <a:gd name="connsiteX23" fmla="*/ 142875 w 4257100"/>
                <a:gd name="connsiteY23" fmla="*/ 2305050 h 4114800"/>
                <a:gd name="connsiteX0" fmla="*/ 0 w 4257100"/>
                <a:gd name="connsiteY0" fmla="*/ 0 h 4114800"/>
                <a:gd name="connsiteX1" fmla="*/ 1190625 w 4257100"/>
                <a:gd name="connsiteY1" fmla="*/ 990600 h 4114800"/>
                <a:gd name="connsiteX2" fmla="*/ 1095375 w 4257100"/>
                <a:gd name="connsiteY2" fmla="*/ 1152525 h 4114800"/>
                <a:gd name="connsiteX3" fmla="*/ 1371600 w 4257100"/>
                <a:gd name="connsiteY3" fmla="*/ 1390650 h 4114800"/>
                <a:gd name="connsiteX4" fmla="*/ 1276350 w 4257100"/>
                <a:gd name="connsiteY4" fmla="*/ 1552575 h 4114800"/>
                <a:gd name="connsiteX5" fmla="*/ 1590675 w 4257100"/>
                <a:gd name="connsiteY5" fmla="*/ 1762125 h 4114800"/>
                <a:gd name="connsiteX6" fmla="*/ 1885950 w 4257100"/>
                <a:gd name="connsiteY6" fmla="*/ 1743075 h 4114800"/>
                <a:gd name="connsiteX7" fmla="*/ 1562100 w 4257100"/>
                <a:gd name="connsiteY7" fmla="*/ 2362200 h 4114800"/>
                <a:gd name="connsiteX8" fmla="*/ 2524125 w 4257100"/>
                <a:gd name="connsiteY8" fmla="*/ 2162175 h 4114800"/>
                <a:gd name="connsiteX9" fmla="*/ 2838450 w 4257100"/>
                <a:gd name="connsiteY9" fmla="*/ 2228850 h 4114800"/>
                <a:gd name="connsiteX10" fmla="*/ 4133850 w 4257100"/>
                <a:gd name="connsiteY10" fmla="*/ 3181350 h 4114800"/>
                <a:gd name="connsiteX11" fmla="*/ 3810000 w 4257100"/>
                <a:gd name="connsiteY11" fmla="*/ 3562350 h 4114800"/>
                <a:gd name="connsiteX12" fmla="*/ 3438525 w 4257100"/>
                <a:gd name="connsiteY12" fmla="*/ 3829050 h 4114800"/>
                <a:gd name="connsiteX13" fmla="*/ 3124200 w 4257100"/>
                <a:gd name="connsiteY13" fmla="*/ 4114800 h 4114800"/>
                <a:gd name="connsiteX14" fmla="*/ 2514600 w 4257100"/>
                <a:gd name="connsiteY14" fmla="*/ 4114800 h 4114800"/>
                <a:gd name="connsiteX15" fmla="*/ 2257425 w 4257100"/>
                <a:gd name="connsiteY15" fmla="*/ 3695700 h 4114800"/>
                <a:gd name="connsiteX16" fmla="*/ 1828800 w 4257100"/>
                <a:gd name="connsiteY16" fmla="*/ 3409950 h 4114800"/>
                <a:gd name="connsiteX17" fmla="*/ 1476375 w 4257100"/>
                <a:gd name="connsiteY17" fmla="*/ 3171825 h 4114800"/>
                <a:gd name="connsiteX18" fmla="*/ 1114425 w 4257100"/>
                <a:gd name="connsiteY18" fmla="*/ 3019425 h 4114800"/>
                <a:gd name="connsiteX19" fmla="*/ 933450 w 4257100"/>
                <a:gd name="connsiteY19" fmla="*/ 2733675 h 4114800"/>
                <a:gd name="connsiteX20" fmla="*/ 619125 w 4257100"/>
                <a:gd name="connsiteY20" fmla="*/ 2476500 h 4114800"/>
                <a:gd name="connsiteX21" fmla="*/ 447675 w 4257100"/>
                <a:gd name="connsiteY21" fmla="*/ 2571750 h 4114800"/>
                <a:gd name="connsiteX22" fmla="*/ 152400 w 4257100"/>
                <a:gd name="connsiteY22" fmla="*/ 2333625 h 4114800"/>
                <a:gd name="connsiteX23" fmla="*/ 142875 w 4257100"/>
                <a:gd name="connsiteY23" fmla="*/ 2305050 h 4114800"/>
                <a:gd name="connsiteX0" fmla="*/ 0 w 4257100"/>
                <a:gd name="connsiteY0" fmla="*/ 0 h 4138481"/>
                <a:gd name="connsiteX1" fmla="*/ 1190625 w 4257100"/>
                <a:gd name="connsiteY1" fmla="*/ 990600 h 4138481"/>
                <a:gd name="connsiteX2" fmla="*/ 1095375 w 4257100"/>
                <a:gd name="connsiteY2" fmla="*/ 1152525 h 4138481"/>
                <a:gd name="connsiteX3" fmla="*/ 1371600 w 4257100"/>
                <a:gd name="connsiteY3" fmla="*/ 1390650 h 4138481"/>
                <a:gd name="connsiteX4" fmla="*/ 1276350 w 4257100"/>
                <a:gd name="connsiteY4" fmla="*/ 1552575 h 4138481"/>
                <a:gd name="connsiteX5" fmla="*/ 1590675 w 4257100"/>
                <a:gd name="connsiteY5" fmla="*/ 1762125 h 4138481"/>
                <a:gd name="connsiteX6" fmla="*/ 1885950 w 4257100"/>
                <a:gd name="connsiteY6" fmla="*/ 1743075 h 4138481"/>
                <a:gd name="connsiteX7" fmla="*/ 1562100 w 4257100"/>
                <a:gd name="connsiteY7" fmla="*/ 2362200 h 4138481"/>
                <a:gd name="connsiteX8" fmla="*/ 2524125 w 4257100"/>
                <a:gd name="connsiteY8" fmla="*/ 2162175 h 4138481"/>
                <a:gd name="connsiteX9" fmla="*/ 2838450 w 4257100"/>
                <a:gd name="connsiteY9" fmla="*/ 2228850 h 4138481"/>
                <a:gd name="connsiteX10" fmla="*/ 4133850 w 4257100"/>
                <a:gd name="connsiteY10" fmla="*/ 3181350 h 4138481"/>
                <a:gd name="connsiteX11" fmla="*/ 3810000 w 4257100"/>
                <a:gd name="connsiteY11" fmla="*/ 3562350 h 4138481"/>
                <a:gd name="connsiteX12" fmla="*/ 3438525 w 4257100"/>
                <a:gd name="connsiteY12" fmla="*/ 3829050 h 4138481"/>
                <a:gd name="connsiteX13" fmla="*/ 3124200 w 4257100"/>
                <a:gd name="connsiteY13" fmla="*/ 4114800 h 4138481"/>
                <a:gd name="connsiteX14" fmla="*/ 2514600 w 4257100"/>
                <a:gd name="connsiteY14" fmla="*/ 4114800 h 4138481"/>
                <a:gd name="connsiteX15" fmla="*/ 2257425 w 4257100"/>
                <a:gd name="connsiteY15" fmla="*/ 3695700 h 4138481"/>
                <a:gd name="connsiteX16" fmla="*/ 1828800 w 4257100"/>
                <a:gd name="connsiteY16" fmla="*/ 3409950 h 4138481"/>
                <a:gd name="connsiteX17" fmla="*/ 1476375 w 4257100"/>
                <a:gd name="connsiteY17" fmla="*/ 3171825 h 4138481"/>
                <a:gd name="connsiteX18" fmla="*/ 1114425 w 4257100"/>
                <a:gd name="connsiteY18" fmla="*/ 3019425 h 4138481"/>
                <a:gd name="connsiteX19" fmla="*/ 933450 w 4257100"/>
                <a:gd name="connsiteY19" fmla="*/ 2733675 h 4138481"/>
                <a:gd name="connsiteX20" fmla="*/ 619125 w 4257100"/>
                <a:gd name="connsiteY20" fmla="*/ 2476500 h 4138481"/>
                <a:gd name="connsiteX21" fmla="*/ 447675 w 4257100"/>
                <a:gd name="connsiteY21" fmla="*/ 2571750 h 4138481"/>
                <a:gd name="connsiteX22" fmla="*/ 152400 w 4257100"/>
                <a:gd name="connsiteY22" fmla="*/ 2333625 h 4138481"/>
                <a:gd name="connsiteX23" fmla="*/ 142875 w 4257100"/>
                <a:gd name="connsiteY23" fmla="*/ 2305050 h 4138481"/>
                <a:gd name="connsiteX0" fmla="*/ 0 w 4257100"/>
                <a:gd name="connsiteY0" fmla="*/ 0 h 4199466"/>
                <a:gd name="connsiteX1" fmla="*/ 1190625 w 4257100"/>
                <a:gd name="connsiteY1" fmla="*/ 990600 h 4199466"/>
                <a:gd name="connsiteX2" fmla="*/ 1095375 w 4257100"/>
                <a:gd name="connsiteY2" fmla="*/ 1152525 h 4199466"/>
                <a:gd name="connsiteX3" fmla="*/ 1371600 w 4257100"/>
                <a:gd name="connsiteY3" fmla="*/ 1390650 h 4199466"/>
                <a:gd name="connsiteX4" fmla="*/ 1276350 w 4257100"/>
                <a:gd name="connsiteY4" fmla="*/ 1552575 h 4199466"/>
                <a:gd name="connsiteX5" fmla="*/ 1590675 w 4257100"/>
                <a:gd name="connsiteY5" fmla="*/ 1762125 h 4199466"/>
                <a:gd name="connsiteX6" fmla="*/ 1885950 w 4257100"/>
                <a:gd name="connsiteY6" fmla="*/ 1743075 h 4199466"/>
                <a:gd name="connsiteX7" fmla="*/ 1562100 w 4257100"/>
                <a:gd name="connsiteY7" fmla="*/ 2362200 h 4199466"/>
                <a:gd name="connsiteX8" fmla="*/ 2524125 w 4257100"/>
                <a:gd name="connsiteY8" fmla="*/ 2162175 h 4199466"/>
                <a:gd name="connsiteX9" fmla="*/ 2838450 w 4257100"/>
                <a:gd name="connsiteY9" fmla="*/ 2228850 h 4199466"/>
                <a:gd name="connsiteX10" fmla="*/ 4133850 w 4257100"/>
                <a:gd name="connsiteY10" fmla="*/ 3181350 h 4199466"/>
                <a:gd name="connsiteX11" fmla="*/ 3810000 w 4257100"/>
                <a:gd name="connsiteY11" fmla="*/ 3562350 h 4199466"/>
                <a:gd name="connsiteX12" fmla="*/ 3438525 w 4257100"/>
                <a:gd name="connsiteY12" fmla="*/ 3829050 h 4199466"/>
                <a:gd name="connsiteX13" fmla="*/ 3124200 w 4257100"/>
                <a:gd name="connsiteY13" fmla="*/ 4114800 h 4199466"/>
                <a:gd name="connsiteX14" fmla="*/ 2514600 w 4257100"/>
                <a:gd name="connsiteY14" fmla="*/ 4114800 h 4199466"/>
                <a:gd name="connsiteX15" fmla="*/ 2257425 w 4257100"/>
                <a:gd name="connsiteY15" fmla="*/ 3695700 h 4199466"/>
                <a:gd name="connsiteX16" fmla="*/ 1828800 w 4257100"/>
                <a:gd name="connsiteY16" fmla="*/ 3409950 h 4199466"/>
                <a:gd name="connsiteX17" fmla="*/ 1476375 w 4257100"/>
                <a:gd name="connsiteY17" fmla="*/ 3171825 h 4199466"/>
                <a:gd name="connsiteX18" fmla="*/ 1114425 w 4257100"/>
                <a:gd name="connsiteY18" fmla="*/ 3019425 h 4199466"/>
                <a:gd name="connsiteX19" fmla="*/ 933450 w 4257100"/>
                <a:gd name="connsiteY19" fmla="*/ 2733675 h 4199466"/>
                <a:gd name="connsiteX20" fmla="*/ 619125 w 4257100"/>
                <a:gd name="connsiteY20" fmla="*/ 2476500 h 4199466"/>
                <a:gd name="connsiteX21" fmla="*/ 447675 w 4257100"/>
                <a:gd name="connsiteY21" fmla="*/ 2571750 h 4199466"/>
                <a:gd name="connsiteX22" fmla="*/ 152400 w 4257100"/>
                <a:gd name="connsiteY22" fmla="*/ 2333625 h 4199466"/>
                <a:gd name="connsiteX23" fmla="*/ 142875 w 4257100"/>
                <a:gd name="connsiteY23" fmla="*/ 2305050 h 4199466"/>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19125 w 4257100"/>
                <a:gd name="connsiteY20" fmla="*/ 2476500 h 4250625"/>
                <a:gd name="connsiteX21" fmla="*/ 447675 w 4257100"/>
                <a:gd name="connsiteY21" fmla="*/ 2571750 h 4250625"/>
                <a:gd name="connsiteX22" fmla="*/ 152400 w 4257100"/>
                <a:gd name="connsiteY22" fmla="*/ 2333625 h 4250625"/>
                <a:gd name="connsiteX23" fmla="*/ 142875 w 4257100"/>
                <a:gd name="connsiteY23"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19125 w 4257100"/>
                <a:gd name="connsiteY20" fmla="*/ 2476500 h 4250625"/>
                <a:gd name="connsiteX21" fmla="*/ 581025 w 4257100"/>
                <a:gd name="connsiteY21" fmla="*/ 2676525 h 4250625"/>
                <a:gd name="connsiteX22" fmla="*/ 152400 w 4257100"/>
                <a:gd name="connsiteY22" fmla="*/ 2333625 h 4250625"/>
                <a:gd name="connsiteX23" fmla="*/ 142875 w 4257100"/>
                <a:gd name="connsiteY23"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152400 w 4257100"/>
                <a:gd name="connsiteY22" fmla="*/ 2333625 h 4250625"/>
                <a:gd name="connsiteX23" fmla="*/ 142875 w 4257100"/>
                <a:gd name="connsiteY23"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142875 w 4257100"/>
                <a:gd name="connsiteY22"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503045 w 4257100"/>
                <a:gd name="connsiteY17" fmla="*/ 317563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503045 w 4257100"/>
                <a:gd name="connsiteY17" fmla="*/ 317563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491615 w 4257100"/>
                <a:gd name="connsiteY17" fmla="*/ 317563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319488"/>
                <a:gd name="connsiteY0" fmla="*/ 0 h 4250625"/>
                <a:gd name="connsiteX1" fmla="*/ 1190625 w 4319488"/>
                <a:gd name="connsiteY1" fmla="*/ 990600 h 4250625"/>
                <a:gd name="connsiteX2" fmla="*/ 1095375 w 4319488"/>
                <a:gd name="connsiteY2" fmla="*/ 1152525 h 4250625"/>
                <a:gd name="connsiteX3" fmla="*/ 1371600 w 4319488"/>
                <a:gd name="connsiteY3" fmla="*/ 1390650 h 4250625"/>
                <a:gd name="connsiteX4" fmla="*/ 1276350 w 4319488"/>
                <a:gd name="connsiteY4" fmla="*/ 1552575 h 4250625"/>
                <a:gd name="connsiteX5" fmla="*/ 1590675 w 4319488"/>
                <a:gd name="connsiteY5" fmla="*/ 1762125 h 4250625"/>
                <a:gd name="connsiteX6" fmla="*/ 1863090 w 4319488"/>
                <a:gd name="connsiteY6" fmla="*/ 1735455 h 4250625"/>
                <a:gd name="connsiteX7" fmla="*/ 1584960 w 4319488"/>
                <a:gd name="connsiteY7" fmla="*/ 2419350 h 4250625"/>
                <a:gd name="connsiteX8" fmla="*/ 2493645 w 4319488"/>
                <a:gd name="connsiteY8" fmla="*/ 2150745 h 4250625"/>
                <a:gd name="connsiteX9" fmla="*/ 2838450 w 4319488"/>
                <a:gd name="connsiteY9" fmla="*/ 2228850 h 4250625"/>
                <a:gd name="connsiteX10" fmla="*/ 4210050 w 4319488"/>
                <a:gd name="connsiteY10" fmla="*/ 3192780 h 4250625"/>
                <a:gd name="connsiteX11" fmla="*/ 3810000 w 4319488"/>
                <a:gd name="connsiteY11" fmla="*/ 3562350 h 4250625"/>
                <a:gd name="connsiteX12" fmla="*/ 3438525 w 4319488"/>
                <a:gd name="connsiteY12" fmla="*/ 3829050 h 4250625"/>
                <a:gd name="connsiteX13" fmla="*/ 3124200 w 4319488"/>
                <a:gd name="connsiteY13" fmla="*/ 4114800 h 4250625"/>
                <a:gd name="connsiteX14" fmla="*/ 2514600 w 4319488"/>
                <a:gd name="connsiteY14" fmla="*/ 4114800 h 4250625"/>
                <a:gd name="connsiteX15" fmla="*/ 2257425 w 4319488"/>
                <a:gd name="connsiteY15" fmla="*/ 3695700 h 4250625"/>
                <a:gd name="connsiteX16" fmla="*/ 1905000 w 4319488"/>
                <a:gd name="connsiteY16" fmla="*/ 3421380 h 4250625"/>
                <a:gd name="connsiteX17" fmla="*/ 1491615 w 4319488"/>
                <a:gd name="connsiteY17" fmla="*/ 3133725 h 4250625"/>
                <a:gd name="connsiteX18" fmla="*/ 1099185 w 4319488"/>
                <a:gd name="connsiteY18" fmla="*/ 3011805 h 4250625"/>
                <a:gd name="connsiteX19" fmla="*/ 933450 w 4319488"/>
                <a:gd name="connsiteY19" fmla="*/ 2733675 h 4250625"/>
                <a:gd name="connsiteX20" fmla="*/ 666750 w 4319488"/>
                <a:gd name="connsiteY20" fmla="*/ 2543175 h 4250625"/>
                <a:gd name="connsiteX21" fmla="*/ 581025 w 4319488"/>
                <a:gd name="connsiteY21" fmla="*/ 2676525 h 4250625"/>
                <a:gd name="connsiteX22" fmla="*/ 200025 w 4319488"/>
                <a:gd name="connsiteY22" fmla="*/ 2457450 h 4250625"/>
                <a:gd name="connsiteX0" fmla="*/ 0 w 4319488"/>
                <a:gd name="connsiteY0" fmla="*/ 0 h 4250625"/>
                <a:gd name="connsiteX1" fmla="*/ 1190625 w 4319488"/>
                <a:gd name="connsiteY1" fmla="*/ 990600 h 4250625"/>
                <a:gd name="connsiteX2" fmla="*/ 1095375 w 4319488"/>
                <a:gd name="connsiteY2" fmla="*/ 1152525 h 4250625"/>
                <a:gd name="connsiteX3" fmla="*/ 1371600 w 4319488"/>
                <a:gd name="connsiteY3" fmla="*/ 1390650 h 4250625"/>
                <a:gd name="connsiteX4" fmla="*/ 1276350 w 4319488"/>
                <a:gd name="connsiteY4" fmla="*/ 1552575 h 4250625"/>
                <a:gd name="connsiteX5" fmla="*/ 1590675 w 4319488"/>
                <a:gd name="connsiteY5" fmla="*/ 1762125 h 4250625"/>
                <a:gd name="connsiteX6" fmla="*/ 1863090 w 4319488"/>
                <a:gd name="connsiteY6" fmla="*/ 1735455 h 4250625"/>
                <a:gd name="connsiteX7" fmla="*/ 1584960 w 4319488"/>
                <a:gd name="connsiteY7" fmla="*/ 2419350 h 4250625"/>
                <a:gd name="connsiteX8" fmla="*/ 2493645 w 4319488"/>
                <a:gd name="connsiteY8" fmla="*/ 2150745 h 4250625"/>
                <a:gd name="connsiteX9" fmla="*/ 2838450 w 4319488"/>
                <a:gd name="connsiteY9" fmla="*/ 2228850 h 4250625"/>
                <a:gd name="connsiteX10" fmla="*/ 4210050 w 4319488"/>
                <a:gd name="connsiteY10" fmla="*/ 3192780 h 4250625"/>
                <a:gd name="connsiteX11" fmla="*/ 3810000 w 4319488"/>
                <a:gd name="connsiteY11" fmla="*/ 3562350 h 4250625"/>
                <a:gd name="connsiteX12" fmla="*/ 3438525 w 4319488"/>
                <a:gd name="connsiteY12" fmla="*/ 3829050 h 4250625"/>
                <a:gd name="connsiteX13" fmla="*/ 3124200 w 4319488"/>
                <a:gd name="connsiteY13" fmla="*/ 4114800 h 4250625"/>
                <a:gd name="connsiteX14" fmla="*/ 2514600 w 4319488"/>
                <a:gd name="connsiteY14" fmla="*/ 4114800 h 4250625"/>
                <a:gd name="connsiteX15" fmla="*/ 2257425 w 4319488"/>
                <a:gd name="connsiteY15" fmla="*/ 3695700 h 4250625"/>
                <a:gd name="connsiteX16" fmla="*/ 1905000 w 4319488"/>
                <a:gd name="connsiteY16" fmla="*/ 3421380 h 4250625"/>
                <a:gd name="connsiteX17" fmla="*/ 1491615 w 4319488"/>
                <a:gd name="connsiteY17" fmla="*/ 3133725 h 4250625"/>
                <a:gd name="connsiteX18" fmla="*/ 1099185 w 4319488"/>
                <a:gd name="connsiteY18" fmla="*/ 3011805 h 4250625"/>
                <a:gd name="connsiteX19" fmla="*/ 933450 w 4319488"/>
                <a:gd name="connsiteY19" fmla="*/ 2733675 h 4250625"/>
                <a:gd name="connsiteX20" fmla="*/ 666750 w 4319488"/>
                <a:gd name="connsiteY20" fmla="*/ 2543175 h 4250625"/>
                <a:gd name="connsiteX21" fmla="*/ 581025 w 4319488"/>
                <a:gd name="connsiteY21" fmla="*/ 2676525 h 4250625"/>
                <a:gd name="connsiteX22" fmla="*/ 200025 w 4319488"/>
                <a:gd name="connsiteY22" fmla="*/ 2457450 h 4250625"/>
                <a:gd name="connsiteX0" fmla="*/ 0 w 4274847"/>
                <a:gd name="connsiteY0" fmla="*/ 0 h 4250625"/>
                <a:gd name="connsiteX1" fmla="*/ 1190625 w 4274847"/>
                <a:gd name="connsiteY1" fmla="*/ 990600 h 4250625"/>
                <a:gd name="connsiteX2" fmla="*/ 1095375 w 4274847"/>
                <a:gd name="connsiteY2" fmla="*/ 1152525 h 4250625"/>
                <a:gd name="connsiteX3" fmla="*/ 1371600 w 4274847"/>
                <a:gd name="connsiteY3" fmla="*/ 1390650 h 4250625"/>
                <a:gd name="connsiteX4" fmla="*/ 1276350 w 4274847"/>
                <a:gd name="connsiteY4" fmla="*/ 1552575 h 4250625"/>
                <a:gd name="connsiteX5" fmla="*/ 1590675 w 4274847"/>
                <a:gd name="connsiteY5" fmla="*/ 1762125 h 4250625"/>
                <a:gd name="connsiteX6" fmla="*/ 1863090 w 4274847"/>
                <a:gd name="connsiteY6" fmla="*/ 1735455 h 4250625"/>
                <a:gd name="connsiteX7" fmla="*/ 1584960 w 4274847"/>
                <a:gd name="connsiteY7" fmla="*/ 2419350 h 4250625"/>
                <a:gd name="connsiteX8" fmla="*/ 2493645 w 4274847"/>
                <a:gd name="connsiteY8" fmla="*/ 2150745 h 4250625"/>
                <a:gd name="connsiteX9" fmla="*/ 2838450 w 4274847"/>
                <a:gd name="connsiteY9" fmla="*/ 2228850 h 4250625"/>
                <a:gd name="connsiteX10" fmla="*/ 4210050 w 4274847"/>
                <a:gd name="connsiteY10" fmla="*/ 3192780 h 4250625"/>
                <a:gd name="connsiteX11" fmla="*/ 3810000 w 4274847"/>
                <a:gd name="connsiteY11" fmla="*/ 3562350 h 4250625"/>
                <a:gd name="connsiteX12" fmla="*/ 3438525 w 4274847"/>
                <a:gd name="connsiteY12" fmla="*/ 3829050 h 4250625"/>
                <a:gd name="connsiteX13" fmla="*/ 3124200 w 4274847"/>
                <a:gd name="connsiteY13" fmla="*/ 4114800 h 4250625"/>
                <a:gd name="connsiteX14" fmla="*/ 2514600 w 4274847"/>
                <a:gd name="connsiteY14" fmla="*/ 4114800 h 4250625"/>
                <a:gd name="connsiteX15" fmla="*/ 2257425 w 4274847"/>
                <a:gd name="connsiteY15" fmla="*/ 3695700 h 4250625"/>
                <a:gd name="connsiteX16" fmla="*/ 1905000 w 4274847"/>
                <a:gd name="connsiteY16" fmla="*/ 3421380 h 4250625"/>
                <a:gd name="connsiteX17" fmla="*/ 1491615 w 4274847"/>
                <a:gd name="connsiteY17" fmla="*/ 3133725 h 4250625"/>
                <a:gd name="connsiteX18" fmla="*/ 1099185 w 4274847"/>
                <a:gd name="connsiteY18" fmla="*/ 3011805 h 4250625"/>
                <a:gd name="connsiteX19" fmla="*/ 933450 w 4274847"/>
                <a:gd name="connsiteY19" fmla="*/ 2733675 h 4250625"/>
                <a:gd name="connsiteX20" fmla="*/ 666750 w 4274847"/>
                <a:gd name="connsiteY20" fmla="*/ 2543175 h 4250625"/>
                <a:gd name="connsiteX21" fmla="*/ 581025 w 4274847"/>
                <a:gd name="connsiteY21" fmla="*/ 2676525 h 4250625"/>
                <a:gd name="connsiteX22" fmla="*/ 200025 w 4274847"/>
                <a:gd name="connsiteY22" fmla="*/ 2457450 h 4250625"/>
                <a:gd name="connsiteX0" fmla="*/ 0 w 4283478"/>
                <a:gd name="connsiteY0" fmla="*/ 0 h 4250625"/>
                <a:gd name="connsiteX1" fmla="*/ 1190625 w 4283478"/>
                <a:gd name="connsiteY1" fmla="*/ 990600 h 4250625"/>
                <a:gd name="connsiteX2" fmla="*/ 1095375 w 4283478"/>
                <a:gd name="connsiteY2" fmla="*/ 1152525 h 4250625"/>
                <a:gd name="connsiteX3" fmla="*/ 1371600 w 4283478"/>
                <a:gd name="connsiteY3" fmla="*/ 1390650 h 4250625"/>
                <a:gd name="connsiteX4" fmla="*/ 1276350 w 4283478"/>
                <a:gd name="connsiteY4" fmla="*/ 1552575 h 4250625"/>
                <a:gd name="connsiteX5" fmla="*/ 1590675 w 4283478"/>
                <a:gd name="connsiteY5" fmla="*/ 1762125 h 4250625"/>
                <a:gd name="connsiteX6" fmla="*/ 1863090 w 4283478"/>
                <a:gd name="connsiteY6" fmla="*/ 1735455 h 4250625"/>
                <a:gd name="connsiteX7" fmla="*/ 1584960 w 4283478"/>
                <a:gd name="connsiteY7" fmla="*/ 2419350 h 4250625"/>
                <a:gd name="connsiteX8" fmla="*/ 2493645 w 4283478"/>
                <a:gd name="connsiteY8" fmla="*/ 2150745 h 4250625"/>
                <a:gd name="connsiteX9" fmla="*/ 2838450 w 4283478"/>
                <a:gd name="connsiteY9" fmla="*/ 2228850 h 4250625"/>
                <a:gd name="connsiteX10" fmla="*/ 4210050 w 4283478"/>
                <a:gd name="connsiteY10" fmla="*/ 3192780 h 4250625"/>
                <a:gd name="connsiteX11" fmla="*/ 3867150 w 4283478"/>
                <a:gd name="connsiteY11" fmla="*/ 3558540 h 4250625"/>
                <a:gd name="connsiteX12" fmla="*/ 3438525 w 4283478"/>
                <a:gd name="connsiteY12" fmla="*/ 3829050 h 4250625"/>
                <a:gd name="connsiteX13" fmla="*/ 3124200 w 4283478"/>
                <a:gd name="connsiteY13" fmla="*/ 4114800 h 4250625"/>
                <a:gd name="connsiteX14" fmla="*/ 2514600 w 4283478"/>
                <a:gd name="connsiteY14" fmla="*/ 4114800 h 4250625"/>
                <a:gd name="connsiteX15" fmla="*/ 2257425 w 4283478"/>
                <a:gd name="connsiteY15" fmla="*/ 3695700 h 4250625"/>
                <a:gd name="connsiteX16" fmla="*/ 1905000 w 4283478"/>
                <a:gd name="connsiteY16" fmla="*/ 3421380 h 4250625"/>
                <a:gd name="connsiteX17" fmla="*/ 1491615 w 4283478"/>
                <a:gd name="connsiteY17" fmla="*/ 3133725 h 4250625"/>
                <a:gd name="connsiteX18" fmla="*/ 1099185 w 4283478"/>
                <a:gd name="connsiteY18" fmla="*/ 3011805 h 4250625"/>
                <a:gd name="connsiteX19" fmla="*/ 933450 w 4283478"/>
                <a:gd name="connsiteY19" fmla="*/ 2733675 h 4250625"/>
                <a:gd name="connsiteX20" fmla="*/ 666750 w 4283478"/>
                <a:gd name="connsiteY20" fmla="*/ 2543175 h 4250625"/>
                <a:gd name="connsiteX21" fmla="*/ 581025 w 4283478"/>
                <a:gd name="connsiteY21" fmla="*/ 2676525 h 4250625"/>
                <a:gd name="connsiteX22" fmla="*/ 200025 w 4283478"/>
                <a:gd name="connsiteY22" fmla="*/ 2457450 h 4250625"/>
                <a:gd name="connsiteX0" fmla="*/ 0 w 4277041"/>
                <a:gd name="connsiteY0" fmla="*/ 0 h 4250625"/>
                <a:gd name="connsiteX1" fmla="*/ 1190625 w 4277041"/>
                <a:gd name="connsiteY1" fmla="*/ 990600 h 4250625"/>
                <a:gd name="connsiteX2" fmla="*/ 1095375 w 4277041"/>
                <a:gd name="connsiteY2" fmla="*/ 1152525 h 4250625"/>
                <a:gd name="connsiteX3" fmla="*/ 1371600 w 4277041"/>
                <a:gd name="connsiteY3" fmla="*/ 1390650 h 4250625"/>
                <a:gd name="connsiteX4" fmla="*/ 1276350 w 4277041"/>
                <a:gd name="connsiteY4" fmla="*/ 1552575 h 4250625"/>
                <a:gd name="connsiteX5" fmla="*/ 1590675 w 4277041"/>
                <a:gd name="connsiteY5" fmla="*/ 1762125 h 4250625"/>
                <a:gd name="connsiteX6" fmla="*/ 1863090 w 4277041"/>
                <a:gd name="connsiteY6" fmla="*/ 1735455 h 4250625"/>
                <a:gd name="connsiteX7" fmla="*/ 1584960 w 4277041"/>
                <a:gd name="connsiteY7" fmla="*/ 2419350 h 4250625"/>
                <a:gd name="connsiteX8" fmla="*/ 2493645 w 4277041"/>
                <a:gd name="connsiteY8" fmla="*/ 2150745 h 4250625"/>
                <a:gd name="connsiteX9" fmla="*/ 2838450 w 4277041"/>
                <a:gd name="connsiteY9" fmla="*/ 2228850 h 4250625"/>
                <a:gd name="connsiteX10" fmla="*/ 4210050 w 4277041"/>
                <a:gd name="connsiteY10" fmla="*/ 3192780 h 4250625"/>
                <a:gd name="connsiteX11" fmla="*/ 3867150 w 4277041"/>
                <a:gd name="connsiteY11" fmla="*/ 3558540 h 4250625"/>
                <a:gd name="connsiteX12" fmla="*/ 3438525 w 4277041"/>
                <a:gd name="connsiteY12" fmla="*/ 3829050 h 4250625"/>
                <a:gd name="connsiteX13" fmla="*/ 3124200 w 4277041"/>
                <a:gd name="connsiteY13" fmla="*/ 4114800 h 4250625"/>
                <a:gd name="connsiteX14" fmla="*/ 2514600 w 4277041"/>
                <a:gd name="connsiteY14" fmla="*/ 4114800 h 4250625"/>
                <a:gd name="connsiteX15" fmla="*/ 2257425 w 4277041"/>
                <a:gd name="connsiteY15" fmla="*/ 3695700 h 4250625"/>
                <a:gd name="connsiteX16" fmla="*/ 1905000 w 4277041"/>
                <a:gd name="connsiteY16" fmla="*/ 3421380 h 4250625"/>
                <a:gd name="connsiteX17" fmla="*/ 1491615 w 4277041"/>
                <a:gd name="connsiteY17" fmla="*/ 3133725 h 4250625"/>
                <a:gd name="connsiteX18" fmla="*/ 1099185 w 4277041"/>
                <a:gd name="connsiteY18" fmla="*/ 3011805 h 4250625"/>
                <a:gd name="connsiteX19" fmla="*/ 933450 w 4277041"/>
                <a:gd name="connsiteY19" fmla="*/ 2733675 h 4250625"/>
                <a:gd name="connsiteX20" fmla="*/ 666750 w 4277041"/>
                <a:gd name="connsiteY20" fmla="*/ 2543175 h 4250625"/>
                <a:gd name="connsiteX21" fmla="*/ 581025 w 4277041"/>
                <a:gd name="connsiteY21" fmla="*/ 2676525 h 4250625"/>
                <a:gd name="connsiteX22" fmla="*/ 200025 w 4277041"/>
                <a:gd name="connsiteY22" fmla="*/ 2457450 h 4250625"/>
                <a:gd name="connsiteX0" fmla="*/ 0 w 4248076"/>
                <a:gd name="connsiteY0" fmla="*/ 0 h 4250625"/>
                <a:gd name="connsiteX1" fmla="*/ 1190625 w 4248076"/>
                <a:gd name="connsiteY1" fmla="*/ 990600 h 4250625"/>
                <a:gd name="connsiteX2" fmla="*/ 1095375 w 4248076"/>
                <a:gd name="connsiteY2" fmla="*/ 1152525 h 4250625"/>
                <a:gd name="connsiteX3" fmla="*/ 1371600 w 4248076"/>
                <a:gd name="connsiteY3" fmla="*/ 1390650 h 4250625"/>
                <a:gd name="connsiteX4" fmla="*/ 1276350 w 4248076"/>
                <a:gd name="connsiteY4" fmla="*/ 1552575 h 4250625"/>
                <a:gd name="connsiteX5" fmla="*/ 1590675 w 4248076"/>
                <a:gd name="connsiteY5" fmla="*/ 1762125 h 4250625"/>
                <a:gd name="connsiteX6" fmla="*/ 1863090 w 4248076"/>
                <a:gd name="connsiteY6" fmla="*/ 1735455 h 4250625"/>
                <a:gd name="connsiteX7" fmla="*/ 1584960 w 4248076"/>
                <a:gd name="connsiteY7" fmla="*/ 2419350 h 4250625"/>
                <a:gd name="connsiteX8" fmla="*/ 2493645 w 4248076"/>
                <a:gd name="connsiteY8" fmla="*/ 2150745 h 4250625"/>
                <a:gd name="connsiteX9" fmla="*/ 2838450 w 4248076"/>
                <a:gd name="connsiteY9" fmla="*/ 2228850 h 4250625"/>
                <a:gd name="connsiteX10" fmla="*/ 4175760 w 4248076"/>
                <a:gd name="connsiteY10" fmla="*/ 3162300 h 4250625"/>
                <a:gd name="connsiteX11" fmla="*/ 3867150 w 4248076"/>
                <a:gd name="connsiteY11" fmla="*/ 3558540 h 4250625"/>
                <a:gd name="connsiteX12" fmla="*/ 3438525 w 4248076"/>
                <a:gd name="connsiteY12" fmla="*/ 3829050 h 4250625"/>
                <a:gd name="connsiteX13" fmla="*/ 3124200 w 4248076"/>
                <a:gd name="connsiteY13" fmla="*/ 4114800 h 4250625"/>
                <a:gd name="connsiteX14" fmla="*/ 2514600 w 4248076"/>
                <a:gd name="connsiteY14" fmla="*/ 4114800 h 4250625"/>
                <a:gd name="connsiteX15" fmla="*/ 2257425 w 4248076"/>
                <a:gd name="connsiteY15" fmla="*/ 3695700 h 4250625"/>
                <a:gd name="connsiteX16" fmla="*/ 1905000 w 4248076"/>
                <a:gd name="connsiteY16" fmla="*/ 3421380 h 4250625"/>
                <a:gd name="connsiteX17" fmla="*/ 1491615 w 4248076"/>
                <a:gd name="connsiteY17" fmla="*/ 3133725 h 4250625"/>
                <a:gd name="connsiteX18" fmla="*/ 1099185 w 4248076"/>
                <a:gd name="connsiteY18" fmla="*/ 3011805 h 4250625"/>
                <a:gd name="connsiteX19" fmla="*/ 933450 w 4248076"/>
                <a:gd name="connsiteY19" fmla="*/ 2733675 h 4250625"/>
                <a:gd name="connsiteX20" fmla="*/ 666750 w 4248076"/>
                <a:gd name="connsiteY20" fmla="*/ 2543175 h 4250625"/>
                <a:gd name="connsiteX21" fmla="*/ 581025 w 4248076"/>
                <a:gd name="connsiteY21" fmla="*/ 2676525 h 4250625"/>
                <a:gd name="connsiteX22" fmla="*/ 200025 w 4248076"/>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38525 w 4300729"/>
                <a:gd name="connsiteY12" fmla="*/ 382905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38525 w 4300729"/>
                <a:gd name="connsiteY12" fmla="*/ 382905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61033"/>
                <a:gd name="connsiteX1" fmla="*/ 1190625 w 4300729"/>
                <a:gd name="connsiteY1" fmla="*/ 990600 h 4261033"/>
                <a:gd name="connsiteX2" fmla="*/ 1095375 w 4300729"/>
                <a:gd name="connsiteY2" fmla="*/ 1152525 h 4261033"/>
                <a:gd name="connsiteX3" fmla="*/ 1371600 w 4300729"/>
                <a:gd name="connsiteY3" fmla="*/ 1390650 h 4261033"/>
                <a:gd name="connsiteX4" fmla="*/ 1276350 w 4300729"/>
                <a:gd name="connsiteY4" fmla="*/ 1552575 h 4261033"/>
                <a:gd name="connsiteX5" fmla="*/ 1590675 w 4300729"/>
                <a:gd name="connsiteY5" fmla="*/ 1762125 h 4261033"/>
                <a:gd name="connsiteX6" fmla="*/ 1863090 w 4300729"/>
                <a:gd name="connsiteY6" fmla="*/ 1735455 h 4261033"/>
                <a:gd name="connsiteX7" fmla="*/ 1584960 w 4300729"/>
                <a:gd name="connsiteY7" fmla="*/ 2419350 h 4261033"/>
                <a:gd name="connsiteX8" fmla="*/ 2493645 w 4300729"/>
                <a:gd name="connsiteY8" fmla="*/ 2150745 h 4261033"/>
                <a:gd name="connsiteX9" fmla="*/ 2838450 w 4300729"/>
                <a:gd name="connsiteY9" fmla="*/ 2228850 h 4261033"/>
                <a:gd name="connsiteX10" fmla="*/ 4175760 w 4300729"/>
                <a:gd name="connsiteY10" fmla="*/ 3162300 h 4261033"/>
                <a:gd name="connsiteX11" fmla="*/ 3867150 w 4300729"/>
                <a:gd name="connsiteY11" fmla="*/ 3558540 h 4261033"/>
                <a:gd name="connsiteX12" fmla="*/ 3499485 w 4300729"/>
                <a:gd name="connsiteY12" fmla="*/ 3825240 h 4261033"/>
                <a:gd name="connsiteX13" fmla="*/ 3124200 w 4300729"/>
                <a:gd name="connsiteY13" fmla="*/ 4114800 h 4261033"/>
                <a:gd name="connsiteX14" fmla="*/ 2514600 w 4300729"/>
                <a:gd name="connsiteY14" fmla="*/ 4114800 h 4261033"/>
                <a:gd name="connsiteX15" fmla="*/ 2257425 w 4300729"/>
                <a:gd name="connsiteY15" fmla="*/ 3695700 h 4261033"/>
                <a:gd name="connsiteX16" fmla="*/ 1905000 w 4300729"/>
                <a:gd name="connsiteY16" fmla="*/ 3421380 h 4261033"/>
                <a:gd name="connsiteX17" fmla="*/ 1491615 w 4300729"/>
                <a:gd name="connsiteY17" fmla="*/ 3133725 h 4261033"/>
                <a:gd name="connsiteX18" fmla="*/ 1099185 w 4300729"/>
                <a:gd name="connsiteY18" fmla="*/ 3011805 h 4261033"/>
                <a:gd name="connsiteX19" fmla="*/ 933450 w 4300729"/>
                <a:gd name="connsiteY19" fmla="*/ 2733675 h 4261033"/>
                <a:gd name="connsiteX20" fmla="*/ 666750 w 4300729"/>
                <a:gd name="connsiteY20" fmla="*/ 2543175 h 4261033"/>
                <a:gd name="connsiteX21" fmla="*/ 581025 w 4300729"/>
                <a:gd name="connsiteY21" fmla="*/ 2676525 h 4261033"/>
                <a:gd name="connsiteX22" fmla="*/ 200025 w 4300729"/>
                <a:gd name="connsiteY22" fmla="*/ 2457450 h 4261033"/>
                <a:gd name="connsiteX0" fmla="*/ 0 w 4300729"/>
                <a:gd name="connsiteY0" fmla="*/ 0 h 4314977"/>
                <a:gd name="connsiteX1" fmla="*/ 1190625 w 4300729"/>
                <a:gd name="connsiteY1" fmla="*/ 990600 h 4314977"/>
                <a:gd name="connsiteX2" fmla="*/ 1095375 w 4300729"/>
                <a:gd name="connsiteY2" fmla="*/ 1152525 h 4314977"/>
                <a:gd name="connsiteX3" fmla="*/ 1371600 w 4300729"/>
                <a:gd name="connsiteY3" fmla="*/ 1390650 h 4314977"/>
                <a:gd name="connsiteX4" fmla="*/ 1276350 w 4300729"/>
                <a:gd name="connsiteY4" fmla="*/ 1552575 h 4314977"/>
                <a:gd name="connsiteX5" fmla="*/ 1590675 w 4300729"/>
                <a:gd name="connsiteY5" fmla="*/ 1762125 h 4314977"/>
                <a:gd name="connsiteX6" fmla="*/ 1863090 w 4300729"/>
                <a:gd name="connsiteY6" fmla="*/ 1735455 h 4314977"/>
                <a:gd name="connsiteX7" fmla="*/ 1584960 w 4300729"/>
                <a:gd name="connsiteY7" fmla="*/ 2419350 h 4314977"/>
                <a:gd name="connsiteX8" fmla="*/ 2493645 w 4300729"/>
                <a:gd name="connsiteY8" fmla="*/ 2150745 h 4314977"/>
                <a:gd name="connsiteX9" fmla="*/ 2838450 w 4300729"/>
                <a:gd name="connsiteY9" fmla="*/ 2228850 h 4314977"/>
                <a:gd name="connsiteX10" fmla="*/ 4175760 w 4300729"/>
                <a:gd name="connsiteY10" fmla="*/ 3162300 h 4314977"/>
                <a:gd name="connsiteX11" fmla="*/ 3867150 w 4300729"/>
                <a:gd name="connsiteY11" fmla="*/ 3558540 h 4314977"/>
                <a:gd name="connsiteX12" fmla="*/ 3499485 w 4300729"/>
                <a:gd name="connsiteY12" fmla="*/ 3825240 h 4314977"/>
                <a:gd name="connsiteX13" fmla="*/ 3124200 w 4300729"/>
                <a:gd name="connsiteY13" fmla="*/ 4114800 h 4314977"/>
                <a:gd name="connsiteX14" fmla="*/ 2514600 w 4300729"/>
                <a:gd name="connsiteY14" fmla="*/ 4114800 h 4314977"/>
                <a:gd name="connsiteX15" fmla="*/ 2257425 w 4300729"/>
                <a:gd name="connsiteY15" fmla="*/ 3695700 h 4314977"/>
                <a:gd name="connsiteX16" fmla="*/ 1905000 w 4300729"/>
                <a:gd name="connsiteY16" fmla="*/ 3421380 h 4314977"/>
                <a:gd name="connsiteX17" fmla="*/ 1491615 w 4300729"/>
                <a:gd name="connsiteY17" fmla="*/ 3133725 h 4314977"/>
                <a:gd name="connsiteX18" fmla="*/ 1099185 w 4300729"/>
                <a:gd name="connsiteY18" fmla="*/ 3011805 h 4314977"/>
                <a:gd name="connsiteX19" fmla="*/ 933450 w 4300729"/>
                <a:gd name="connsiteY19" fmla="*/ 2733675 h 4314977"/>
                <a:gd name="connsiteX20" fmla="*/ 666750 w 4300729"/>
                <a:gd name="connsiteY20" fmla="*/ 2543175 h 4314977"/>
                <a:gd name="connsiteX21" fmla="*/ 581025 w 4300729"/>
                <a:gd name="connsiteY21" fmla="*/ 2676525 h 4314977"/>
                <a:gd name="connsiteX22" fmla="*/ 200025 w 4300729"/>
                <a:gd name="connsiteY22" fmla="*/ 2457450 h 4314977"/>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00729" h="4336841">
                  <a:moveTo>
                    <a:pt x="0" y="0"/>
                  </a:moveTo>
                  <a:lnTo>
                    <a:pt x="1190625" y="990600"/>
                  </a:lnTo>
                  <a:lnTo>
                    <a:pt x="1095375" y="1152525"/>
                  </a:lnTo>
                  <a:lnTo>
                    <a:pt x="1371600" y="1390650"/>
                  </a:lnTo>
                  <a:cubicBezTo>
                    <a:pt x="1343660" y="1424940"/>
                    <a:pt x="1330960" y="1468755"/>
                    <a:pt x="1276350" y="1552575"/>
                  </a:cubicBezTo>
                  <a:lnTo>
                    <a:pt x="1590675" y="1762125"/>
                  </a:lnTo>
                  <a:lnTo>
                    <a:pt x="1863090" y="1735455"/>
                  </a:lnTo>
                  <a:cubicBezTo>
                    <a:pt x="1779905" y="1943100"/>
                    <a:pt x="1500505" y="2352675"/>
                    <a:pt x="1584960" y="2419350"/>
                  </a:cubicBezTo>
                  <a:cubicBezTo>
                    <a:pt x="1848485" y="2598420"/>
                    <a:pt x="2131060" y="2545080"/>
                    <a:pt x="2493645" y="2150745"/>
                  </a:cubicBezTo>
                  <a:cubicBezTo>
                    <a:pt x="2632710" y="2167890"/>
                    <a:pt x="2667000" y="2194560"/>
                    <a:pt x="2838450" y="2228850"/>
                  </a:cubicBezTo>
                  <a:cubicBezTo>
                    <a:pt x="3365500" y="2581275"/>
                    <a:pt x="3705860" y="2830830"/>
                    <a:pt x="4175760" y="3162300"/>
                  </a:cubicBezTo>
                  <a:cubicBezTo>
                    <a:pt x="4492625" y="3402965"/>
                    <a:pt x="4138930" y="3763645"/>
                    <a:pt x="3867150" y="3558540"/>
                  </a:cubicBezTo>
                  <a:cubicBezTo>
                    <a:pt x="4075430" y="3846830"/>
                    <a:pt x="3731260" y="4053205"/>
                    <a:pt x="3499485" y="3825240"/>
                  </a:cubicBezTo>
                  <a:cubicBezTo>
                    <a:pt x="3655695" y="4135755"/>
                    <a:pt x="3339465" y="4251960"/>
                    <a:pt x="3124200" y="4114800"/>
                  </a:cubicBezTo>
                  <a:cubicBezTo>
                    <a:pt x="3195320" y="4331970"/>
                    <a:pt x="2860675" y="4480560"/>
                    <a:pt x="2514600" y="4114800"/>
                  </a:cubicBezTo>
                  <a:cubicBezTo>
                    <a:pt x="2600325" y="3889375"/>
                    <a:pt x="2466975" y="3663950"/>
                    <a:pt x="2257425" y="3695700"/>
                  </a:cubicBezTo>
                  <a:cubicBezTo>
                    <a:pt x="2286000" y="3454400"/>
                    <a:pt x="2052637" y="3331845"/>
                    <a:pt x="1905000" y="3421380"/>
                  </a:cubicBezTo>
                  <a:cubicBezTo>
                    <a:pt x="1963925" y="3231958"/>
                    <a:pt x="1637665" y="3032125"/>
                    <a:pt x="1491615" y="3133725"/>
                  </a:cubicBezTo>
                  <a:cubicBezTo>
                    <a:pt x="1548130" y="2995295"/>
                    <a:pt x="1286510" y="2834005"/>
                    <a:pt x="1099185" y="3011805"/>
                  </a:cubicBezTo>
                  <a:lnTo>
                    <a:pt x="933450" y="2733675"/>
                  </a:lnTo>
                  <a:lnTo>
                    <a:pt x="666750" y="2543175"/>
                  </a:lnTo>
                  <a:lnTo>
                    <a:pt x="581025" y="2676525"/>
                  </a:lnTo>
                  <a:lnTo>
                    <a:pt x="200025" y="2457450"/>
                  </a:lnTo>
                </a:path>
              </a:pathLst>
            </a:cu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dirty="0"/>
            </a:p>
          </p:txBody>
        </p:sp>
        <p:sp>
          <p:nvSpPr>
            <p:cNvPr id="58" name="Freeform 5">
              <a:extLst>
                <a:ext uri="{FF2B5EF4-FFF2-40B4-BE49-F238E27FC236}">
                  <a16:creationId xmlns:a16="http://schemas.microsoft.com/office/drawing/2014/main" id="{7DB34977-CCC6-D8AE-56A4-4D1F790780FB}"/>
                </a:ext>
              </a:extLst>
            </p:cNvPr>
            <p:cNvSpPr/>
            <p:nvPr/>
          </p:nvSpPr>
          <p:spPr>
            <a:xfrm>
              <a:off x="2979453" y="4301052"/>
              <a:ext cx="1379276" cy="1206796"/>
            </a:xfrm>
            <a:custGeom>
              <a:avLst/>
              <a:gdLst>
                <a:gd name="connsiteX0" fmla="*/ 0 w 1381125"/>
                <a:gd name="connsiteY0" fmla="*/ 228600 h 1209675"/>
                <a:gd name="connsiteX1" fmla="*/ 285750 w 1381125"/>
                <a:gd name="connsiteY1" fmla="*/ 381000 h 1209675"/>
                <a:gd name="connsiteX2" fmla="*/ 581025 w 1381125"/>
                <a:gd name="connsiteY2" fmla="*/ 676275 h 1209675"/>
                <a:gd name="connsiteX3" fmla="*/ 847725 w 1381125"/>
                <a:gd name="connsiteY3" fmla="*/ 952500 h 1209675"/>
                <a:gd name="connsiteX4" fmla="*/ 1257300 w 1381125"/>
                <a:gd name="connsiteY4" fmla="*/ 1209675 h 1209675"/>
                <a:gd name="connsiteX5" fmla="*/ 1381125 w 1381125"/>
                <a:gd name="connsiteY5" fmla="*/ 828675 h 1209675"/>
                <a:gd name="connsiteX6" fmla="*/ 1123950 w 1381125"/>
                <a:gd name="connsiteY6" fmla="*/ 676275 h 1209675"/>
                <a:gd name="connsiteX7" fmla="*/ 838200 w 1381125"/>
                <a:gd name="connsiteY7" fmla="*/ 400050 h 1209675"/>
                <a:gd name="connsiteX8" fmla="*/ 447675 w 1381125"/>
                <a:gd name="connsiteY8" fmla="*/ 219075 h 1209675"/>
                <a:gd name="connsiteX9" fmla="*/ 114300 w 1381125"/>
                <a:gd name="connsiteY9" fmla="*/ 0 h 1209675"/>
                <a:gd name="connsiteX10" fmla="*/ 57150 w 1381125"/>
                <a:gd name="connsiteY10" fmla="*/ 247650 h 1209675"/>
                <a:gd name="connsiteX0" fmla="*/ 0 w 1381125"/>
                <a:gd name="connsiteY0" fmla="*/ 228600 h 1209675"/>
                <a:gd name="connsiteX1" fmla="*/ 285750 w 1381125"/>
                <a:gd name="connsiteY1" fmla="*/ 381000 h 1209675"/>
                <a:gd name="connsiteX2" fmla="*/ 581025 w 1381125"/>
                <a:gd name="connsiteY2" fmla="*/ 676275 h 1209675"/>
                <a:gd name="connsiteX3" fmla="*/ 847725 w 1381125"/>
                <a:gd name="connsiteY3" fmla="*/ 952500 h 1209675"/>
                <a:gd name="connsiteX4" fmla="*/ 1257300 w 1381125"/>
                <a:gd name="connsiteY4" fmla="*/ 1209675 h 1209675"/>
                <a:gd name="connsiteX5" fmla="*/ 1381125 w 1381125"/>
                <a:gd name="connsiteY5" fmla="*/ 828675 h 1209675"/>
                <a:gd name="connsiteX6" fmla="*/ 1123950 w 1381125"/>
                <a:gd name="connsiteY6" fmla="*/ 676275 h 1209675"/>
                <a:gd name="connsiteX7" fmla="*/ 838200 w 1381125"/>
                <a:gd name="connsiteY7" fmla="*/ 400050 h 1209675"/>
                <a:gd name="connsiteX8" fmla="*/ 447675 w 1381125"/>
                <a:gd name="connsiteY8" fmla="*/ 219075 h 1209675"/>
                <a:gd name="connsiteX9" fmla="*/ 114300 w 1381125"/>
                <a:gd name="connsiteY9" fmla="*/ 0 h 1209675"/>
                <a:gd name="connsiteX10" fmla="*/ 7620 w 1381125"/>
                <a:gd name="connsiteY10" fmla="*/ 224790 h 1209675"/>
                <a:gd name="connsiteX0" fmla="*/ 0 w 1381125"/>
                <a:gd name="connsiteY0" fmla="*/ 228600 h 1209675"/>
                <a:gd name="connsiteX1" fmla="*/ 285750 w 1381125"/>
                <a:gd name="connsiteY1" fmla="*/ 381000 h 1209675"/>
                <a:gd name="connsiteX2" fmla="*/ 581025 w 1381125"/>
                <a:gd name="connsiteY2" fmla="*/ 676275 h 1209675"/>
                <a:gd name="connsiteX3" fmla="*/ 847725 w 1381125"/>
                <a:gd name="connsiteY3" fmla="*/ 952500 h 1209675"/>
                <a:gd name="connsiteX4" fmla="*/ 1257300 w 1381125"/>
                <a:gd name="connsiteY4" fmla="*/ 1209675 h 1209675"/>
                <a:gd name="connsiteX5" fmla="*/ 1381125 w 1381125"/>
                <a:gd name="connsiteY5" fmla="*/ 828675 h 1209675"/>
                <a:gd name="connsiteX6" fmla="*/ 1123950 w 1381125"/>
                <a:gd name="connsiteY6" fmla="*/ 676275 h 1209675"/>
                <a:gd name="connsiteX7" fmla="*/ 838200 w 1381125"/>
                <a:gd name="connsiteY7" fmla="*/ 400050 h 1209675"/>
                <a:gd name="connsiteX8" fmla="*/ 447675 w 1381125"/>
                <a:gd name="connsiteY8" fmla="*/ 219075 h 1209675"/>
                <a:gd name="connsiteX9" fmla="*/ 114300 w 1381125"/>
                <a:gd name="connsiteY9" fmla="*/ 0 h 1209675"/>
                <a:gd name="connsiteX10" fmla="*/ 7620 w 1381125"/>
                <a:gd name="connsiteY10" fmla="*/ 194310 h 1209675"/>
                <a:gd name="connsiteX0" fmla="*/ 3810 w 1384935"/>
                <a:gd name="connsiteY0" fmla="*/ 228600 h 1209675"/>
                <a:gd name="connsiteX1" fmla="*/ 289560 w 1384935"/>
                <a:gd name="connsiteY1" fmla="*/ 381000 h 1209675"/>
                <a:gd name="connsiteX2" fmla="*/ 584835 w 1384935"/>
                <a:gd name="connsiteY2" fmla="*/ 676275 h 1209675"/>
                <a:gd name="connsiteX3" fmla="*/ 851535 w 1384935"/>
                <a:gd name="connsiteY3" fmla="*/ 952500 h 1209675"/>
                <a:gd name="connsiteX4" fmla="*/ 1261110 w 1384935"/>
                <a:gd name="connsiteY4" fmla="*/ 1209675 h 1209675"/>
                <a:gd name="connsiteX5" fmla="*/ 1384935 w 1384935"/>
                <a:gd name="connsiteY5" fmla="*/ 828675 h 1209675"/>
                <a:gd name="connsiteX6" fmla="*/ 1127760 w 1384935"/>
                <a:gd name="connsiteY6" fmla="*/ 676275 h 1209675"/>
                <a:gd name="connsiteX7" fmla="*/ 842010 w 1384935"/>
                <a:gd name="connsiteY7" fmla="*/ 400050 h 1209675"/>
                <a:gd name="connsiteX8" fmla="*/ 451485 w 1384935"/>
                <a:gd name="connsiteY8" fmla="*/ 219075 h 1209675"/>
                <a:gd name="connsiteX9" fmla="*/ 118110 w 1384935"/>
                <a:gd name="connsiteY9" fmla="*/ 0 h 1209675"/>
                <a:gd name="connsiteX10" fmla="*/ 0 w 1384935"/>
                <a:gd name="connsiteY10" fmla="*/ 236220 h 1209675"/>
                <a:gd name="connsiteX0" fmla="*/ 7620 w 1388745"/>
                <a:gd name="connsiteY0" fmla="*/ 228600 h 1209675"/>
                <a:gd name="connsiteX1" fmla="*/ 293370 w 1388745"/>
                <a:gd name="connsiteY1" fmla="*/ 38100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93370 w 1388745"/>
                <a:gd name="connsiteY1" fmla="*/ 38100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106805"/>
                <a:gd name="connsiteX1" fmla="*/ 243840 w 1388745"/>
                <a:gd name="connsiteY1" fmla="*/ 377190 h 1106805"/>
                <a:gd name="connsiteX2" fmla="*/ 588645 w 1388745"/>
                <a:gd name="connsiteY2" fmla="*/ 676275 h 1106805"/>
                <a:gd name="connsiteX3" fmla="*/ 855345 w 1388745"/>
                <a:gd name="connsiteY3" fmla="*/ 952500 h 1106805"/>
                <a:gd name="connsiteX4" fmla="*/ 1268730 w 1388745"/>
                <a:gd name="connsiteY4" fmla="*/ 1106805 h 1106805"/>
                <a:gd name="connsiteX5" fmla="*/ 1388745 w 1388745"/>
                <a:gd name="connsiteY5" fmla="*/ 828675 h 1106805"/>
                <a:gd name="connsiteX6" fmla="*/ 1131570 w 1388745"/>
                <a:gd name="connsiteY6" fmla="*/ 676275 h 1106805"/>
                <a:gd name="connsiteX7" fmla="*/ 845820 w 1388745"/>
                <a:gd name="connsiteY7" fmla="*/ 400050 h 1106805"/>
                <a:gd name="connsiteX8" fmla="*/ 455295 w 1388745"/>
                <a:gd name="connsiteY8" fmla="*/ 219075 h 1106805"/>
                <a:gd name="connsiteX9" fmla="*/ 121920 w 1388745"/>
                <a:gd name="connsiteY9" fmla="*/ 0 h 1106805"/>
                <a:gd name="connsiteX10" fmla="*/ 0 w 1388745"/>
                <a:gd name="connsiteY10" fmla="*/ 201930 h 1106805"/>
                <a:gd name="connsiteX0" fmla="*/ 7620 w 1388745"/>
                <a:gd name="connsiteY0" fmla="*/ 228600 h 1161688"/>
                <a:gd name="connsiteX1" fmla="*/ 243840 w 1388745"/>
                <a:gd name="connsiteY1" fmla="*/ 377190 h 1161688"/>
                <a:gd name="connsiteX2" fmla="*/ 588645 w 1388745"/>
                <a:gd name="connsiteY2" fmla="*/ 676275 h 1161688"/>
                <a:gd name="connsiteX3" fmla="*/ 855345 w 1388745"/>
                <a:gd name="connsiteY3" fmla="*/ 952500 h 1161688"/>
                <a:gd name="connsiteX4" fmla="*/ 1268730 w 1388745"/>
                <a:gd name="connsiteY4" fmla="*/ 1106805 h 1161688"/>
                <a:gd name="connsiteX5" fmla="*/ 1388745 w 1388745"/>
                <a:gd name="connsiteY5" fmla="*/ 828675 h 1161688"/>
                <a:gd name="connsiteX6" fmla="*/ 1131570 w 1388745"/>
                <a:gd name="connsiteY6" fmla="*/ 676275 h 1161688"/>
                <a:gd name="connsiteX7" fmla="*/ 845820 w 1388745"/>
                <a:gd name="connsiteY7" fmla="*/ 400050 h 1161688"/>
                <a:gd name="connsiteX8" fmla="*/ 455295 w 1388745"/>
                <a:gd name="connsiteY8" fmla="*/ 219075 h 1161688"/>
                <a:gd name="connsiteX9" fmla="*/ 121920 w 1388745"/>
                <a:gd name="connsiteY9" fmla="*/ 0 h 1161688"/>
                <a:gd name="connsiteX10" fmla="*/ 0 w 1388745"/>
                <a:gd name="connsiteY10" fmla="*/ 201930 h 1161688"/>
                <a:gd name="connsiteX0" fmla="*/ 7620 w 1388745"/>
                <a:gd name="connsiteY0" fmla="*/ 228600 h 1161688"/>
                <a:gd name="connsiteX1" fmla="*/ 243840 w 1388745"/>
                <a:gd name="connsiteY1" fmla="*/ 377190 h 1161688"/>
                <a:gd name="connsiteX2" fmla="*/ 588645 w 1388745"/>
                <a:gd name="connsiteY2" fmla="*/ 676275 h 1161688"/>
                <a:gd name="connsiteX3" fmla="*/ 855345 w 1388745"/>
                <a:gd name="connsiteY3" fmla="*/ 952500 h 1161688"/>
                <a:gd name="connsiteX4" fmla="*/ 1268730 w 1388745"/>
                <a:gd name="connsiteY4" fmla="*/ 1106805 h 1161688"/>
                <a:gd name="connsiteX5" fmla="*/ 1388745 w 1388745"/>
                <a:gd name="connsiteY5" fmla="*/ 828675 h 1161688"/>
                <a:gd name="connsiteX6" fmla="*/ 1131570 w 1388745"/>
                <a:gd name="connsiteY6" fmla="*/ 676275 h 1161688"/>
                <a:gd name="connsiteX7" fmla="*/ 845820 w 1388745"/>
                <a:gd name="connsiteY7" fmla="*/ 400050 h 1161688"/>
                <a:gd name="connsiteX8" fmla="*/ 455295 w 1388745"/>
                <a:gd name="connsiteY8" fmla="*/ 219075 h 1161688"/>
                <a:gd name="connsiteX9" fmla="*/ 121920 w 1388745"/>
                <a:gd name="connsiteY9" fmla="*/ 0 h 1161688"/>
                <a:gd name="connsiteX10" fmla="*/ 0 w 1388745"/>
                <a:gd name="connsiteY10" fmla="*/ 201930 h 1161688"/>
                <a:gd name="connsiteX0" fmla="*/ 7620 w 1397320"/>
                <a:gd name="connsiteY0" fmla="*/ 228600 h 1161688"/>
                <a:gd name="connsiteX1" fmla="*/ 243840 w 1397320"/>
                <a:gd name="connsiteY1" fmla="*/ 377190 h 1161688"/>
                <a:gd name="connsiteX2" fmla="*/ 588645 w 1397320"/>
                <a:gd name="connsiteY2" fmla="*/ 676275 h 1161688"/>
                <a:gd name="connsiteX3" fmla="*/ 855345 w 1397320"/>
                <a:gd name="connsiteY3" fmla="*/ 952500 h 1161688"/>
                <a:gd name="connsiteX4" fmla="*/ 1268730 w 1397320"/>
                <a:gd name="connsiteY4" fmla="*/ 1106805 h 1161688"/>
                <a:gd name="connsiteX5" fmla="*/ 1388745 w 1397320"/>
                <a:gd name="connsiteY5" fmla="*/ 828675 h 1161688"/>
                <a:gd name="connsiteX6" fmla="*/ 1131570 w 1397320"/>
                <a:gd name="connsiteY6" fmla="*/ 676275 h 1161688"/>
                <a:gd name="connsiteX7" fmla="*/ 845820 w 1397320"/>
                <a:gd name="connsiteY7" fmla="*/ 400050 h 1161688"/>
                <a:gd name="connsiteX8" fmla="*/ 455295 w 1397320"/>
                <a:gd name="connsiteY8" fmla="*/ 219075 h 1161688"/>
                <a:gd name="connsiteX9" fmla="*/ 121920 w 1397320"/>
                <a:gd name="connsiteY9" fmla="*/ 0 h 1161688"/>
                <a:gd name="connsiteX10" fmla="*/ 0 w 1397320"/>
                <a:gd name="connsiteY10" fmla="*/ 201930 h 1161688"/>
                <a:gd name="connsiteX0" fmla="*/ 7620 w 1397320"/>
                <a:gd name="connsiteY0" fmla="*/ 228600 h 1161688"/>
                <a:gd name="connsiteX1" fmla="*/ 243840 w 1397320"/>
                <a:gd name="connsiteY1" fmla="*/ 377190 h 1161688"/>
                <a:gd name="connsiteX2" fmla="*/ 588645 w 1397320"/>
                <a:gd name="connsiteY2" fmla="*/ 676275 h 1161688"/>
                <a:gd name="connsiteX3" fmla="*/ 855345 w 1397320"/>
                <a:gd name="connsiteY3" fmla="*/ 952500 h 1161688"/>
                <a:gd name="connsiteX4" fmla="*/ 1268730 w 1397320"/>
                <a:gd name="connsiteY4" fmla="*/ 1106805 h 1161688"/>
                <a:gd name="connsiteX5" fmla="*/ 1388745 w 1397320"/>
                <a:gd name="connsiteY5" fmla="*/ 828675 h 1161688"/>
                <a:gd name="connsiteX6" fmla="*/ 1131570 w 1397320"/>
                <a:gd name="connsiteY6" fmla="*/ 676275 h 1161688"/>
                <a:gd name="connsiteX7" fmla="*/ 845820 w 1397320"/>
                <a:gd name="connsiteY7" fmla="*/ 400050 h 1161688"/>
                <a:gd name="connsiteX8" fmla="*/ 455295 w 1397320"/>
                <a:gd name="connsiteY8" fmla="*/ 219075 h 1161688"/>
                <a:gd name="connsiteX9" fmla="*/ 121920 w 1397320"/>
                <a:gd name="connsiteY9" fmla="*/ 0 h 1161688"/>
                <a:gd name="connsiteX10" fmla="*/ 0 w 1397320"/>
                <a:gd name="connsiteY10" fmla="*/ 201930 h 1161688"/>
                <a:gd name="connsiteX0" fmla="*/ 7620 w 1397320"/>
                <a:gd name="connsiteY0" fmla="*/ 228600 h 1161688"/>
                <a:gd name="connsiteX1" fmla="*/ 243840 w 1397320"/>
                <a:gd name="connsiteY1" fmla="*/ 377190 h 1161688"/>
                <a:gd name="connsiteX2" fmla="*/ 588645 w 1397320"/>
                <a:gd name="connsiteY2" fmla="*/ 676275 h 1161688"/>
                <a:gd name="connsiteX3" fmla="*/ 855345 w 1397320"/>
                <a:gd name="connsiteY3" fmla="*/ 952500 h 1161688"/>
                <a:gd name="connsiteX4" fmla="*/ 1268730 w 1397320"/>
                <a:gd name="connsiteY4" fmla="*/ 1106805 h 1161688"/>
                <a:gd name="connsiteX5" fmla="*/ 1388745 w 1397320"/>
                <a:gd name="connsiteY5" fmla="*/ 828675 h 1161688"/>
                <a:gd name="connsiteX6" fmla="*/ 1131570 w 1397320"/>
                <a:gd name="connsiteY6" fmla="*/ 676275 h 1161688"/>
                <a:gd name="connsiteX7" fmla="*/ 845820 w 1397320"/>
                <a:gd name="connsiteY7" fmla="*/ 400050 h 1161688"/>
                <a:gd name="connsiteX8" fmla="*/ 455295 w 1397320"/>
                <a:gd name="connsiteY8" fmla="*/ 219075 h 1161688"/>
                <a:gd name="connsiteX9" fmla="*/ 121920 w 1397320"/>
                <a:gd name="connsiteY9" fmla="*/ 0 h 1161688"/>
                <a:gd name="connsiteX10" fmla="*/ 0 w 1397320"/>
                <a:gd name="connsiteY10" fmla="*/ 201930 h 1161688"/>
                <a:gd name="connsiteX0" fmla="*/ 7620 w 1376446"/>
                <a:gd name="connsiteY0" fmla="*/ 228600 h 1161688"/>
                <a:gd name="connsiteX1" fmla="*/ 243840 w 1376446"/>
                <a:gd name="connsiteY1" fmla="*/ 377190 h 1161688"/>
                <a:gd name="connsiteX2" fmla="*/ 588645 w 1376446"/>
                <a:gd name="connsiteY2" fmla="*/ 676275 h 1161688"/>
                <a:gd name="connsiteX3" fmla="*/ 855345 w 1376446"/>
                <a:gd name="connsiteY3" fmla="*/ 952500 h 1161688"/>
                <a:gd name="connsiteX4" fmla="*/ 1268730 w 1376446"/>
                <a:gd name="connsiteY4" fmla="*/ 1106805 h 1161688"/>
                <a:gd name="connsiteX5" fmla="*/ 1365885 w 1376446"/>
                <a:gd name="connsiteY5" fmla="*/ 859155 h 1161688"/>
                <a:gd name="connsiteX6" fmla="*/ 1131570 w 1376446"/>
                <a:gd name="connsiteY6" fmla="*/ 676275 h 1161688"/>
                <a:gd name="connsiteX7" fmla="*/ 845820 w 1376446"/>
                <a:gd name="connsiteY7" fmla="*/ 400050 h 1161688"/>
                <a:gd name="connsiteX8" fmla="*/ 455295 w 1376446"/>
                <a:gd name="connsiteY8" fmla="*/ 219075 h 1161688"/>
                <a:gd name="connsiteX9" fmla="*/ 121920 w 1376446"/>
                <a:gd name="connsiteY9" fmla="*/ 0 h 1161688"/>
                <a:gd name="connsiteX10" fmla="*/ 0 w 1376446"/>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67627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67627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67627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71818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71818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71818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15340 w 1365973"/>
                <a:gd name="connsiteY7" fmla="*/ 40767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15340 w 1365973"/>
                <a:gd name="connsiteY7" fmla="*/ 40767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40055 w 1365973"/>
                <a:gd name="connsiteY8" fmla="*/ 20383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40055 w 1365973"/>
                <a:gd name="connsiteY8" fmla="*/ 20383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40055 w 1365973"/>
                <a:gd name="connsiteY8" fmla="*/ 20383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21005 w 1365973"/>
                <a:gd name="connsiteY8" fmla="*/ 19621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21005 w 1365973"/>
                <a:gd name="connsiteY8" fmla="*/ 19621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21005 w 1365973"/>
                <a:gd name="connsiteY8" fmla="*/ 19621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371475 w 1365973"/>
                <a:gd name="connsiteY8" fmla="*/ 17716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371475 w 1365973"/>
                <a:gd name="connsiteY8" fmla="*/ 177165 h 1161688"/>
                <a:gd name="connsiteX9" fmla="*/ 121920 w 1365973"/>
                <a:gd name="connsiteY9" fmla="*/ 0 h 1161688"/>
                <a:gd name="connsiteX10" fmla="*/ 0 w 1365973"/>
                <a:gd name="connsiteY10" fmla="*/ 201930 h 1161688"/>
                <a:gd name="connsiteX0" fmla="*/ 7620 w 1365973"/>
                <a:gd name="connsiteY0" fmla="*/ 251322 h 1184410"/>
                <a:gd name="connsiteX1" fmla="*/ 243840 w 1365973"/>
                <a:gd name="connsiteY1" fmla="*/ 399912 h 1184410"/>
                <a:gd name="connsiteX2" fmla="*/ 588645 w 1365973"/>
                <a:gd name="connsiteY2" fmla="*/ 698997 h 1184410"/>
                <a:gd name="connsiteX3" fmla="*/ 855345 w 1365973"/>
                <a:gd name="connsiteY3" fmla="*/ 975222 h 1184410"/>
                <a:gd name="connsiteX4" fmla="*/ 1268730 w 1365973"/>
                <a:gd name="connsiteY4" fmla="*/ 1129527 h 1184410"/>
                <a:gd name="connsiteX5" fmla="*/ 1365885 w 1365973"/>
                <a:gd name="connsiteY5" fmla="*/ 881877 h 1184410"/>
                <a:gd name="connsiteX6" fmla="*/ 1112520 w 1365973"/>
                <a:gd name="connsiteY6" fmla="*/ 725667 h 1184410"/>
                <a:gd name="connsiteX7" fmla="*/ 704850 w 1365973"/>
                <a:gd name="connsiteY7" fmla="*/ 441822 h 1184410"/>
                <a:gd name="connsiteX8" fmla="*/ 371475 w 1365973"/>
                <a:gd name="connsiteY8" fmla="*/ 199887 h 1184410"/>
                <a:gd name="connsiteX9" fmla="*/ 121920 w 1365973"/>
                <a:gd name="connsiteY9" fmla="*/ 22722 h 1184410"/>
                <a:gd name="connsiteX10" fmla="*/ 0 w 1365973"/>
                <a:gd name="connsiteY10" fmla="*/ 224652 h 1184410"/>
                <a:gd name="connsiteX0" fmla="*/ 7620 w 1365973"/>
                <a:gd name="connsiteY0" fmla="*/ 263643 h 1196731"/>
                <a:gd name="connsiteX1" fmla="*/ 243840 w 1365973"/>
                <a:gd name="connsiteY1" fmla="*/ 412233 h 1196731"/>
                <a:gd name="connsiteX2" fmla="*/ 588645 w 1365973"/>
                <a:gd name="connsiteY2" fmla="*/ 711318 h 1196731"/>
                <a:gd name="connsiteX3" fmla="*/ 855345 w 1365973"/>
                <a:gd name="connsiteY3" fmla="*/ 987543 h 1196731"/>
                <a:gd name="connsiteX4" fmla="*/ 1268730 w 1365973"/>
                <a:gd name="connsiteY4" fmla="*/ 1141848 h 1196731"/>
                <a:gd name="connsiteX5" fmla="*/ 1365885 w 1365973"/>
                <a:gd name="connsiteY5" fmla="*/ 894198 h 1196731"/>
                <a:gd name="connsiteX6" fmla="*/ 1112520 w 1365973"/>
                <a:gd name="connsiteY6" fmla="*/ 737988 h 1196731"/>
                <a:gd name="connsiteX7" fmla="*/ 704850 w 1365973"/>
                <a:gd name="connsiteY7" fmla="*/ 454143 h 1196731"/>
                <a:gd name="connsiteX8" fmla="*/ 371475 w 1365973"/>
                <a:gd name="connsiteY8" fmla="*/ 212208 h 1196731"/>
                <a:gd name="connsiteX9" fmla="*/ 121920 w 1365973"/>
                <a:gd name="connsiteY9" fmla="*/ 35043 h 1196731"/>
                <a:gd name="connsiteX10" fmla="*/ 0 w 1365973"/>
                <a:gd name="connsiteY10" fmla="*/ 236973 h 1196731"/>
                <a:gd name="connsiteX0" fmla="*/ 7620 w 1365973"/>
                <a:gd name="connsiteY0" fmla="*/ 263643 h 1196731"/>
                <a:gd name="connsiteX1" fmla="*/ 243840 w 1365973"/>
                <a:gd name="connsiteY1" fmla="*/ 412233 h 1196731"/>
                <a:gd name="connsiteX2" fmla="*/ 588645 w 1365973"/>
                <a:gd name="connsiteY2" fmla="*/ 711318 h 1196731"/>
                <a:gd name="connsiteX3" fmla="*/ 855345 w 1365973"/>
                <a:gd name="connsiteY3" fmla="*/ 987543 h 1196731"/>
                <a:gd name="connsiteX4" fmla="*/ 1268730 w 1365973"/>
                <a:gd name="connsiteY4" fmla="*/ 1141848 h 1196731"/>
                <a:gd name="connsiteX5" fmla="*/ 1365885 w 1365973"/>
                <a:gd name="connsiteY5" fmla="*/ 894198 h 1196731"/>
                <a:gd name="connsiteX6" fmla="*/ 1112520 w 1365973"/>
                <a:gd name="connsiteY6" fmla="*/ 737988 h 1196731"/>
                <a:gd name="connsiteX7" fmla="*/ 704850 w 1365973"/>
                <a:gd name="connsiteY7" fmla="*/ 454143 h 1196731"/>
                <a:gd name="connsiteX8" fmla="*/ 352425 w 1365973"/>
                <a:gd name="connsiteY8" fmla="*/ 212208 h 1196731"/>
                <a:gd name="connsiteX9" fmla="*/ 121920 w 1365973"/>
                <a:gd name="connsiteY9" fmla="*/ 35043 h 1196731"/>
                <a:gd name="connsiteX10" fmla="*/ 0 w 1365973"/>
                <a:gd name="connsiteY10" fmla="*/ 23697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3069 w 1379042"/>
                <a:gd name="connsiteY10" fmla="*/ 23697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639 w 1379042"/>
                <a:gd name="connsiteY10" fmla="*/ 22935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639 w 1379042"/>
                <a:gd name="connsiteY10" fmla="*/ 22935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639 w 1379042"/>
                <a:gd name="connsiteY10" fmla="*/ 229353 h 1196731"/>
                <a:gd name="connsiteX11" fmla="*/ 1639 w 1379042"/>
                <a:gd name="connsiteY11" fmla="*/ 236973 h 1196731"/>
                <a:gd name="connsiteX0" fmla="*/ 2847 w 1380250"/>
                <a:gd name="connsiteY0" fmla="*/ 236973 h 1196731"/>
                <a:gd name="connsiteX1" fmla="*/ 258117 w 1380250"/>
                <a:gd name="connsiteY1" fmla="*/ 412233 h 1196731"/>
                <a:gd name="connsiteX2" fmla="*/ 602922 w 1380250"/>
                <a:gd name="connsiteY2" fmla="*/ 711318 h 1196731"/>
                <a:gd name="connsiteX3" fmla="*/ 869622 w 1380250"/>
                <a:gd name="connsiteY3" fmla="*/ 987543 h 1196731"/>
                <a:gd name="connsiteX4" fmla="*/ 1283007 w 1380250"/>
                <a:gd name="connsiteY4" fmla="*/ 1141848 h 1196731"/>
                <a:gd name="connsiteX5" fmla="*/ 1380162 w 1380250"/>
                <a:gd name="connsiteY5" fmla="*/ 894198 h 1196731"/>
                <a:gd name="connsiteX6" fmla="*/ 1126797 w 1380250"/>
                <a:gd name="connsiteY6" fmla="*/ 737988 h 1196731"/>
                <a:gd name="connsiteX7" fmla="*/ 719127 w 1380250"/>
                <a:gd name="connsiteY7" fmla="*/ 454143 h 1196731"/>
                <a:gd name="connsiteX8" fmla="*/ 366702 w 1380250"/>
                <a:gd name="connsiteY8" fmla="*/ 212208 h 1196731"/>
                <a:gd name="connsiteX9" fmla="*/ 136197 w 1380250"/>
                <a:gd name="connsiteY9" fmla="*/ 35043 h 1196731"/>
                <a:gd name="connsiteX10" fmla="*/ 2847 w 1380250"/>
                <a:gd name="connsiteY10" fmla="*/ 236973 h 1196731"/>
                <a:gd name="connsiteX0" fmla="*/ 1640 w 1379043"/>
                <a:gd name="connsiteY0" fmla="*/ 236973 h 1196731"/>
                <a:gd name="connsiteX1" fmla="*/ 256910 w 1379043"/>
                <a:gd name="connsiteY1" fmla="*/ 412233 h 1196731"/>
                <a:gd name="connsiteX2" fmla="*/ 601715 w 1379043"/>
                <a:gd name="connsiteY2" fmla="*/ 711318 h 1196731"/>
                <a:gd name="connsiteX3" fmla="*/ 868415 w 1379043"/>
                <a:gd name="connsiteY3" fmla="*/ 987543 h 1196731"/>
                <a:gd name="connsiteX4" fmla="*/ 1281800 w 1379043"/>
                <a:gd name="connsiteY4" fmla="*/ 1141848 h 1196731"/>
                <a:gd name="connsiteX5" fmla="*/ 1378955 w 1379043"/>
                <a:gd name="connsiteY5" fmla="*/ 894198 h 1196731"/>
                <a:gd name="connsiteX6" fmla="*/ 1125590 w 1379043"/>
                <a:gd name="connsiteY6" fmla="*/ 737988 h 1196731"/>
                <a:gd name="connsiteX7" fmla="*/ 717920 w 1379043"/>
                <a:gd name="connsiteY7" fmla="*/ 454143 h 1196731"/>
                <a:gd name="connsiteX8" fmla="*/ 365495 w 1379043"/>
                <a:gd name="connsiteY8" fmla="*/ 212208 h 1196731"/>
                <a:gd name="connsiteX9" fmla="*/ 134990 w 1379043"/>
                <a:gd name="connsiteY9" fmla="*/ 35043 h 1196731"/>
                <a:gd name="connsiteX10" fmla="*/ 1640 w 1379043"/>
                <a:gd name="connsiteY10" fmla="*/ 236973 h 1196731"/>
                <a:gd name="connsiteX0" fmla="*/ 17 w 1377420"/>
                <a:gd name="connsiteY0" fmla="*/ 236973 h 1196731"/>
                <a:gd name="connsiteX1" fmla="*/ 255287 w 1377420"/>
                <a:gd name="connsiteY1" fmla="*/ 412233 h 1196731"/>
                <a:gd name="connsiteX2" fmla="*/ 600092 w 1377420"/>
                <a:gd name="connsiteY2" fmla="*/ 711318 h 1196731"/>
                <a:gd name="connsiteX3" fmla="*/ 866792 w 1377420"/>
                <a:gd name="connsiteY3" fmla="*/ 987543 h 1196731"/>
                <a:gd name="connsiteX4" fmla="*/ 1280177 w 1377420"/>
                <a:gd name="connsiteY4" fmla="*/ 1141848 h 1196731"/>
                <a:gd name="connsiteX5" fmla="*/ 1377332 w 1377420"/>
                <a:gd name="connsiteY5" fmla="*/ 894198 h 1196731"/>
                <a:gd name="connsiteX6" fmla="*/ 1123967 w 1377420"/>
                <a:gd name="connsiteY6" fmla="*/ 737988 h 1196731"/>
                <a:gd name="connsiteX7" fmla="*/ 716297 w 1377420"/>
                <a:gd name="connsiteY7" fmla="*/ 454143 h 1196731"/>
                <a:gd name="connsiteX8" fmla="*/ 363872 w 1377420"/>
                <a:gd name="connsiteY8" fmla="*/ 212208 h 1196731"/>
                <a:gd name="connsiteX9" fmla="*/ 133367 w 1377420"/>
                <a:gd name="connsiteY9" fmla="*/ 35043 h 1196731"/>
                <a:gd name="connsiteX10" fmla="*/ 17 w 1377420"/>
                <a:gd name="connsiteY10" fmla="*/ 236973 h 1196731"/>
                <a:gd name="connsiteX0" fmla="*/ 3783 w 1381186"/>
                <a:gd name="connsiteY0" fmla="*/ 236973 h 1196731"/>
                <a:gd name="connsiteX1" fmla="*/ 259053 w 1381186"/>
                <a:gd name="connsiteY1" fmla="*/ 412233 h 1196731"/>
                <a:gd name="connsiteX2" fmla="*/ 603858 w 1381186"/>
                <a:gd name="connsiteY2" fmla="*/ 711318 h 1196731"/>
                <a:gd name="connsiteX3" fmla="*/ 870558 w 1381186"/>
                <a:gd name="connsiteY3" fmla="*/ 987543 h 1196731"/>
                <a:gd name="connsiteX4" fmla="*/ 1283943 w 1381186"/>
                <a:gd name="connsiteY4" fmla="*/ 1141848 h 1196731"/>
                <a:gd name="connsiteX5" fmla="*/ 1381098 w 1381186"/>
                <a:gd name="connsiteY5" fmla="*/ 894198 h 1196731"/>
                <a:gd name="connsiteX6" fmla="*/ 1127733 w 1381186"/>
                <a:gd name="connsiteY6" fmla="*/ 737988 h 1196731"/>
                <a:gd name="connsiteX7" fmla="*/ 720063 w 1381186"/>
                <a:gd name="connsiteY7" fmla="*/ 454143 h 1196731"/>
                <a:gd name="connsiteX8" fmla="*/ 367638 w 1381186"/>
                <a:gd name="connsiteY8" fmla="*/ 212208 h 1196731"/>
                <a:gd name="connsiteX9" fmla="*/ 137133 w 1381186"/>
                <a:gd name="connsiteY9" fmla="*/ 35043 h 1196731"/>
                <a:gd name="connsiteX10" fmla="*/ 3783 w 1381186"/>
                <a:gd name="connsiteY10" fmla="*/ 236973 h 1196731"/>
                <a:gd name="connsiteX0" fmla="*/ 4467 w 1381870"/>
                <a:gd name="connsiteY0" fmla="*/ 236973 h 1196731"/>
                <a:gd name="connsiteX1" fmla="*/ 259737 w 1381870"/>
                <a:gd name="connsiteY1" fmla="*/ 412233 h 1196731"/>
                <a:gd name="connsiteX2" fmla="*/ 604542 w 1381870"/>
                <a:gd name="connsiteY2" fmla="*/ 711318 h 1196731"/>
                <a:gd name="connsiteX3" fmla="*/ 871242 w 1381870"/>
                <a:gd name="connsiteY3" fmla="*/ 987543 h 1196731"/>
                <a:gd name="connsiteX4" fmla="*/ 1284627 w 1381870"/>
                <a:gd name="connsiteY4" fmla="*/ 1141848 h 1196731"/>
                <a:gd name="connsiteX5" fmla="*/ 1381782 w 1381870"/>
                <a:gd name="connsiteY5" fmla="*/ 894198 h 1196731"/>
                <a:gd name="connsiteX6" fmla="*/ 1128417 w 1381870"/>
                <a:gd name="connsiteY6" fmla="*/ 737988 h 1196731"/>
                <a:gd name="connsiteX7" fmla="*/ 720747 w 1381870"/>
                <a:gd name="connsiteY7" fmla="*/ 454143 h 1196731"/>
                <a:gd name="connsiteX8" fmla="*/ 368322 w 1381870"/>
                <a:gd name="connsiteY8" fmla="*/ 212208 h 1196731"/>
                <a:gd name="connsiteX9" fmla="*/ 137817 w 1381870"/>
                <a:gd name="connsiteY9" fmla="*/ 35043 h 1196731"/>
                <a:gd name="connsiteX10" fmla="*/ 4467 w 1381870"/>
                <a:gd name="connsiteY10" fmla="*/ 236973 h 1196731"/>
                <a:gd name="connsiteX0" fmla="*/ 4467 w 1381870"/>
                <a:gd name="connsiteY0" fmla="*/ 217026 h 1176784"/>
                <a:gd name="connsiteX1" fmla="*/ 259737 w 1381870"/>
                <a:gd name="connsiteY1" fmla="*/ 392286 h 1176784"/>
                <a:gd name="connsiteX2" fmla="*/ 604542 w 1381870"/>
                <a:gd name="connsiteY2" fmla="*/ 691371 h 1176784"/>
                <a:gd name="connsiteX3" fmla="*/ 871242 w 1381870"/>
                <a:gd name="connsiteY3" fmla="*/ 967596 h 1176784"/>
                <a:gd name="connsiteX4" fmla="*/ 1284627 w 1381870"/>
                <a:gd name="connsiteY4" fmla="*/ 1121901 h 1176784"/>
                <a:gd name="connsiteX5" fmla="*/ 1381782 w 1381870"/>
                <a:gd name="connsiteY5" fmla="*/ 874251 h 1176784"/>
                <a:gd name="connsiteX6" fmla="*/ 1128417 w 1381870"/>
                <a:gd name="connsiteY6" fmla="*/ 718041 h 1176784"/>
                <a:gd name="connsiteX7" fmla="*/ 720747 w 1381870"/>
                <a:gd name="connsiteY7" fmla="*/ 434196 h 1176784"/>
                <a:gd name="connsiteX8" fmla="*/ 368322 w 1381870"/>
                <a:gd name="connsiteY8" fmla="*/ 192261 h 1176784"/>
                <a:gd name="connsiteX9" fmla="*/ 137817 w 1381870"/>
                <a:gd name="connsiteY9" fmla="*/ 15096 h 1176784"/>
                <a:gd name="connsiteX10" fmla="*/ 4467 w 1381870"/>
                <a:gd name="connsiteY10" fmla="*/ 217026 h 1176784"/>
                <a:gd name="connsiteX0" fmla="*/ 4825 w 1382228"/>
                <a:gd name="connsiteY0" fmla="*/ 236461 h 1196219"/>
                <a:gd name="connsiteX1" fmla="*/ 260095 w 1382228"/>
                <a:gd name="connsiteY1" fmla="*/ 411721 h 1196219"/>
                <a:gd name="connsiteX2" fmla="*/ 604900 w 1382228"/>
                <a:gd name="connsiteY2" fmla="*/ 710806 h 1196219"/>
                <a:gd name="connsiteX3" fmla="*/ 871600 w 1382228"/>
                <a:gd name="connsiteY3" fmla="*/ 987031 h 1196219"/>
                <a:gd name="connsiteX4" fmla="*/ 1284985 w 1382228"/>
                <a:gd name="connsiteY4" fmla="*/ 1141336 h 1196219"/>
                <a:gd name="connsiteX5" fmla="*/ 1382140 w 1382228"/>
                <a:gd name="connsiteY5" fmla="*/ 893686 h 1196219"/>
                <a:gd name="connsiteX6" fmla="*/ 1128775 w 1382228"/>
                <a:gd name="connsiteY6" fmla="*/ 737476 h 1196219"/>
                <a:gd name="connsiteX7" fmla="*/ 721105 w 1382228"/>
                <a:gd name="connsiteY7" fmla="*/ 453631 h 1196219"/>
                <a:gd name="connsiteX8" fmla="*/ 368680 w 1382228"/>
                <a:gd name="connsiteY8" fmla="*/ 211696 h 1196219"/>
                <a:gd name="connsiteX9" fmla="*/ 130555 w 1382228"/>
                <a:gd name="connsiteY9" fmla="*/ 11671 h 1196219"/>
                <a:gd name="connsiteX10" fmla="*/ 4825 w 1382228"/>
                <a:gd name="connsiteY10" fmla="*/ 236461 h 1196219"/>
                <a:gd name="connsiteX0" fmla="*/ 5218 w 1382621"/>
                <a:gd name="connsiteY0" fmla="*/ 236461 h 1196219"/>
                <a:gd name="connsiteX1" fmla="*/ 260488 w 1382621"/>
                <a:gd name="connsiteY1" fmla="*/ 411721 h 1196219"/>
                <a:gd name="connsiteX2" fmla="*/ 605293 w 1382621"/>
                <a:gd name="connsiteY2" fmla="*/ 710806 h 1196219"/>
                <a:gd name="connsiteX3" fmla="*/ 871993 w 1382621"/>
                <a:gd name="connsiteY3" fmla="*/ 987031 h 1196219"/>
                <a:gd name="connsiteX4" fmla="*/ 1285378 w 1382621"/>
                <a:gd name="connsiteY4" fmla="*/ 1141336 h 1196219"/>
                <a:gd name="connsiteX5" fmla="*/ 1382533 w 1382621"/>
                <a:gd name="connsiteY5" fmla="*/ 893686 h 1196219"/>
                <a:gd name="connsiteX6" fmla="*/ 1129168 w 1382621"/>
                <a:gd name="connsiteY6" fmla="*/ 737476 h 1196219"/>
                <a:gd name="connsiteX7" fmla="*/ 721498 w 1382621"/>
                <a:gd name="connsiteY7" fmla="*/ 453631 h 1196219"/>
                <a:gd name="connsiteX8" fmla="*/ 369073 w 1382621"/>
                <a:gd name="connsiteY8" fmla="*/ 211696 h 1196219"/>
                <a:gd name="connsiteX9" fmla="*/ 130948 w 1382621"/>
                <a:gd name="connsiteY9" fmla="*/ 11671 h 1196219"/>
                <a:gd name="connsiteX10" fmla="*/ 5218 w 1382621"/>
                <a:gd name="connsiteY10" fmla="*/ 236461 h 1196219"/>
                <a:gd name="connsiteX0" fmla="*/ 5218 w 1382621"/>
                <a:gd name="connsiteY0" fmla="*/ 244278 h 1204036"/>
                <a:gd name="connsiteX1" fmla="*/ 260488 w 1382621"/>
                <a:gd name="connsiteY1" fmla="*/ 419538 h 1204036"/>
                <a:gd name="connsiteX2" fmla="*/ 605293 w 1382621"/>
                <a:gd name="connsiteY2" fmla="*/ 718623 h 1204036"/>
                <a:gd name="connsiteX3" fmla="*/ 871993 w 1382621"/>
                <a:gd name="connsiteY3" fmla="*/ 994848 h 1204036"/>
                <a:gd name="connsiteX4" fmla="*/ 1285378 w 1382621"/>
                <a:gd name="connsiteY4" fmla="*/ 1149153 h 1204036"/>
                <a:gd name="connsiteX5" fmla="*/ 1382533 w 1382621"/>
                <a:gd name="connsiteY5" fmla="*/ 901503 h 1204036"/>
                <a:gd name="connsiteX6" fmla="*/ 1129168 w 1382621"/>
                <a:gd name="connsiteY6" fmla="*/ 745293 h 1204036"/>
                <a:gd name="connsiteX7" fmla="*/ 721498 w 1382621"/>
                <a:gd name="connsiteY7" fmla="*/ 461448 h 1204036"/>
                <a:gd name="connsiteX8" fmla="*/ 369073 w 1382621"/>
                <a:gd name="connsiteY8" fmla="*/ 219513 h 1204036"/>
                <a:gd name="connsiteX9" fmla="*/ 130948 w 1382621"/>
                <a:gd name="connsiteY9" fmla="*/ 19488 h 1204036"/>
                <a:gd name="connsiteX10" fmla="*/ 5218 w 1382621"/>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1873 w 1379276"/>
                <a:gd name="connsiteY0" fmla="*/ 244278 h 1204036"/>
                <a:gd name="connsiteX1" fmla="*/ 257143 w 1379276"/>
                <a:gd name="connsiteY1" fmla="*/ 419538 h 1204036"/>
                <a:gd name="connsiteX2" fmla="*/ 601948 w 1379276"/>
                <a:gd name="connsiteY2" fmla="*/ 718623 h 1204036"/>
                <a:gd name="connsiteX3" fmla="*/ 868648 w 1379276"/>
                <a:gd name="connsiteY3" fmla="*/ 994848 h 1204036"/>
                <a:gd name="connsiteX4" fmla="*/ 1282033 w 1379276"/>
                <a:gd name="connsiteY4" fmla="*/ 1149153 h 1204036"/>
                <a:gd name="connsiteX5" fmla="*/ 1379188 w 1379276"/>
                <a:gd name="connsiteY5" fmla="*/ 901503 h 1204036"/>
                <a:gd name="connsiteX6" fmla="*/ 1125823 w 1379276"/>
                <a:gd name="connsiteY6" fmla="*/ 745293 h 1204036"/>
                <a:gd name="connsiteX7" fmla="*/ 779113 w 1379276"/>
                <a:gd name="connsiteY7" fmla="*/ 484308 h 1204036"/>
                <a:gd name="connsiteX8" fmla="*/ 365728 w 1379276"/>
                <a:gd name="connsiteY8" fmla="*/ 219513 h 1204036"/>
                <a:gd name="connsiteX9" fmla="*/ 127603 w 1379276"/>
                <a:gd name="connsiteY9" fmla="*/ 19488 h 1204036"/>
                <a:gd name="connsiteX10" fmla="*/ 1873 w 1379276"/>
                <a:gd name="connsiteY10" fmla="*/ 244278 h 1204036"/>
                <a:gd name="connsiteX0" fmla="*/ 1873 w 1379276"/>
                <a:gd name="connsiteY0" fmla="*/ 244278 h 1204036"/>
                <a:gd name="connsiteX1" fmla="*/ 257143 w 1379276"/>
                <a:gd name="connsiteY1" fmla="*/ 419538 h 1204036"/>
                <a:gd name="connsiteX2" fmla="*/ 601948 w 1379276"/>
                <a:gd name="connsiteY2" fmla="*/ 718623 h 1204036"/>
                <a:gd name="connsiteX3" fmla="*/ 910558 w 1379276"/>
                <a:gd name="connsiteY3" fmla="*/ 994848 h 1204036"/>
                <a:gd name="connsiteX4" fmla="*/ 1282033 w 1379276"/>
                <a:gd name="connsiteY4" fmla="*/ 1149153 h 1204036"/>
                <a:gd name="connsiteX5" fmla="*/ 1379188 w 1379276"/>
                <a:gd name="connsiteY5" fmla="*/ 901503 h 1204036"/>
                <a:gd name="connsiteX6" fmla="*/ 1125823 w 1379276"/>
                <a:gd name="connsiteY6" fmla="*/ 745293 h 1204036"/>
                <a:gd name="connsiteX7" fmla="*/ 779113 w 1379276"/>
                <a:gd name="connsiteY7" fmla="*/ 484308 h 1204036"/>
                <a:gd name="connsiteX8" fmla="*/ 365728 w 1379276"/>
                <a:gd name="connsiteY8" fmla="*/ 219513 h 1204036"/>
                <a:gd name="connsiteX9" fmla="*/ 127603 w 1379276"/>
                <a:gd name="connsiteY9" fmla="*/ 19488 h 1204036"/>
                <a:gd name="connsiteX10" fmla="*/ 1873 w 1379276"/>
                <a:gd name="connsiteY10" fmla="*/ 244278 h 120403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0150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0150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0150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2817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2817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9276" h="1206796">
                  <a:moveTo>
                    <a:pt x="1873" y="244278"/>
                  </a:moveTo>
                  <a:cubicBezTo>
                    <a:pt x="13303" y="348418"/>
                    <a:pt x="78073" y="441128"/>
                    <a:pt x="257143" y="419538"/>
                  </a:cubicBezTo>
                  <a:cubicBezTo>
                    <a:pt x="234918" y="564953"/>
                    <a:pt x="376523" y="782758"/>
                    <a:pt x="601948" y="718623"/>
                  </a:cubicBezTo>
                  <a:cubicBezTo>
                    <a:pt x="530828" y="947858"/>
                    <a:pt x="787368" y="1085653"/>
                    <a:pt x="910558" y="994848"/>
                  </a:cubicBezTo>
                  <a:cubicBezTo>
                    <a:pt x="917543" y="1160583"/>
                    <a:pt x="1065498" y="1284408"/>
                    <a:pt x="1282033" y="1149153"/>
                  </a:cubicBezTo>
                  <a:cubicBezTo>
                    <a:pt x="1352518" y="1094543"/>
                    <a:pt x="1381093" y="1009453"/>
                    <a:pt x="1379188" y="928173"/>
                  </a:cubicBezTo>
                  <a:cubicBezTo>
                    <a:pt x="1381093" y="869753"/>
                    <a:pt x="1291558" y="727513"/>
                    <a:pt x="1125823" y="745293"/>
                  </a:cubicBezTo>
                  <a:cubicBezTo>
                    <a:pt x="1156303" y="513518"/>
                    <a:pt x="939133" y="399853"/>
                    <a:pt x="779113" y="484308"/>
                  </a:cubicBezTo>
                  <a:cubicBezTo>
                    <a:pt x="833088" y="333813"/>
                    <a:pt x="574643" y="57588"/>
                    <a:pt x="365728" y="219513"/>
                  </a:cubicBezTo>
                  <a:cubicBezTo>
                    <a:pt x="414623" y="16948"/>
                    <a:pt x="193008" y="-33217"/>
                    <a:pt x="127603" y="19488"/>
                  </a:cubicBezTo>
                  <a:cubicBezTo>
                    <a:pt x="82201" y="42666"/>
                    <a:pt x="-14637" y="116643"/>
                    <a:pt x="1873" y="244278"/>
                  </a:cubicBezTo>
                  <a:close/>
                </a:path>
              </a:pathLst>
            </a:cu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grpSp>
      <p:grpSp>
        <p:nvGrpSpPr>
          <p:cNvPr id="60" name="Group 59">
            <a:extLst>
              <a:ext uri="{FF2B5EF4-FFF2-40B4-BE49-F238E27FC236}">
                <a16:creationId xmlns:a16="http://schemas.microsoft.com/office/drawing/2014/main" id="{DFB65024-4105-C849-886B-A38071F9DD29}"/>
              </a:ext>
            </a:extLst>
          </p:cNvPr>
          <p:cNvGrpSpPr/>
          <p:nvPr/>
        </p:nvGrpSpPr>
        <p:grpSpPr>
          <a:xfrm>
            <a:off x="9116797" y="6037607"/>
            <a:ext cx="2620319" cy="525185"/>
            <a:chOff x="1612709" y="1258934"/>
            <a:chExt cx="2620319" cy="525185"/>
          </a:xfrm>
        </p:grpSpPr>
        <p:sp>
          <p:nvSpPr>
            <p:cNvPr id="61" name="Freeform: Shape 60">
              <a:extLst>
                <a:ext uri="{FF2B5EF4-FFF2-40B4-BE49-F238E27FC236}">
                  <a16:creationId xmlns:a16="http://schemas.microsoft.com/office/drawing/2014/main" id="{55A2200F-63B9-427A-A024-0227467D9795}"/>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CA7C17F-3ED3-2318-11D4-A350EF57C818}"/>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F49C6C2-3029-B943-0816-AC60117470BC}"/>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557887EE-5C5D-5839-4CC6-193A797BB827}"/>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C3754055-294C-2CC3-C948-341BB34C381C}"/>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B36FD7C4-4369-5A4F-E405-2FC4CA529BCF}"/>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A41EE1CD-F993-5F66-59AE-05A5FD6DB77F}"/>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9FDD1B9B-80CD-C5ED-4A34-64B7E1479312}"/>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6CF16EBD-F244-404D-8CCC-0623F809D083}"/>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8360E3D2-8076-3599-C43E-64AC17D2BD89}"/>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13D6BEC2-579A-AD2A-0F5A-B6458FA7E7C7}"/>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606DCBF9-44A5-2D6F-5B6E-03C8E9E9DB82}"/>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2B1A3F24-BC9A-2F93-CAE7-E50941B48CB7}"/>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90819A90-AE6B-3DB0-37B7-0D291C0C7CB9}"/>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8CC02F66-D9C0-2994-1DC4-2AD44F1F5164}"/>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D0F7EE87-BE2F-519C-4063-7C41AF20A431}"/>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C9C5D6ED-709B-0748-B713-0770C6833960}"/>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A8F5ACAC-199F-F4D6-C866-1680B4B41EBB}"/>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EA1A30D4-0508-FC42-3288-85A910EE9456}"/>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812660AC-CC5D-D588-A645-F4EA35EBE4D0}"/>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6AD42FAE-3E7F-B992-67CE-94789B8022A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870271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935503" y="4796831"/>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tx1">
                      <a:lumMod val="75000"/>
                      <a:lumOff val="25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8457422" y="4778721"/>
            <a:ext cx="3527303" cy="462508"/>
            <a:chOff x="8275715" y="4177679"/>
            <a:chExt cx="3409740" cy="462508"/>
          </a:xfrm>
          <a:solidFill>
            <a:srgbClr val="36174D"/>
          </a:solidFill>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grp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75715" y="4356220"/>
              <a:ext cx="3409740" cy="114503"/>
            </a:xfrm>
            <a:prstGeom prst="rect">
              <a:avLst/>
            </a:prstGeom>
            <a:grpFill/>
            <a:ln>
              <a:solidFill>
                <a:schemeClr val="tx1">
                  <a:lumMod val="85000"/>
                  <a:lumOff val="15000"/>
                </a:schemeClr>
              </a:solidFill>
            </a:ln>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solidFill>
                    <a:schemeClr val="tx1">
                      <a:lumMod val="65000"/>
                      <a:lumOff val="35000"/>
                    </a:schemeClr>
                  </a:solidFill>
                  <a:cs typeface="Arial" pitchFamily="34" charset="0"/>
                </a:rPr>
                <a:t>Targeted Audience</a:t>
              </a:r>
            </a:p>
          </p:txBody>
        </p:sp>
      </p:grpSp>
      <p:grpSp>
        <p:nvGrpSpPr>
          <p:cNvPr id="54" name="Group 53">
            <a:extLst>
              <a:ext uri="{FF2B5EF4-FFF2-40B4-BE49-F238E27FC236}">
                <a16:creationId xmlns:a16="http://schemas.microsoft.com/office/drawing/2014/main" id="{750CF6D1-2BDB-C5E6-66CE-7ADF691A5782}"/>
              </a:ext>
            </a:extLst>
          </p:cNvPr>
          <p:cNvGrpSpPr/>
          <p:nvPr/>
        </p:nvGrpSpPr>
        <p:grpSpPr>
          <a:xfrm>
            <a:off x="4405548" y="4532050"/>
            <a:ext cx="3074244" cy="689197"/>
            <a:chOff x="3468486" y="4153711"/>
            <a:chExt cx="2555541" cy="424416"/>
          </a:xfrm>
        </p:grpSpPr>
        <p:sp>
          <p:nvSpPr>
            <p:cNvPr id="37" name="Rectangle 36">
              <a:extLst>
                <a:ext uri="{FF2B5EF4-FFF2-40B4-BE49-F238E27FC236}">
                  <a16:creationId xmlns:a16="http://schemas.microsoft.com/office/drawing/2014/main" id="{6C5901FA-3D44-4D00-B8D5-926BAB1D7ED9}"/>
                </a:ext>
              </a:extLst>
            </p:cNvPr>
            <p:cNvSpPr/>
            <p:nvPr/>
          </p:nvSpPr>
          <p:spPr>
            <a:xfrm>
              <a:off x="3611864" y="4153711"/>
              <a:ext cx="2268786" cy="4244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iamond 40">
              <a:extLst>
                <a:ext uri="{FF2B5EF4-FFF2-40B4-BE49-F238E27FC236}">
                  <a16:creationId xmlns:a16="http://schemas.microsoft.com/office/drawing/2014/main" id="{4F0A8BC6-FE75-F551-879D-7E69FD76CB6F}"/>
                </a:ext>
              </a:extLst>
            </p:cNvPr>
            <p:cNvSpPr/>
            <p:nvPr/>
          </p:nvSpPr>
          <p:spPr>
            <a:xfrm flipH="1">
              <a:off x="4288534" y="4252623"/>
              <a:ext cx="1018825" cy="56347"/>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17">
              <a:extLst>
                <a:ext uri="{FF2B5EF4-FFF2-40B4-BE49-F238E27FC236}">
                  <a16:creationId xmlns:a16="http://schemas.microsoft.com/office/drawing/2014/main" id="{8CA1BDD3-CE3E-4AD3-9E3C-2B41C3038F97}"/>
                </a:ext>
              </a:extLst>
            </p:cNvPr>
            <p:cNvSpPr txBox="1">
              <a:spLocks/>
            </p:cNvSpPr>
            <p:nvPr/>
          </p:nvSpPr>
          <p:spPr>
            <a:xfrm>
              <a:off x="3468486" y="4228678"/>
              <a:ext cx="2555541" cy="274481"/>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bg1"/>
                  </a:solidFill>
                  <a:cs typeface="Arial" pitchFamily="34" charset="0"/>
                </a:rPr>
                <a:t>Objectives</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a:off x="9524877" y="2306651"/>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5070906" y="1894081"/>
            <a:ext cx="1818296" cy="2405800"/>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1220057" y="2363725"/>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721718" y="3675799"/>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7703036" y="3260158"/>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9307801" y="6083327"/>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a:off x="3460102" y="532498"/>
            <a:ext cx="9579995" cy="3934077"/>
            <a:chOff x="8498515" y="3884257"/>
            <a:chExt cx="9579995" cy="3934077"/>
          </a:xfrm>
        </p:grpSpPr>
        <p:sp>
          <p:nvSpPr>
            <p:cNvPr id="50" name="TextBox 49">
              <a:extLst>
                <a:ext uri="{FF2B5EF4-FFF2-40B4-BE49-F238E27FC236}">
                  <a16:creationId xmlns:a16="http://schemas.microsoft.com/office/drawing/2014/main" id="{683DC71E-D6BF-7D16-9692-13A97BAA81AE}"/>
                </a:ext>
              </a:extLst>
            </p:cNvPr>
            <p:cNvSpPr txBox="1"/>
            <p:nvPr/>
          </p:nvSpPr>
          <p:spPr>
            <a:xfrm>
              <a:off x="8498515" y="3884257"/>
              <a:ext cx="158651" cy="369332"/>
            </a:xfrm>
            <a:prstGeom prst="rect">
              <a:avLst/>
            </a:prstGeom>
            <a:noFill/>
          </p:spPr>
          <p:txBody>
            <a:bodyPr wrap="square" lIns="36000" tIns="0" rIns="36000" bIns="0" rtlCol="0" anchor="ctr">
              <a:spAutoFit/>
            </a:bodyPr>
            <a:lstStyle/>
            <a:p>
              <a:r>
                <a:rPr lang="en-US" altLang="ko-KR" sz="2400" dirty="0">
                  <a:solidFill>
                    <a:schemeClr val="bg1"/>
                  </a:solidFill>
                </a:rPr>
                <a:t>.</a:t>
              </a:r>
              <a:endParaRPr lang="ko-KR" altLang="en-US" sz="2400" dirty="0">
                <a:solidFill>
                  <a:schemeClr val="bg1"/>
                </a:solidFill>
              </a:endParaRP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7652784" y="7424601"/>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5569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323529" y="312077"/>
            <a:ext cx="3873567" cy="860681"/>
          </a:xfrm>
          <a:prstGeom prst="rect">
            <a:avLst/>
          </a:prstGeom>
        </p:spPr>
        <p:txBody>
          <a:bodyPr/>
          <a:lstStyle/>
          <a:p>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216123" y="5376211"/>
            <a:ext cx="745204" cy="68919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extLst>
                <p:ext uri="{D42A27DB-BD31-4B8C-83A1-F6EECF244321}">
                  <p14:modId xmlns:p14="http://schemas.microsoft.com/office/powerpoint/2010/main" val="2604916352"/>
                </p:ext>
              </p:extLst>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4950638" y="5578907"/>
            <a:ext cx="2268786" cy="400110"/>
          </a:xfrm>
          <a:prstGeom prst="rect">
            <a:avLst/>
          </a:prstGeom>
          <a:noFill/>
        </p:spPr>
        <p:txBody>
          <a:bodyPr wrap="square" rtlCol="0">
            <a:spAutoFit/>
          </a:bodyPr>
          <a:lstStyle/>
          <a:p>
            <a:r>
              <a:rPr lang="en-US" sz="2000" dirty="0">
                <a:solidFill>
                  <a:schemeClr val="bg1"/>
                </a:solidFill>
              </a:rPr>
              <a:t>Feasible in use</a:t>
            </a:r>
          </a:p>
        </p:txBody>
      </p:sp>
      <p:sp>
        <p:nvSpPr>
          <p:cNvPr id="70" name="L-Shape 5">
            <a:extLst>
              <a:ext uri="{FF2B5EF4-FFF2-40B4-BE49-F238E27FC236}">
                <a16:creationId xmlns:a16="http://schemas.microsoft.com/office/drawing/2014/main" id="{46ECF98B-A6C1-470B-8C38-1B617C52189A}"/>
              </a:ext>
            </a:extLst>
          </p:cNvPr>
          <p:cNvSpPr/>
          <p:nvPr/>
        </p:nvSpPr>
        <p:spPr>
          <a:xfrm rot="8120141">
            <a:off x="7783434" y="5920021"/>
            <a:ext cx="65792" cy="117992"/>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2" name="Freeform: Shape 71">
            <a:extLst>
              <a:ext uri="{FF2B5EF4-FFF2-40B4-BE49-F238E27FC236}">
                <a16:creationId xmlns:a16="http://schemas.microsoft.com/office/drawing/2014/main" id="{6D48CF37-1877-0BCC-E576-083F43E7206A}"/>
              </a:ext>
            </a:extLst>
          </p:cNvPr>
          <p:cNvSpPr/>
          <p:nvPr/>
        </p:nvSpPr>
        <p:spPr>
          <a:xfrm rot="20976498">
            <a:off x="-1538024" y="1934023"/>
            <a:ext cx="473133"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3" name="Freeform: Shape 72">
            <a:extLst>
              <a:ext uri="{FF2B5EF4-FFF2-40B4-BE49-F238E27FC236}">
                <a16:creationId xmlns:a16="http://schemas.microsoft.com/office/drawing/2014/main" id="{CC57DC1E-2DB3-1ABA-332A-01C3261EF6A6}"/>
              </a:ext>
            </a:extLst>
          </p:cNvPr>
          <p:cNvSpPr/>
          <p:nvPr/>
        </p:nvSpPr>
        <p:spPr>
          <a:xfrm rot="10176498">
            <a:off x="12826925" y="6034313"/>
            <a:ext cx="473133"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74" name="Group 73">
            <a:extLst>
              <a:ext uri="{FF2B5EF4-FFF2-40B4-BE49-F238E27FC236}">
                <a16:creationId xmlns:a16="http://schemas.microsoft.com/office/drawing/2014/main" id="{E407F3E9-A8E1-6BD7-6409-ED7A63EC4D24}"/>
              </a:ext>
            </a:extLst>
          </p:cNvPr>
          <p:cNvGrpSpPr/>
          <p:nvPr/>
        </p:nvGrpSpPr>
        <p:grpSpPr>
          <a:xfrm rot="20976498">
            <a:off x="9936622" y="5958488"/>
            <a:ext cx="60529" cy="171227"/>
            <a:chOff x="6809947" y="4929659"/>
            <a:chExt cx="4167077" cy="1413249"/>
          </a:xfrm>
        </p:grpSpPr>
        <p:sp>
          <p:nvSpPr>
            <p:cNvPr id="75" name="Freeform: Shape 74">
              <a:extLst>
                <a:ext uri="{FF2B5EF4-FFF2-40B4-BE49-F238E27FC236}">
                  <a16:creationId xmlns:a16="http://schemas.microsoft.com/office/drawing/2014/main" id="{3FFA3BCE-AC6E-48B7-D625-1FBE0507ABF4}"/>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6" name="TextBox 75">
              <a:extLst>
                <a:ext uri="{FF2B5EF4-FFF2-40B4-BE49-F238E27FC236}">
                  <a16:creationId xmlns:a16="http://schemas.microsoft.com/office/drawing/2014/main" id="{2642CDF6-3190-4CA2-7A20-D2F6BE798383}"/>
                </a:ext>
              </a:extLst>
            </p:cNvPr>
            <p:cNvSpPr txBox="1"/>
            <p:nvPr/>
          </p:nvSpPr>
          <p:spPr>
            <a:xfrm>
              <a:off x="7376730" y="5460795"/>
              <a:ext cx="3207687" cy="430887"/>
            </a:xfrm>
            <a:prstGeom prst="rect">
              <a:avLst/>
            </a:prstGeom>
            <a:noFill/>
          </p:spPr>
          <p:txBody>
            <a:bodyPr wrap="square" lIns="36000" tIns="0" rIns="36000" bIns="0" rtlCol="0" anchor="ctr">
              <a:spAutoFit/>
            </a:bodyPr>
            <a:lstStyle/>
            <a:p>
              <a:r>
                <a:rPr lang="en-US" altLang="ko-KR" sz="2800" dirty="0">
                  <a:solidFill>
                    <a:schemeClr val="bg1"/>
                  </a:solidFill>
                </a:rPr>
                <a:t>.</a:t>
              </a:r>
            </a:p>
          </p:txBody>
        </p:sp>
        <p:sp>
          <p:nvSpPr>
            <p:cNvPr id="77" name="Freeform: Shape 76">
              <a:extLst>
                <a:ext uri="{FF2B5EF4-FFF2-40B4-BE49-F238E27FC236}">
                  <a16:creationId xmlns:a16="http://schemas.microsoft.com/office/drawing/2014/main" id="{831F3036-CE3F-E6EE-2D0E-F1AC86F5A808}"/>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Tree>
    <p:extLst>
      <p:ext uri="{BB962C8B-B14F-4D97-AF65-F5344CB8AC3E}">
        <p14:creationId xmlns:p14="http://schemas.microsoft.com/office/powerpoint/2010/main" val="3345779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21" name="Text Placeholder 17">
            <a:extLst>
              <a:ext uri="{FF2B5EF4-FFF2-40B4-BE49-F238E27FC236}">
                <a16:creationId xmlns:a16="http://schemas.microsoft.com/office/drawing/2014/main" id="{8CA1BDD3-CE3E-4AD3-9E3C-2B41C3038F97}"/>
              </a:ext>
            </a:extLst>
          </p:cNvPr>
          <p:cNvSpPr txBox="1">
            <a:spLocks/>
          </p:cNvSpPr>
          <p:nvPr/>
        </p:nvSpPr>
        <p:spPr>
          <a:xfrm>
            <a:off x="2710826" y="1619624"/>
            <a:ext cx="3148321" cy="38395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4400" b="1" dirty="0">
                <a:solidFill>
                  <a:schemeClr val="accent2"/>
                </a:solidFill>
                <a:cs typeface="Arial" pitchFamily="34" charset="0"/>
              </a:rPr>
              <a:t>Objectives</a:t>
            </a:r>
          </a:p>
        </p:txBody>
      </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rot="21047572">
            <a:off x="1075405" y="1629136"/>
            <a:ext cx="1570576" cy="2028719"/>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7462402" y="2605813"/>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9307801" y="6083327"/>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4587223" y="4567599"/>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5569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323529" y="312077"/>
            <a:ext cx="3873567" cy="860681"/>
          </a:xfrm>
          <a:prstGeom prst="rect">
            <a:avLst/>
          </a:prstGeom>
        </p:spPr>
        <p:txBody>
          <a:bodyPr/>
          <a:lstStyle/>
          <a:p>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3046771" y="2267419"/>
            <a:ext cx="4093143" cy="2246769"/>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Feasible to use</a:t>
            </a:r>
          </a:p>
          <a:p>
            <a:pPr marL="457200" indent="-457200">
              <a:buFont typeface="Wingdings" panose="05000000000000000000" pitchFamily="2" charset="2"/>
              <a:buChar char="Ø"/>
            </a:pPr>
            <a:r>
              <a:rPr lang="en-US" sz="2800" dirty="0">
                <a:solidFill>
                  <a:schemeClr val="bg1"/>
                </a:solidFill>
              </a:rPr>
              <a:t>User Engagement</a:t>
            </a:r>
          </a:p>
          <a:p>
            <a:pPr marL="457200" indent="-457200">
              <a:buFont typeface="Wingdings" panose="05000000000000000000" pitchFamily="2" charset="2"/>
              <a:buChar char="Ø"/>
            </a:pPr>
            <a:r>
              <a:rPr lang="en-US" sz="2800" dirty="0">
                <a:solidFill>
                  <a:schemeClr val="bg1"/>
                </a:solidFill>
              </a:rPr>
              <a:t>Quality</a:t>
            </a:r>
          </a:p>
          <a:p>
            <a:pPr marL="457200" indent="-457200">
              <a:buFont typeface="Wingdings" panose="05000000000000000000" pitchFamily="2" charset="2"/>
              <a:buChar char="Ø"/>
            </a:pPr>
            <a:r>
              <a:rPr lang="en-US" sz="2800" dirty="0">
                <a:solidFill>
                  <a:schemeClr val="bg1"/>
                </a:solidFill>
              </a:rPr>
              <a:t>Ubiquitous </a:t>
            </a:r>
          </a:p>
          <a:p>
            <a:pPr marL="457200" indent="-457200">
              <a:buFont typeface="Wingdings" panose="05000000000000000000" pitchFamily="2" charset="2"/>
              <a:buChar char="Ø"/>
            </a:pPr>
            <a:r>
              <a:rPr lang="en-US" sz="2800" b="1" dirty="0">
                <a:solidFill>
                  <a:schemeClr val="bg1"/>
                </a:solidFill>
              </a:rPr>
              <a:t>Customer Empathy</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693310" y="203305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Tree>
    <p:extLst>
      <p:ext uri="{BB962C8B-B14F-4D97-AF65-F5344CB8AC3E}">
        <p14:creationId xmlns:p14="http://schemas.microsoft.com/office/powerpoint/2010/main" val="1515585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216608"/>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9307801" y="6083327"/>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5569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139059" y="147416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Feasible to use</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 name="TextBox 4">
            <a:extLst>
              <a:ext uri="{FF2B5EF4-FFF2-40B4-BE49-F238E27FC236}">
                <a16:creationId xmlns:a16="http://schemas.microsoft.com/office/drawing/2014/main" id="{250ACCC5-6F51-5556-F4D4-5DB5A094445D}"/>
              </a:ext>
            </a:extLst>
          </p:cNvPr>
          <p:cNvSpPr txBox="1"/>
          <p:nvPr/>
        </p:nvSpPr>
        <p:spPr>
          <a:xfrm>
            <a:off x="1100996" y="2333894"/>
            <a:ext cx="7100303" cy="3293209"/>
          </a:xfrm>
          <a:prstGeom prst="rect">
            <a:avLst/>
          </a:prstGeom>
          <a:noFill/>
        </p:spPr>
        <p:txBody>
          <a:bodyPr wrap="square" rtlCol="0">
            <a:spAutoFit/>
          </a:bodyPr>
          <a:lstStyle/>
          <a:p>
            <a:pPr marL="285750" indent="-285750">
              <a:buClr>
                <a:schemeClr val="accent4"/>
              </a:buClr>
              <a:buSzPct val="100000"/>
              <a:buFont typeface="Wingdings" panose="05000000000000000000" pitchFamily="2" charset="2"/>
              <a:buChar char="ü"/>
            </a:pPr>
            <a:r>
              <a:rPr lang="en-US" sz="2600" dirty="0">
                <a:solidFill>
                  <a:schemeClr val="bg1"/>
                </a:solidFill>
              </a:rPr>
              <a:t>Font styling is vivid and bold which is easy to read and access.</a:t>
            </a:r>
          </a:p>
          <a:p>
            <a:pPr>
              <a:buClr>
                <a:schemeClr val="accent4"/>
              </a:buClr>
              <a:buSzPct val="100000"/>
            </a:pPr>
            <a:endParaRPr lang="en-US" sz="2600" dirty="0">
              <a:solidFill>
                <a:schemeClr val="bg1"/>
              </a:solidFill>
            </a:endParaRPr>
          </a:p>
          <a:p>
            <a:pPr marL="285750" indent="-285750">
              <a:buClr>
                <a:schemeClr val="accent4"/>
              </a:buClr>
              <a:buSzPct val="100000"/>
              <a:buFont typeface="Wingdings" panose="05000000000000000000" pitchFamily="2" charset="2"/>
              <a:buChar char="ü"/>
            </a:pPr>
            <a:r>
              <a:rPr lang="en-US" sz="2600" dirty="0">
                <a:solidFill>
                  <a:schemeClr val="bg1"/>
                </a:solidFill>
              </a:rPr>
              <a:t> Icons used, make it easier to understand the purpose of the provided features.</a:t>
            </a:r>
          </a:p>
          <a:p>
            <a:pPr marL="285750" indent="-285750">
              <a:buClr>
                <a:schemeClr val="accent4"/>
              </a:buClr>
              <a:buSzPct val="100000"/>
              <a:buFont typeface="Wingdings" panose="05000000000000000000" pitchFamily="2" charset="2"/>
              <a:buChar char="ü"/>
            </a:pPr>
            <a:endParaRPr lang="en-US" sz="2600" dirty="0">
              <a:solidFill>
                <a:schemeClr val="bg1"/>
              </a:solidFill>
            </a:endParaRPr>
          </a:p>
          <a:p>
            <a:pPr marL="285750" indent="-285750">
              <a:buClr>
                <a:schemeClr val="accent4"/>
              </a:buClr>
              <a:buSzPct val="100000"/>
              <a:buFont typeface="Wingdings" panose="05000000000000000000" pitchFamily="2" charset="2"/>
              <a:buChar char="ü"/>
            </a:pPr>
            <a:r>
              <a:rPr lang="en-US" sz="2600" dirty="0">
                <a:solidFill>
                  <a:schemeClr val="bg1"/>
                </a:solidFill>
              </a:rPr>
              <a:t>The website is made more appealing by HD photos.</a:t>
            </a:r>
          </a:p>
        </p:txBody>
      </p:sp>
      <p:pic>
        <p:nvPicPr>
          <p:cNvPr id="6" name="Picture 5">
            <a:extLst>
              <a:ext uri="{FF2B5EF4-FFF2-40B4-BE49-F238E27FC236}">
                <a16:creationId xmlns:a16="http://schemas.microsoft.com/office/drawing/2014/main" id="{69DBB32A-0781-1829-55A8-C64FCD950C59}"/>
              </a:ext>
            </a:extLst>
          </p:cNvPr>
          <p:cNvPicPr>
            <a:picLocks noChangeAspect="1"/>
          </p:cNvPicPr>
          <p:nvPr/>
        </p:nvPicPr>
        <p:blipFill>
          <a:blip r:embed="rId3"/>
          <a:stretch>
            <a:fillRect/>
          </a:stretch>
        </p:blipFill>
        <p:spPr>
          <a:xfrm flipH="1">
            <a:off x="-2306692" y="5221118"/>
            <a:ext cx="2312729" cy="1097280"/>
          </a:xfrm>
          <a:prstGeom prst="rect">
            <a:avLst/>
          </a:prstGeom>
        </p:spPr>
      </p:pic>
      <p:sp>
        <p:nvSpPr>
          <p:cNvPr id="37" name="Rectangle 36">
            <a:extLst>
              <a:ext uri="{FF2B5EF4-FFF2-40B4-BE49-F238E27FC236}">
                <a16:creationId xmlns:a16="http://schemas.microsoft.com/office/drawing/2014/main" id="{5E126DF2-97FA-5C3B-9E59-F828AB989C7D}"/>
              </a:ext>
            </a:extLst>
          </p:cNvPr>
          <p:cNvSpPr/>
          <p:nvPr/>
        </p:nvSpPr>
        <p:spPr>
          <a:xfrm>
            <a:off x="-1237785" y="981307"/>
            <a:ext cx="981905" cy="2174488"/>
          </a:xfrm>
          <a:prstGeom prst="rect">
            <a:avLst/>
          </a:prstGeom>
          <a:no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622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Feasible to use</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1" name="Picture 20">
            <a:extLst>
              <a:ext uri="{FF2B5EF4-FFF2-40B4-BE49-F238E27FC236}">
                <a16:creationId xmlns:a16="http://schemas.microsoft.com/office/drawing/2014/main" id="{C563C3C6-7222-BDDF-633D-CA408ADF04C9}"/>
              </a:ext>
            </a:extLst>
          </p:cNvPr>
          <p:cNvPicPr>
            <a:picLocks noChangeAspect="1"/>
          </p:cNvPicPr>
          <p:nvPr/>
        </p:nvPicPr>
        <p:blipFill>
          <a:blip r:embed="rId3"/>
          <a:stretch>
            <a:fillRect/>
          </a:stretch>
        </p:blipFill>
        <p:spPr>
          <a:xfrm>
            <a:off x="1182347" y="1827586"/>
            <a:ext cx="9741209" cy="4621741"/>
          </a:xfrm>
          <a:prstGeom prst="rect">
            <a:avLst/>
          </a:prstGeom>
        </p:spPr>
      </p:pic>
      <p:pic>
        <p:nvPicPr>
          <p:cNvPr id="37" name="Graphic 36" descr="Cursor with solid fill">
            <a:extLst>
              <a:ext uri="{FF2B5EF4-FFF2-40B4-BE49-F238E27FC236}">
                <a16:creationId xmlns:a16="http://schemas.microsoft.com/office/drawing/2014/main" id="{4884C460-C88E-E4D4-05BD-1DDB8EE58D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93793" y="3321534"/>
            <a:ext cx="401543" cy="401543"/>
          </a:xfrm>
          <a:prstGeom prst="rect">
            <a:avLst/>
          </a:prstGeom>
        </p:spPr>
      </p:pic>
      <p:sp>
        <p:nvSpPr>
          <p:cNvPr id="41" name="Rectangle 40">
            <a:extLst>
              <a:ext uri="{FF2B5EF4-FFF2-40B4-BE49-F238E27FC236}">
                <a16:creationId xmlns:a16="http://schemas.microsoft.com/office/drawing/2014/main" id="{B7228E67-8D63-404C-4619-AD7535876B76}"/>
              </a:ext>
            </a:extLst>
          </p:cNvPr>
          <p:cNvSpPr/>
          <p:nvPr/>
        </p:nvSpPr>
        <p:spPr>
          <a:xfrm>
            <a:off x="-942768" y="2776655"/>
            <a:ext cx="334310" cy="125516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92C327F6-EAD8-5C64-03E5-FB25D28C1FF8}"/>
              </a:ext>
            </a:extLst>
          </p:cNvPr>
          <p:cNvSpPr/>
          <p:nvPr/>
        </p:nvSpPr>
        <p:spPr>
          <a:xfrm rot="5400000">
            <a:off x="13241423" y="324466"/>
            <a:ext cx="334310" cy="125516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82220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Feasible to use</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1" name="Picture 20">
            <a:extLst>
              <a:ext uri="{FF2B5EF4-FFF2-40B4-BE49-F238E27FC236}">
                <a16:creationId xmlns:a16="http://schemas.microsoft.com/office/drawing/2014/main" id="{C563C3C6-7222-BDDF-633D-CA408ADF04C9}"/>
              </a:ext>
            </a:extLst>
          </p:cNvPr>
          <p:cNvPicPr>
            <a:picLocks noChangeAspect="1"/>
          </p:cNvPicPr>
          <p:nvPr/>
        </p:nvPicPr>
        <p:blipFill>
          <a:blip r:embed="rId3"/>
          <a:stretch>
            <a:fillRect/>
          </a:stretch>
        </p:blipFill>
        <p:spPr>
          <a:xfrm>
            <a:off x="1182347" y="1827586"/>
            <a:ext cx="9741209" cy="4621741"/>
          </a:xfrm>
          <a:prstGeom prst="rect">
            <a:avLst/>
          </a:prstGeom>
        </p:spPr>
      </p:pic>
      <p:pic>
        <p:nvPicPr>
          <p:cNvPr id="37" name="Graphic 36" descr="Cursor with solid fill">
            <a:extLst>
              <a:ext uri="{FF2B5EF4-FFF2-40B4-BE49-F238E27FC236}">
                <a16:creationId xmlns:a16="http://schemas.microsoft.com/office/drawing/2014/main" id="{4884C460-C88E-E4D4-05BD-1DDB8EE58D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98807" y="5155410"/>
            <a:ext cx="401543" cy="401543"/>
          </a:xfrm>
          <a:prstGeom prst="rect">
            <a:avLst/>
          </a:prstGeom>
        </p:spPr>
      </p:pic>
      <p:sp>
        <p:nvSpPr>
          <p:cNvPr id="41" name="Rectangle 40">
            <a:extLst>
              <a:ext uri="{FF2B5EF4-FFF2-40B4-BE49-F238E27FC236}">
                <a16:creationId xmlns:a16="http://schemas.microsoft.com/office/drawing/2014/main" id="{B7228E67-8D63-404C-4619-AD7535876B76}"/>
              </a:ext>
            </a:extLst>
          </p:cNvPr>
          <p:cNvSpPr/>
          <p:nvPr/>
        </p:nvSpPr>
        <p:spPr>
          <a:xfrm>
            <a:off x="1187114" y="3200400"/>
            <a:ext cx="334310" cy="125516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92C327F6-EAD8-5C64-03E5-FB25D28C1FF8}"/>
              </a:ext>
            </a:extLst>
          </p:cNvPr>
          <p:cNvSpPr/>
          <p:nvPr/>
        </p:nvSpPr>
        <p:spPr>
          <a:xfrm rot="5400000">
            <a:off x="10029875" y="1417281"/>
            <a:ext cx="334310" cy="125516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686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216608"/>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9307801" y="6083327"/>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6460221" y="4579604"/>
            <a:ext cx="4211376" cy="985080"/>
            <a:chOff x="6795009" y="5143832"/>
            <a:chExt cx="3789408" cy="985080"/>
          </a:xfrm>
        </p:grpSpPr>
        <p:sp>
          <p:nvSpPr>
            <p:cNvPr id="48" name="Freeform: Shape 47">
              <a:extLst>
                <a:ext uri="{FF2B5EF4-FFF2-40B4-BE49-F238E27FC236}">
                  <a16:creationId xmlns:a16="http://schemas.microsoft.com/office/drawing/2014/main" id="{0C5206A8-C399-A21D-7CE9-A295F8925845}"/>
                </a:ext>
              </a:extLst>
            </p:cNvPr>
            <p:cNvSpPr/>
            <p:nvPr/>
          </p:nvSpPr>
          <p:spPr>
            <a:xfrm>
              <a:off x="6795009" y="5143832"/>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460795"/>
              <a:ext cx="3207687" cy="430887"/>
            </a:xfrm>
            <a:prstGeom prst="rect">
              <a:avLst/>
            </a:prstGeom>
            <a:noFill/>
          </p:spPr>
          <p:txBody>
            <a:bodyPr wrap="square" lIns="36000" tIns="0" rIns="36000" bIns="0" rtlCol="0" anchor="ctr">
              <a:spAutoFit/>
            </a:bodyPr>
            <a:lstStyle/>
            <a:p>
              <a:r>
                <a:rPr lang="en-US" altLang="ko-KR" sz="2800" b="1" dirty="0">
                  <a:solidFill>
                    <a:schemeClr val="bg1"/>
                  </a:solidFill>
                </a:rPr>
                <a:t>QUOTES</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9059952" y="5735179"/>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5569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139059" y="147416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User Engagement</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 name="TextBox 4">
            <a:extLst>
              <a:ext uri="{FF2B5EF4-FFF2-40B4-BE49-F238E27FC236}">
                <a16:creationId xmlns:a16="http://schemas.microsoft.com/office/drawing/2014/main" id="{250ACCC5-6F51-5556-F4D4-5DB5A094445D}"/>
              </a:ext>
            </a:extLst>
          </p:cNvPr>
          <p:cNvSpPr txBox="1"/>
          <p:nvPr/>
        </p:nvSpPr>
        <p:spPr>
          <a:xfrm>
            <a:off x="1036000" y="2444253"/>
            <a:ext cx="7100303" cy="2092881"/>
          </a:xfrm>
          <a:prstGeom prst="rect">
            <a:avLst/>
          </a:prstGeom>
          <a:noFill/>
        </p:spPr>
        <p:txBody>
          <a:bodyPr wrap="square" rtlCol="0">
            <a:spAutoFit/>
          </a:bodyPr>
          <a:lstStyle/>
          <a:p>
            <a:pPr marL="285750" indent="-285750">
              <a:buClr>
                <a:schemeClr val="accent4"/>
              </a:buClr>
              <a:buSzPct val="100000"/>
              <a:buFont typeface="Wingdings" panose="05000000000000000000" pitchFamily="2" charset="2"/>
              <a:buChar char="ü"/>
            </a:pPr>
            <a:r>
              <a:rPr lang="en-US" sz="2600" dirty="0">
                <a:solidFill>
                  <a:schemeClr val="bg1"/>
                </a:solidFill>
              </a:rPr>
              <a:t>The website is more useful and appealing as a result of the hovering effects.</a:t>
            </a:r>
          </a:p>
          <a:p>
            <a:pPr>
              <a:buClr>
                <a:schemeClr val="accent4"/>
              </a:buClr>
              <a:buSzPct val="100000"/>
            </a:pPr>
            <a:endParaRPr lang="en-US" sz="2600" dirty="0">
              <a:solidFill>
                <a:schemeClr val="bg1"/>
              </a:solidFill>
            </a:endParaRPr>
          </a:p>
          <a:p>
            <a:pPr marL="285750" indent="-285750">
              <a:buClr>
                <a:schemeClr val="accent4"/>
              </a:buClr>
              <a:buSzPct val="100000"/>
              <a:buFont typeface="Wingdings" panose="05000000000000000000" pitchFamily="2" charset="2"/>
              <a:buChar char="ü"/>
            </a:pPr>
            <a:r>
              <a:rPr lang="en-US" sz="2600" dirty="0">
                <a:solidFill>
                  <a:schemeClr val="bg1"/>
                </a:solidFill>
              </a:rPr>
              <a:t> The Catchy quotes make better UX and look promising.</a:t>
            </a:r>
          </a:p>
        </p:txBody>
      </p:sp>
      <p:pic>
        <p:nvPicPr>
          <p:cNvPr id="6" name="Picture 5">
            <a:extLst>
              <a:ext uri="{FF2B5EF4-FFF2-40B4-BE49-F238E27FC236}">
                <a16:creationId xmlns:a16="http://schemas.microsoft.com/office/drawing/2014/main" id="{DA65B828-6C9E-DC33-46A6-C7ED346EF1F8}"/>
              </a:ext>
            </a:extLst>
          </p:cNvPr>
          <p:cNvPicPr>
            <a:picLocks noChangeAspect="1"/>
          </p:cNvPicPr>
          <p:nvPr/>
        </p:nvPicPr>
        <p:blipFill>
          <a:blip r:embed="rId3"/>
          <a:stretch>
            <a:fillRect/>
          </a:stretch>
        </p:blipFill>
        <p:spPr>
          <a:xfrm flipH="1" flipV="1">
            <a:off x="12386569" y="5340676"/>
            <a:ext cx="1036116" cy="491588"/>
          </a:xfrm>
          <a:prstGeom prst="rect">
            <a:avLst/>
          </a:prstGeom>
        </p:spPr>
      </p:pic>
      <p:pic>
        <p:nvPicPr>
          <p:cNvPr id="21" name="Graphic 20" descr="Cursor with solid fill">
            <a:extLst>
              <a:ext uri="{FF2B5EF4-FFF2-40B4-BE49-F238E27FC236}">
                <a16:creationId xmlns:a16="http://schemas.microsoft.com/office/drawing/2014/main" id="{FD6B33FE-02BA-5312-3377-CA46E42089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70424" y="5144221"/>
            <a:ext cx="535454" cy="535454"/>
          </a:xfrm>
          <a:prstGeom prst="rect">
            <a:avLst/>
          </a:prstGeom>
        </p:spPr>
      </p:pic>
    </p:spTree>
    <p:extLst>
      <p:ext uri="{BB962C8B-B14F-4D97-AF65-F5344CB8AC3E}">
        <p14:creationId xmlns:p14="http://schemas.microsoft.com/office/powerpoint/2010/main" val="2072589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User Engagement</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1" name="Picture 20">
            <a:extLst>
              <a:ext uri="{FF2B5EF4-FFF2-40B4-BE49-F238E27FC236}">
                <a16:creationId xmlns:a16="http://schemas.microsoft.com/office/drawing/2014/main" id="{C563C3C6-7222-BDDF-633D-CA408ADF04C9}"/>
              </a:ext>
            </a:extLst>
          </p:cNvPr>
          <p:cNvPicPr>
            <a:picLocks noChangeAspect="1"/>
          </p:cNvPicPr>
          <p:nvPr/>
        </p:nvPicPr>
        <p:blipFill>
          <a:blip r:embed="rId3"/>
          <a:stretch>
            <a:fillRect/>
          </a:stretch>
        </p:blipFill>
        <p:spPr>
          <a:xfrm>
            <a:off x="1182347" y="1827586"/>
            <a:ext cx="9741209" cy="4621741"/>
          </a:xfrm>
          <a:prstGeom prst="rect">
            <a:avLst/>
          </a:prstGeom>
        </p:spPr>
      </p:pic>
      <p:pic>
        <p:nvPicPr>
          <p:cNvPr id="62" name="Picture 61">
            <a:extLst>
              <a:ext uri="{FF2B5EF4-FFF2-40B4-BE49-F238E27FC236}">
                <a16:creationId xmlns:a16="http://schemas.microsoft.com/office/drawing/2014/main" id="{1F11478F-0047-DCD3-F5B7-3FD812546986}"/>
              </a:ext>
            </a:extLst>
          </p:cNvPr>
          <p:cNvPicPr>
            <a:picLocks noChangeAspect="1"/>
          </p:cNvPicPr>
          <p:nvPr/>
        </p:nvPicPr>
        <p:blipFill>
          <a:blip r:embed="rId4"/>
          <a:stretch>
            <a:fillRect/>
          </a:stretch>
        </p:blipFill>
        <p:spPr>
          <a:xfrm>
            <a:off x="1171324" y="1804458"/>
            <a:ext cx="9760761" cy="4621741"/>
          </a:xfrm>
          <a:prstGeom prst="rect">
            <a:avLst/>
          </a:prstGeom>
        </p:spPr>
      </p:pic>
      <p:pic>
        <p:nvPicPr>
          <p:cNvPr id="70" name="Graphic 69" descr="Cursor with solid fill">
            <a:extLst>
              <a:ext uri="{FF2B5EF4-FFF2-40B4-BE49-F238E27FC236}">
                <a16:creationId xmlns:a16="http://schemas.microsoft.com/office/drawing/2014/main" id="{ACFBA455-52A3-4A41-12CD-B39272E0D05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7969" y="3569253"/>
            <a:ext cx="535454" cy="535454"/>
          </a:xfrm>
          <a:prstGeom prst="rect">
            <a:avLst/>
          </a:prstGeom>
        </p:spPr>
      </p:pic>
    </p:spTree>
    <p:extLst>
      <p:ext uri="{BB962C8B-B14F-4D97-AF65-F5344CB8AC3E}">
        <p14:creationId xmlns:p14="http://schemas.microsoft.com/office/powerpoint/2010/main" val="17870460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User Engagement</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1" name="Picture 20">
            <a:extLst>
              <a:ext uri="{FF2B5EF4-FFF2-40B4-BE49-F238E27FC236}">
                <a16:creationId xmlns:a16="http://schemas.microsoft.com/office/drawing/2014/main" id="{C563C3C6-7222-BDDF-633D-CA408ADF04C9}"/>
              </a:ext>
            </a:extLst>
          </p:cNvPr>
          <p:cNvPicPr>
            <a:picLocks noChangeAspect="1"/>
          </p:cNvPicPr>
          <p:nvPr/>
        </p:nvPicPr>
        <p:blipFill>
          <a:blip r:embed="rId3"/>
          <a:stretch>
            <a:fillRect/>
          </a:stretch>
        </p:blipFill>
        <p:spPr>
          <a:xfrm>
            <a:off x="1182347" y="1827586"/>
            <a:ext cx="9741209" cy="4621741"/>
          </a:xfrm>
          <a:prstGeom prst="rect">
            <a:avLst/>
          </a:prstGeom>
        </p:spPr>
      </p:pic>
      <p:pic>
        <p:nvPicPr>
          <p:cNvPr id="62" name="Picture 61">
            <a:extLst>
              <a:ext uri="{FF2B5EF4-FFF2-40B4-BE49-F238E27FC236}">
                <a16:creationId xmlns:a16="http://schemas.microsoft.com/office/drawing/2014/main" id="{1F11478F-0047-DCD3-F5B7-3FD812546986}"/>
              </a:ext>
            </a:extLst>
          </p:cNvPr>
          <p:cNvPicPr>
            <a:picLocks noChangeAspect="1"/>
          </p:cNvPicPr>
          <p:nvPr/>
        </p:nvPicPr>
        <p:blipFill>
          <a:blip r:embed="rId4"/>
          <a:stretch>
            <a:fillRect/>
          </a:stretch>
        </p:blipFill>
        <p:spPr>
          <a:xfrm>
            <a:off x="1171324" y="1804458"/>
            <a:ext cx="9760761" cy="4621741"/>
          </a:xfrm>
          <a:prstGeom prst="rect">
            <a:avLst/>
          </a:prstGeom>
        </p:spPr>
      </p:pic>
      <p:pic>
        <p:nvPicPr>
          <p:cNvPr id="6" name="Picture 5">
            <a:extLst>
              <a:ext uri="{FF2B5EF4-FFF2-40B4-BE49-F238E27FC236}">
                <a16:creationId xmlns:a16="http://schemas.microsoft.com/office/drawing/2014/main" id="{6F011E58-A794-2716-F88E-0ED4CBC15D29}"/>
              </a:ext>
            </a:extLst>
          </p:cNvPr>
          <p:cNvPicPr>
            <a:picLocks noChangeAspect="1"/>
          </p:cNvPicPr>
          <p:nvPr/>
        </p:nvPicPr>
        <p:blipFill>
          <a:blip r:embed="rId5"/>
          <a:stretch>
            <a:fillRect/>
          </a:stretch>
        </p:blipFill>
        <p:spPr>
          <a:xfrm>
            <a:off x="1184772" y="1804458"/>
            <a:ext cx="9756838" cy="4626776"/>
          </a:xfrm>
          <a:prstGeom prst="rect">
            <a:avLst/>
          </a:prstGeom>
        </p:spPr>
      </p:pic>
      <p:pic>
        <p:nvPicPr>
          <p:cNvPr id="70" name="Graphic 69" descr="Cursor with solid fill">
            <a:extLst>
              <a:ext uri="{FF2B5EF4-FFF2-40B4-BE49-F238E27FC236}">
                <a16:creationId xmlns:a16="http://schemas.microsoft.com/office/drawing/2014/main" id="{ACFBA455-52A3-4A41-12CD-B39272E0D0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68444" y="3844658"/>
            <a:ext cx="535454" cy="535454"/>
          </a:xfrm>
          <a:prstGeom prst="rect">
            <a:avLst/>
          </a:prstGeom>
        </p:spPr>
      </p:pic>
    </p:spTree>
    <p:extLst>
      <p:ext uri="{BB962C8B-B14F-4D97-AF65-F5344CB8AC3E}">
        <p14:creationId xmlns:p14="http://schemas.microsoft.com/office/powerpoint/2010/main" val="42138720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User Engagement</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1" name="Picture 20">
            <a:extLst>
              <a:ext uri="{FF2B5EF4-FFF2-40B4-BE49-F238E27FC236}">
                <a16:creationId xmlns:a16="http://schemas.microsoft.com/office/drawing/2014/main" id="{C563C3C6-7222-BDDF-633D-CA408ADF04C9}"/>
              </a:ext>
            </a:extLst>
          </p:cNvPr>
          <p:cNvPicPr>
            <a:picLocks noChangeAspect="1"/>
          </p:cNvPicPr>
          <p:nvPr/>
        </p:nvPicPr>
        <p:blipFill>
          <a:blip r:embed="rId3"/>
          <a:stretch>
            <a:fillRect/>
          </a:stretch>
        </p:blipFill>
        <p:spPr>
          <a:xfrm>
            <a:off x="1182347" y="1827586"/>
            <a:ext cx="9741209" cy="4621741"/>
          </a:xfrm>
          <a:prstGeom prst="rect">
            <a:avLst/>
          </a:prstGeom>
        </p:spPr>
      </p:pic>
      <p:pic>
        <p:nvPicPr>
          <p:cNvPr id="62" name="Picture 61">
            <a:extLst>
              <a:ext uri="{FF2B5EF4-FFF2-40B4-BE49-F238E27FC236}">
                <a16:creationId xmlns:a16="http://schemas.microsoft.com/office/drawing/2014/main" id="{1F11478F-0047-DCD3-F5B7-3FD812546986}"/>
              </a:ext>
            </a:extLst>
          </p:cNvPr>
          <p:cNvPicPr>
            <a:picLocks noChangeAspect="1"/>
          </p:cNvPicPr>
          <p:nvPr/>
        </p:nvPicPr>
        <p:blipFill>
          <a:blip r:embed="rId4"/>
          <a:stretch>
            <a:fillRect/>
          </a:stretch>
        </p:blipFill>
        <p:spPr>
          <a:xfrm>
            <a:off x="1171324" y="1804458"/>
            <a:ext cx="9760761" cy="4621741"/>
          </a:xfrm>
          <a:prstGeom prst="rect">
            <a:avLst/>
          </a:prstGeom>
        </p:spPr>
      </p:pic>
      <p:pic>
        <p:nvPicPr>
          <p:cNvPr id="6" name="Picture 5">
            <a:extLst>
              <a:ext uri="{FF2B5EF4-FFF2-40B4-BE49-F238E27FC236}">
                <a16:creationId xmlns:a16="http://schemas.microsoft.com/office/drawing/2014/main" id="{6F011E58-A794-2716-F88E-0ED4CBC15D29}"/>
              </a:ext>
            </a:extLst>
          </p:cNvPr>
          <p:cNvPicPr>
            <a:picLocks noChangeAspect="1"/>
          </p:cNvPicPr>
          <p:nvPr/>
        </p:nvPicPr>
        <p:blipFill>
          <a:blip r:embed="rId5"/>
          <a:stretch>
            <a:fillRect/>
          </a:stretch>
        </p:blipFill>
        <p:spPr>
          <a:xfrm>
            <a:off x="1184772" y="1804458"/>
            <a:ext cx="9756838" cy="4626776"/>
          </a:xfrm>
          <a:prstGeom prst="rect">
            <a:avLst/>
          </a:prstGeom>
        </p:spPr>
      </p:pic>
      <p:pic>
        <p:nvPicPr>
          <p:cNvPr id="37" name="Picture 36">
            <a:extLst>
              <a:ext uri="{FF2B5EF4-FFF2-40B4-BE49-F238E27FC236}">
                <a16:creationId xmlns:a16="http://schemas.microsoft.com/office/drawing/2014/main" id="{1E0F1444-61D7-62C4-9672-8E558335FEF9}"/>
              </a:ext>
            </a:extLst>
          </p:cNvPr>
          <p:cNvPicPr>
            <a:picLocks noChangeAspect="1"/>
          </p:cNvPicPr>
          <p:nvPr/>
        </p:nvPicPr>
        <p:blipFill>
          <a:blip r:embed="rId6"/>
          <a:stretch>
            <a:fillRect/>
          </a:stretch>
        </p:blipFill>
        <p:spPr>
          <a:xfrm>
            <a:off x="1697366" y="4317616"/>
            <a:ext cx="1547909" cy="444523"/>
          </a:xfrm>
          <a:prstGeom prst="rect">
            <a:avLst/>
          </a:prstGeom>
        </p:spPr>
      </p:pic>
      <p:pic>
        <p:nvPicPr>
          <p:cNvPr id="54" name="Picture 53">
            <a:extLst>
              <a:ext uri="{FF2B5EF4-FFF2-40B4-BE49-F238E27FC236}">
                <a16:creationId xmlns:a16="http://schemas.microsoft.com/office/drawing/2014/main" id="{14661592-A258-9509-07CE-5183052D001D}"/>
              </a:ext>
            </a:extLst>
          </p:cNvPr>
          <p:cNvPicPr>
            <a:picLocks noChangeAspect="1"/>
          </p:cNvPicPr>
          <p:nvPr/>
        </p:nvPicPr>
        <p:blipFill>
          <a:blip r:embed="rId7"/>
          <a:stretch>
            <a:fillRect/>
          </a:stretch>
        </p:blipFill>
        <p:spPr>
          <a:xfrm>
            <a:off x="1691408" y="4308018"/>
            <a:ext cx="1406775" cy="384665"/>
          </a:xfrm>
          <a:prstGeom prst="rect">
            <a:avLst/>
          </a:prstGeom>
        </p:spPr>
      </p:pic>
      <p:pic>
        <p:nvPicPr>
          <p:cNvPr id="70" name="Graphic 69" descr="Cursor with solid fill">
            <a:extLst>
              <a:ext uri="{FF2B5EF4-FFF2-40B4-BE49-F238E27FC236}">
                <a16:creationId xmlns:a16="http://schemas.microsoft.com/office/drawing/2014/main" id="{ACFBA455-52A3-4A41-12CD-B39272E0D05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33375" y="4471735"/>
            <a:ext cx="535454" cy="535454"/>
          </a:xfrm>
          <a:prstGeom prst="rect">
            <a:avLst/>
          </a:prstGeom>
        </p:spPr>
      </p:pic>
    </p:spTree>
    <p:extLst>
      <p:ext uri="{BB962C8B-B14F-4D97-AF65-F5344CB8AC3E}">
        <p14:creationId xmlns:p14="http://schemas.microsoft.com/office/powerpoint/2010/main" val="7358082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6000">
        <p159:morph option="byObject"/>
      </p:transition>
    </mc:Choice>
    <mc:Fallback>
      <p:transition spd="slow" advClick="0" advTm="6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User Engagement</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1" name="Picture 20">
            <a:extLst>
              <a:ext uri="{FF2B5EF4-FFF2-40B4-BE49-F238E27FC236}">
                <a16:creationId xmlns:a16="http://schemas.microsoft.com/office/drawing/2014/main" id="{C563C3C6-7222-BDDF-633D-CA408ADF04C9}"/>
              </a:ext>
            </a:extLst>
          </p:cNvPr>
          <p:cNvPicPr>
            <a:picLocks noChangeAspect="1"/>
          </p:cNvPicPr>
          <p:nvPr/>
        </p:nvPicPr>
        <p:blipFill>
          <a:blip r:embed="rId3"/>
          <a:stretch>
            <a:fillRect/>
          </a:stretch>
        </p:blipFill>
        <p:spPr>
          <a:xfrm>
            <a:off x="1182347" y="1827586"/>
            <a:ext cx="9741209" cy="4621741"/>
          </a:xfrm>
          <a:prstGeom prst="rect">
            <a:avLst/>
          </a:prstGeom>
        </p:spPr>
      </p:pic>
      <p:pic>
        <p:nvPicPr>
          <p:cNvPr id="62" name="Picture 61">
            <a:extLst>
              <a:ext uri="{FF2B5EF4-FFF2-40B4-BE49-F238E27FC236}">
                <a16:creationId xmlns:a16="http://schemas.microsoft.com/office/drawing/2014/main" id="{1F11478F-0047-DCD3-F5B7-3FD812546986}"/>
              </a:ext>
            </a:extLst>
          </p:cNvPr>
          <p:cNvPicPr>
            <a:picLocks noChangeAspect="1"/>
          </p:cNvPicPr>
          <p:nvPr/>
        </p:nvPicPr>
        <p:blipFill>
          <a:blip r:embed="rId4"/>
          <a:stretch>
            <a:fillRect/>
          </a:stretch>
        </p:blipFill>
        <p:spPr>
          <a:xfrm>
            <a:off x="1171324" y="1804458"/>
            <a:ext cx="9760761" cy="4621741"/>
          </a:xfrm>
          <a:prstGeom prst="rect">
            <a:avLst/>
          </a:prstGeom>
        </p:spPr>
      </p:pic>
      <p:pic>
        <p:nvPicPr>
          <p:cNvPr id="6" name="Picture 5">
            <a:extLst>
              <a:ext uri="{FF2B5EF4-FFF2-40B4-BE49-F238E27FC236}">
                <a16:creationId xmlns:a16="http://schemas.microsoft.com/office/drawing/2014/main" id="{6F011E58-A794-2716-F88E-0ED4CBC15D29}"/>
              </a:ext>
            </a:extLst>
          </p:cNvPr>
          <p:cNvPicPr>
            <a:picLocks noChangeAspect="1"/>
          </p:cNvPicPr>
          <p:nvPr/>
        </p:nvPicPr>
        <p:blipFill>
          <a:blip r:embed="rId5"/>
          <a:stretch>
            <a:fillRect/>
          </a:stretch>
        </p:blipFill>
        <p:spPr>
          <a:xfrm>
            <a:off x="1184772" y="1804458"/>
            <a:ext cx="9756838" cy="4626776"/>
          </a:xfrm>
          <a:prstGeom prst="rect">
            <a:avLst/>
          </a:prstGeom>
        </p:spPr>
      </p:pic>
      <p:pic>
        <p:nvPicPr>
          <p:cNvPr id="70" name="Graphic 69" descr="Cursor with solid fill">
            <a:extLst>
              <a:ext uri="{FF2B5EF4-FFF2-40B4-BE49-F238E27FC236}">
                <a16:creationId xmlns:a16="http://schemas.microsoft.com/office/drawing/2014/main" id="{ACFBA455-52A3-4A41-12CD-B39272E0D0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5400000">
            <a:off x="10446875" y="5085205"/>
            <a:ext cx="535454" cy="535454"/>
          </a:xfrm>
          <a:prstGeom prst="rect">
            <a:avLst/>
          </a:prstGeom>
        </p:spPr>
      </p:pic>
    </p:spTree>
    <p:extLst>
      <p:ext uri="{BB962C8B-B14F-4D97-AF65-F5344CB8AC3E}">
        <p14:creationId xmlns:p14="http://schemas.microsoft.com/office/powerpoint/2010/main" val="23943568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User Engagement</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1" name="Picture 20">
            <a:extLst>
              <a:ext uri="{FF2B5EF4-FFF2-40B4-BE49-F238E27FC236}">
                <a16:creationId xmlns:a16="http://schemas.microsoft.com/office/drawing/2014/main" id="{C563C3C6-7222-BDDF-633D-CA408ADF04C9}"/>
              </a:ext>
            </a:extLst>
          </p:cNvPr>
          <p:cNvPicPr>
            <a:picLocks noChangeAspect="1"/>
          </p:cNvPicPr>
          <p:nvPr/>
        </p:nvPicPr>
        <p:blipFill>
          <a:blip r:embed="rId3"/>
          <a:stretch>
            <a:fillRect/>
          </a:stretch>
        </p:blipFill>
        <p:spPr>
          <a:xfrm>
            <a:off x="1182347" y="1827586"/>
            <a:ext cx="9741209" cy="4621741"/>
          </a:xfrm>
          <a:prstGeom prst="rect">
            <a:avLst/>
          </a:prstGeom>
        </p:spPr>
      </p:pic>
      <p:pic>
        <p:nvPicPr>
          <p:cNvPr id="62" name="Picture 61">
            <a:extLst>
              <a:ext uri="{FF2B5EF4-FFF2-40B4-BE49-F238E27FC236}">
                <a16:creationId xmlns:a16="http://schemas.microsoft.com/office/drawing/2014/main" id="{1F11478F-0047-DCD3-F5B7-3FD812546986}"/>
              </a:ext>
            </a:extLst>
          </p:cNvPr>
          <p:cNvPicPr>
            <a:picLocks noChangeAspect="1"/>
          </p:cNvPicPr>
          <p:nvPr/>
        </p:nvPicPr>
        <p:blipFill>
          <a:blip r:embed="rId4"/>
          <a:stretch>
            <a:fillRect/>
          </a:stretch>
        </p:blipFill>
        <p:spPr>
          <a:xfrm>
            <a:off x="1171324" y="1804458"/>
            <a:ext cx="9760761" cy="4621741"/>
          </a:xfrm>
          <a:prstGeom prst="rect">
            <a:avLst/>
          </a:prstGeom>
        </p:spPr>
      </p:pic>
      <p:pic>
        <p:nvPicPr>
          <p:cNvPr id="6" name="Picture 5">
            <a:extLst>
              <a:ext uri="{FF2B5EF4-FFF2-40B4-BE49-F238E27FC236}">
                <a16:creationId xmlns:a16="http://schemas.microsoft.com/office/drawing/2014/main" id="{6F011E58-A794-2716-F88E-0ED4CBC15D29}"/>
              </a:ext>
            </a:extLst>
          </p:cNvPr>
          <p:cNvPicPr>
            <a:picLocks noChangeAspect="1"/>
          </p:cNvPicPr>
          <p:nvPr/>
        </p:nvPicPr>
        <p:blipFill>
          <a:blip r:embed="rId5"/>
          <a:stretch>
            <a:fillRect/>
          </a:stretch>
        </p:blipFill>
        <p:spPr>
          <a:xfrm>
            <a:off x="1184772" y="1804458"/>
            <a:ext cx="9756838" cy="4626776"/>
          </a:xfrm>
          <a:prstGeom prst="rect">
            <a:avLst/>
          </a:prstGeom>
        </p:spPr>
      </p:pic>
      <p:pic>
        <p:nvPicPr>
          <p:cNvPr id="37" name="Picture 36">
            <a:extLst>
              <a:ext uri="{FF2B5EF4-FFF2-40B4-BE49-F238E27FC236}">
                <a16:creationId xmlns:a16="http://schemas.microsoft.com/office/drawing/2014/main" id="{1E0F1444-61D7-62C4-9672-8E558335FEF9}"/>
              </a:ext>
            </a:extLst>
          </p:cNvPr>
          <p:cNvPicPr>
            <a:picLocks noChangeAspect="1"/>
          </p:cNvPicPr>
          <p:nvPr/>
        </p:nvPicPr>
        <p:blipFill>
          <a:blip r:embed="rId6"/>
          <a:stretch>
            <a:fillRect/>
          </a:stretch>
        </p:blipFill>
        <p:spPr>
          <a:xfrm>
            <a:off x="1697366" y="4317616"/>
            <a:ext cx="1547909" cy="444523"/>
          </a:xfrm>
          <a:prstGeom prst="rect">
            <a:avLst/>
          </a:prstGeom>
        </p:spPr>
      </p:pic>
      <p:pic>
        <p:nvPicPr>
          <p:cNvPr id="54" name="Picture 53">
            <a:extLst>
              <a:ext uri="{FF2B5EF4-FFF2-40B4-BE49-F238E27FC236}">
                <a16:creationId xmlns:a16="http://schemas.microsoft.com/office/drawing/2014/main" id="{14661592-A258-9509-07CE-5183052D001D}"/>
              </a:ext>
            </a:extLst>
          </p:cNvPr>
          <p:cNvPicPr>
            <a:picLocks noChangeAspect="1"/>
          </p:cNvPicPr>
          <p:nvPr/>
        </p:nvPicPr>
        <p:blipFill>
          <a:blip r:embed="rId7"/>
          <a:stretch>
            <a:fillRect/>
          </a:stretch>
        </p:blipFill>
        <p:spPr>
          <a:xfrm>
            <a:off x="1691408" y="4308018"/>
            <a:ext cx="1406775" cy="384665"/>
          </a:xfrm>
          <a:prstGeom prst="rect">
            <a:avLst/>
          </a:prstGeom>
        </p:spPr>
      </p:pic>
      <p:pic>
        <p:nvPicPr>
          <p:cNvPr id="41" name="Picture 40">
            <a:extLst>
              <a:ext uri="{FF2B5EF4-FFF2-40B4-BE49-F238E27FC236}">
                <a16:creationId xmlns:a16="http://schemas.microsoft.com/office/drawing/2014/main" id="{88781A8F-93B3-912A-58B8-646AE0B9F466}"/>
              </a:ext>
            </a:extLst>
          </p:cNvPr>
          <p:cNvPicPr>
            <a:picLocks noChangeAspect="1"/>
          </p:cNvPicPr>
          <p:nvPr/>
        </p:nvPicPr>
        <p:blipFill>
          <a:blip r:embed="rId8"/>
          <a:stretch>
            <a:fillRect/>
          </a:stretch>
        </p:blipFill>
        <p:spPr>
          <a:xfrm>
            <a:off x="1197523" y="1799423"/>
            <a:ext cx="9741208" cy="4648632"/>
          </a:xfrm>
          <a:prstGeom prst="rect">
            <a:avLst/>
          </a:prstGeom>
        </p:spPr>
      </p:pic>
      <p:pic>
        <p:nvPicPr>
          <p:cNvPr id="70" name="Graphic 69" descr="Cursor with solid fill">
            <a:extLst>
              <a:ext uri="{FF2B5EF4-FFF2-40B4-BE49-F238E27FC236}">
                <a16:creationId xmlns:a16="http://schemas.microsoft.com/office/drawing/2014/main" id="{ACFBA455-52A3-4A41-12CD-B39272E0D05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4276014">
            <a:off x="10489544" y="4876430"/>
            <a:ext cx="535454" cy="535454"/>
          </a:xfrm>
          <a:prstGeom prst="rect">
            <a:avLst/>
          </a:prstGeom>
        </p:spPr>
      </p:pic>
      <p:sp>
        <p:nvSpPr>
          <p:cNvPr id="63" name="Rectangle 62">
            <a:extLst>
              <a:ext uri="{FF2B5EF4-FFF2-40B4-BE49-F238E27FC236}">
                <a16:creationId xmlns:a16="http://schemas.microsoft.com/office/drawing/2014/main" id="{054D022B-3941-0752-64D9-BD981395724C}"/>
              </a:ext>
            </a:extLst>
          </p:cNvPr>
          <p:cNvSpPr/>
          <p:nvPr/>
        </p:nvSpPr>
        <p:spPr>
          <a:xfrm>
            <a:off x="-813698" y="2467909"/>
            <a:ext cx="334310" cy="125516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87452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7000">
        <p159:morph option="byObject"/>
      </p:transition>
    </mc:Choice>
    <mc:Fallback>
      <p:transition spd="slow" advClick="0" advTm="7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User Engagement</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1" name="Picture 20">
            <a:extLst>
              <a:ext uri="{FF2B5EF4-FFF2-40B4-BE49-F238E27FC236}">
                <a16:creationId xmlns:a16="http://schemas.microsoft.com/office/drawing/2014/main" id="{C563C3C6-7222-BDDF-633D-CA408ADF04C9}"/>
              </a:ext>
            </a:extLst>
          </p:cNvPr>
          <p:cNvPicPr>
            <a:picLocks noChangeAspect="1"/>
          </p:cNvPicPr>
          <p:nvPr/>
        </p:nvPicPr>
        <p:blipFill>
          <a:blip r:embed="rId3"/>
          <a:stretch>
            <a:fillRect/>
          </a:stretch>
        </p:blipFill>
        <p:spPr>
          <a:xfrm>
            <a:off x="1182347" y="1827586"/>
            <a:ext cx="9741209" cy="4621741"/>
          </a:xfrm>
          <a:prstGeom prst="rect">
            <a:avLst/>
          </a:prstGeom>
        </p:spPr>
      </p:pic>
      <p:pic>
        <p:nvPicPr>
          <p:cNvPr id="62" name="Picture 61">
            <a:extLst>
              <a:ext uri="{FF2B5EF4-FFF2-40B4-BE49-F238E27FC236}">
                <a16:creationId xmlns:a16="http://schemas.microsoft.com/office/drawing/2014/main" id="{1F11478F-0047-DCD3-F5B7-3FD812546986}"/>
              </a:ext>
            </a:extLst>
          </p:cNvPr>
          <p:cNvPicPr>
            <a:picLocks noChangeAspect="1"/>
          </p:cNvPicPr>
          <p:nvPr/>
        </p:nvPicPr>
        <p:blipFill>
          <a:blip r:embed="rId4"/>
          <a:stretch>
            <a:fillRect/>
          </a:stretch>
        </p:blipFill>
        <p:spPr>
          <a:xfrm>
            <a:off x="1171324" y="1804458"/>
            <a:ext cx="9760761" cy="4621741"/>
          </a:xfrm>
          <a:prstGeom prst="rect">
            <a:avLst/>
          </a:prstGeom>
        </p:spPr>
      </p:pic>
      <p:pic>
        <p:nvPicPr>
          <p:cNvPr id="6" name="Picture 5">
            <a:extLst>
              <a:ext uri="{FF2B5EF4-FFF2-40B4-BE49-F238E27FC236}">
                <a16:creationId xmlns:a16="http://schemas.microsoft.com/office/drawing/2014/main" id="{6F011E58-A794-2716-F88E-0ED4CBC15D29}"/>
              </a:ext>
            </a:extLst>
          </p:cNvPr>
          <p:cNvPicPr>
            <a:picLocks noChangeAspect="1"/>
          </p:cNvPicPr>
          <p:nvPr/>
        </p:nvPicPr>
        <p:blipFill>
          <a:blip r:embed="rId5"/>
          <a:stretch>
            <a:fillRect/>
          </a:stretch>
        </p:blipFill>
        <p:spPr>
          <a:xfrm>
            <a:off x="1184772" y="1804458"/>
            <a:ext cx="9756838" cy="4626776"/>
          </a:xfrm>
          <a:prstGeom prst="rect">
            <a:avLst/>
          </a:prstGeom>
        </p:spPr>
      </p:pic>
      <p:pic>
        <p:nvPicPr>
          <p:cNvPr id="37" name="Picture 36">
            <a:extLst>
              <a:ext uri="{FF2B5EF4-FFF2-40B4-BE49-F238E27FC236}">
                <a16:creationId xmlns:a16="http://schemas.microsoft.com/office/drawing/2014/main" id="{1E0F1444-61D7-62C4-9672-8E558335FEF9}"/>
              </a:ext>
            </a:extLst>
          </p:cNvPr>
          <p:cNvPicPr>
            <a:picLocks noChangeAspect="1"/>
          </p:cNvPicPr>
          <p:nvPr/>
        </p:nvPicPr>
        <p:blipFill>
          <a:blip r:embed="rId6"/>
          <a:stretch>
            <a:fillRect/>
          </a:stretch>
        </p:blipFill>
        <p:spPr>
          <a:xfrm>
            <a:off x="1697366" y="4317616"/>
            <a:ext cx="1547909" cy="444523"/>
          </a:xfrm>
          <a:prstGeom prst="rect">
            <a:avLst/>
          </a:prstGeom>
        </p:spPr>
      </p:pic>
      <p:pic>
        <p:nvPicPr>
          <p:cNvPr id="54" name="Picture 53">
            <a:extLst>
              <a:ext uri="{FF2B5EF4-FFF2-40B4-BE49-F238E27FC236}">
                <a16:creationId xmlns:a16="http://schemas.microsoft.com/office/drawing/2014/main" id="{14661592-A258-9509-07CE-5183052D001D}"/>
              </a:ext>
            </a:extLst>
          </p:cNvPr>
          <p:cNvPicPr>
            <a:picLocks noChangeAspect="1"/>
          </p:cNvPicPr>
          <p:nvPr/>
        </p:nvPicPr>
        <p:blipFill>
          <a:blip r:embed="rId7"/>
          <a:stretch>
            <a:fillRect/>
          </a:stretch>
        </p:blipFill>
        <p:spPr>
          <a:xfrm>
            <a:off x="1691408" y="4308018"/>
            <a:ext cx="1406775" cy="384665"/>
          </a:xfrm>
          <a:prstGeom prst="rect">
            <a:avLst/>
          </a:prstGeom>
        </p:spPr>
      </p:pic>
      <p:pic>
        <p:nvPicPr>
          <p:cNvPr id="41" name="Picture 40">
            <a:extLst>
              <a:ext uri="{FF2B5EF4-FFF2-40B4-BE49-F238E27FC236}">
                <a16:creationId xmlns:a16="http://schemas.microsoft.com/office/drawing/2014/main" id="{88781A8F-93B3-912A-58B8-646AE0B9F466}"/>
              </a:ext>
            </a:extLst>
          </p:cNvPr>
          <p:cNvPicPr>
            <a:picLocks noChangeAspect="1"/>
          </p:cNvPicPr>
          <p:nvPr/>
        </p:nvPicPr>
        <p:blipFill>
          <a:blip r:embed="rId8"/>
          <a:stretch>
            <a:fillRect/>
          </a:stretch>
        </p:blipFill>
        <p:spPr>
          <a:xfrm>
            <a:off x="1197523" y="1799423"/>
            <a:ext cx="9741208" cy="4648632"/>
          </a:xfrm>
          <a:prstGeom prst="rect">
            <a:avLst/>
          </a:prstGeom>
        </p:spPr>
      </p:pic>
      <p:pic>
        <p:nvPicPr>
          <p:cNvPr id="70" name="Graphic 69" descr="Cursor with solid fill">
            <a:extLst>
              <a:ext uri="{FF2B5EF4-FFF2-40B4-BE49-F238E27FC236}">
                <a16:creationId xmlns:a16="http://schemas.microsoft.com/office/drawing/2014/main" id="{ACFBA455-52A3-4A41-12CD-B39272E0D05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4276014">
            <a:off x="10489544" y="4876430"/>
            <a:ext cx="535454" cy="535454"/>
          </a:xfrm>
          <a:prstGeom prst="rect">
            <a:avLst/>
          </a:prstGeom>
        </p:spPr>
      </p:pic>
      <p:sp>
        <p:nvSpPr>
          <p:cNvPr id="5" name="Rectangle 4">
            <a:extLst>
              <a:ext uri="{FF2B5EF4-FFF2-40B4-BE49-F238E27FC236}">
                <a16:creationId xmlns:a16="http://schemas.microsoft.com/office/drawing/2014/main" id="{FDF192A0-570F-263F-803A-4F09E1299BF8}"/>
              </a:ext>
            </a:extLst>
          </p:cNvPr>
          <p:cNvSpPr/>
          <p:nvPr/>
        </p:nvSpPr>
        <p:spPr>
          <a:xfrm rot="5400000">
            <a:off x="5830314" y="-390508"/>
            <a:ext cx="384665" cy="666634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92808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User Engagement</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1" name="Picture 20">
            <a:extLst>
              <a:ext uri="{FF2B5EF4-FFF2-40B4-BE49-F238E27FC236}">
                <a16:creationId xmlns:a16="http://schemas.microsoft.com/office/drawing/2014/main" id="{C563C3C6-7222-BDDF-633D-CA408ADF04C9}"/>
              </a:ext>
            </a:extLst>
          </p:cNvPr>
          <p:cNvPicPr>
            <a:picLocks noChangeAspect="1"/>
          </p:cNvPicPr>
          <p:nvPr/>
        </p:nvPicPr>
        <p:blipFill>
          <a:blip r:embed="rId3"/>
          <a:stretch>
            <a:fillRect/>
          </a:stretch>
        </p:blipFill>
        <p:spPr>
          <a:xfrm>
            <a:off x="1182347" y="1827586"/>
            <a:ext cx="9741209" cy="4621741"/>
          </a:xfrm>
          <a:prstGeom prst="rect">
            <a:avLst/>
          </a:prstGeom>
        </p:spPr>
      </p:pic>
      <p:pic>
        <p:nvPicPr>
          <p:cNvPr id="62" name="Picture 61">
            <a:extLst>
              <a:ext uri="{FF2B5EF4-FFF2-40B4-BE49-F238E27FC236}">
                <a16:creationId xmlns:a16="http://schemas.microsoft.com/office/drawing/2014/main" id="{1F11478F-0047-DCD3-F5B7-3FD812546986}"/>
              </a:ext>
            </a:extLst>
          </p:cNvPr>
          <p:cNvPicPr>
            <a:picLocks noChangeAspect="1"/>
          </p:cNvPicPr>
          <p:nvPr/>
        </p:nvPicPr>
        <p:blipFill>
          <a:blip r:embed="rId4"/>
          <a:stretch>
            <a:fillRect/>
          </a:stretch>
        </p:blipFill>
        <p:spPr>
          <a:xfrm>
            <a:off x="1171324" y="1804458"/>
            <a:ext cx="9760761" cy="4621741"/>
          </a:xfrm>
          <a:prstGeom prst="rect">
            <a:avLst/>
          </a:prstGeom>
        </p:spPr>
      </p:pic>
      <p:pic>
        <p:nvPicPr>
          <p:cNvPr id="6" name="Picture 5">
            <a:extLst>
              <a:ext uri="{FF2B5EF4-FFF2-40B4-BE49-F238E27FC236}">
                <a16:creationId xmlns:a16="http://schemas.microsoft.com/office/drawing/2014/main" id="{6F011E58-A794-2716-F88E-0ED4CBC15D29}"/>
              </a:ext>
            </a:extLst>
          </p:cNvPr>
          <p:cNvPicPr>
            <a:picLocks noChangeAspect="1"/>
          </p:cNvPicPr>
          <p:nvPr/>
        </p:nvPicPr>
        <p:blipFill>
          <a:blip r:embed="rId5"/>
          <a:stretch>
            <a:fillRect/>
          </a:stretch>
        </p:blipFill>
        <p:spPr>
          <a:xfrm>
            <a:off x="1184772" y="1804458"/>
            <a:ext cx="9756838" cy="4626776"/>
          </a:xfrm>
          <a:prstGeom prst="rect">
            <a:avLst/>
          </a:prstGeom>
        </p:spPr>
      </p:pic>
      <p:pic>
        <p:nvPicPr>
          <p:cNvPr id="37" name="Picture 36">
            <a:extLst>
              <a:ext uri="{FF2B5EF4-FFF2-40B4-BE49-F238E27FC236}">
                <a16:creationId xmlns:a16="http://schemas.microsoft.com/office/drawing/2014/main" id="{1E0F1444-61D7-62C4-9672-8E558335FEF9}"/>
              </a:ext>
            </a:extLst>
          </p:cNvPr>
          <p:cNvPicPr>
            <a:picLocks noChangeAspect="1"/>
          </p:cNvPicPr>
          <p:nvPr/>
        </p:nvPicPr>
        <p:blipFill>
          <a:blip r:embed="rId6"/>
          <a:stretch>
            <a:fillRect/>
          </a:stretch>
        </p:blipFill>
        <p:spPr>
          <a:xfrm>
            <a:off x="1697366" y="4317616"/>
            <a:ext cx="1547909" cy="444523"/>
          </a:xfrm>
          <a:prstGeom prst="rect">
            <a:avLst/>
          </a:prstGeom>
        </p:spPr>
      </p:pic>
      <p:pic>
        <p:nvPicPr>
          <p:cNvPr id="54" name="Picture 53">
            <a:extLst>
              <a:ext uri="{FF2B5EF4-FFF2-40B4-BE49-F238E27FC236}">
                <a16:creationId xmlns:a16="http://schemas.microsoft.com/office/drawing/2014/main" id="{14661592-A258-9509-07CE-5183052D001D}"/>
              </a:ext>
            </a:extLst>
          </p:cNvPr>
          <p:cNvPicPr>
            <a:picLocks noChangeAspect="1"/>
          </p:cNvPicPr>
          <p:nvPr/>
        </p:nvPicPr>
        <p:blipFill>
          <a:blip r:embed="rId7"/>
          <a:stretch>
            <a:fillRect/>
          </a:stretch>
        </p:blipFill>
        <p:spPr>
          <a:xfrm>
            <a:off x="1691408" y="4308018"/>
            <a:ext cx="1406775" cy="384665"/>
          </a:xfrm>
          <a:prstGeom prst="rect">
            <a:avLst/>
          </a:prstGeom>
        </p:spPr>
      </p:pic>
      <p:pic>
        <p:nvPicPr>
          <p:cNvPr id="41" name="Picture 40">
            <a:extLst>
              <a:ext uri="{FF2B5EF4-FFF2-40B4-BE49-F238E27FC236}">
                <a16:creationId xmlns:a16="http://schemas.microsoft.com/office/drawing/2014/main" id="{88781A8F-93B3-912A-58B8-646AE0B9F466}"/>
              </a:ext>
            </a:extLst>
          </p:cNvPr>
          <p:cNvPicPr>
            <a:picLocks noChangeAspect="1"/>
          </p:cNvPicPr>
          <p:nvPr/>
        </p:nvPicPr>
        <p:blipFill>
          <a:blip r:embed="rId8"/>
          <a:stretch>
            <a:fillRect/>
          </a:stretch>
        </p:blipFill>
        <p:spPr>
          <a:xfrm>
            <a:off x="1197523" y="1799423"/>
            <a:ext cx="9741208" cy="4648632"/>
          </a:xfrm>
          <a:prstGeom prst="rect">
            <a:avLst/>
          </a:prstGeom>
        </p:spPr>
      </p:pic>
      <p:pic>
        <p:nvPicPr>
          <p:cNvPr id="63" name="Picture 62">
            <a:extLst>
              <a:ext uri="{FF2B5EF4-FFF2-40B4-BE49-F238E27FC236}">
                <a16:creationId xmlns:a16="http://schemas.microsoft.com/office/drawing/2014/main" id="{17C39BBF-996B-09A1-4E6B-1EDD4925C609}"/>
              </a:ext>
            </a:extLst>
          </p:cNvPr>
          <p:cNvPicPr>
            <a:picLocks noChangeAspect="1"/>
          </p:cNvPicPr>
          <p:nvPr/>
        </p:nvPicPr>
        <p:blipFill>
          <a:blip r:embed="rId9"/>
          <a:stretch>
            <a:fillRect/>
          </a:stretch>
        </p:blipFill>
        <p:spPr>
          <a:xfrm>
            <a:off x="1155691" y="1798152"/>
            <a:ext cx="9771889" cy="4658922"/>
          </a:xfrm>
          <a:prstGeom prst="rect">
            <a:avLst/>
          </a:prstGeom>
        </p:spPr>
      </p:pic>
      <p:pic>
        <p:nvPicPr>
          <p:cNvPr id="70" name="Graphic 69" descr="Cursor with solid fill">
            <a:extLst>
              <a:ext uri="{FF2B5EF4-FFF2-40B4-BE49-F238E27FC236}">
                <a16:creationId xmlns:a16="http://schemas.microsoft.com/office/drawing/2014/main" id="{ACFBA455-52A3-4A41-12CD-B39272E0D05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311589">
            <a:off x="2045908" y="5200666"/>
            <a:ext cx="535454" cy="535454"/>
          </a:xfrm>
          <a:prstGeom prst="rect">
            <a:avLst/>
          </a:prstGeom>
        </p:spPr>
      </p:pic>
    </p:spTree>
    <p:extLst>
      <p:ext uri="{BB962C8B-B14F-4D97-AF65-F5344CB8AC3E}">
        <p14:creationId xmlns:p14="http://schemas.microsoft.com/office/powerpoint/2010/main" val="13350718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10000">
        <p159:morph option="byObject"/>
      </p:transition>
    </mc:Choice>
    <mc:Fallback>
      <p:transition spd="slow" advClick="0" advTm="10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7" y="3700208"/>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Quality</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41" name="Picture 40">
            <a:extLst>
              <a:ext uri="{FF2B5EF4-FFF2-40B4-BE49-F238E27FC236}">
                <a16:creationId xmlns:a16="http://schemas.microsoft.com/office/drawing/2014/main" id="{88781A8F-93B3-912A-58B8-646AE0B9F466}"/>
              </a:ext>
            </a:extLst>
          </p:cNvPr>
          <p:cNvPicPr>
            <a:picLocks noChangeAspect="1"/>
          </p:cNvPicPr>
          <p:nvPr/>
        </p:nvPicPr>
        <p:blipFill>
          <a:blip r:embed="rId3"/>
          <a:stretch>
            <a:fillRect/>
          </a:stretch>
        </p:blipFill>
        <p:spPr>
          <a:xfrm>
            <a:off x="1225396" y="1788069"/>
            <a:ext cx="9741208" cy="4648632"/>
          </a:xfrm>
          <a:prstGeom prst="rect">
            <a:avLst/>
          </a:prstGeom>
        </p:spPr>
      </p:pic>
      <p:pic>
        <p:nvPicPr>
          <p:cNvPr id="5" name="Graphic 4" descr="Cursor with solid fill">
            <a:extLst>
              <a:ext uri="{FF2B5EF4-FFF2-40B4-BE49-F238E27FC236}">
                <a16:creationId xmlns:a16="http://schemas.microsoft.com/office/drawing/2014/main" id="{92D9686F-2D27-3165-F305-13A0BC6F3EC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4569924">
            <a:off x="10476321" y="2813997"/>
            <a:ext cx="535454" cy="535454"/>
          </a:xfrm>
          <a:prstGeom prst="rect">
            <a:avLst/>
          </a:prstGeom>
        </p:spPr>
      </p:pic>
    </p:spTree>
    <p:extLst>
      <p:ext uri="{BB962C8B-B14F-4D97-AF65-F5344CB8AC3E}">
        <p14:creationId xmlns:p14="http://schemas.microsoft.com/office/powerpoint/2010/main" val="11148709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4000">
        <p159:morph option="byObject"/>
      </p:transition>
    </mc:Choice>
    <mc:Fallback>
      <p:transition spd="slow" advClick="0" advTm="4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71">
            <a:extLst>
              <a:ext uri="{FF2B5EF4-FFF2-40B4-BE49-F238E27FC236}">
                <a16:creationId xmlns:a16="http://schemas.microsoft.com/office/drawing/2014/main" id="{09039B62-422C-1314-1AC7-BD0DDD442974}"/>
              </a:ext>
            </a:extLst>
          </p:cNvPr>
          <p:cNvPicPr>
            <a:picLocks noChangeAspect="1"/>
          </p:cNvPicPr>
          <p:nvPr/>
        </p:nvPicPr>
        <p:blipFill>
          <a:blip r:embed="rId2"/>
          <a:stretch>
            <a:fillRect/>
          </a:stretch>
        </p:blipFill>
        <p:spPr>
          <a:xfrm>
            <a:off x="1203094" y="1788069"/>
            <a:ext cx="9741208" cy="4648632"/>
          </a:xfrm>
          <a:prstGeom prst="rect">
            <a:avLst/>
          </a:prstGeom>
        </p:spPr>
      </p:pic>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3"/>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Quality</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37" name="Picture 36">
            <a:extLst>
              <a:ext uri="{FF2B5EF4-FFF2-40B4-BE49-F238E27FC236}">
                <a16:creationId xmlns:a16="http://schemas.microsoft.com/office/drawing/2014/main" id="{1E0F1444-61D7-62C4-9672-8E558335FEF9}"/>
              </a:ext>
            </a:extLst>
          </p:cNvPr>
          <p:cNvPicPr>
            <a:picLocks noChangeAspect="1"/>
          </p:cNvPicPr>
          <p:nvPr/>
        </p:nvPicPr>
        <p:blipFill>
          <a:blip r:embed="rId4"/>
          <a:stretch>
            <a:fillRect/>
          </a:stretch>
        </p:blipFill>
        <p:spPr>
          <a:xfrm>
            <a:off x="1697366" y="4317616"/>
            <a:ext cx="1547909" cy="444523"/>
          </a:xfrm>
          <a:prstGeom prst="rect">
            <a:avLst/>
          </a:prstGeom>
        </p:spPr>
      </p:pic>
      <p:pic>
        <p:nvPicPr>
          <p:cNvPr id="54" name="Picture 53">
            <a:extLst>
              <a:ext uri="{FF2B5EF4-FFF2-40B4-BE49-F238E27FC236}">
                <a16:creationId xmlns:a16="http://schemas.microsoft.com/office/drawing/2014/main" id="{14661592-A258-9509-07CE-5183052D001D}"/>
              </a:ext>
            </a:extLst>
          </p:cNvPr>
          <p:cNvPicPr>
            <a:picLocks noChangeAspect="1"/>
          </p:cNvPicPr>
          <p:nvPr/>
        </p:nvPicPr>
        <p:blipFill>
          <a:blip r:embed="rId5"/>
          <a:stretch>
            <a:fillRect/>
          </a:stretch>
        </p:blipFill>
        <p:spPr>
          <a:xfrm>
            <a:off x="1691408" y="4308018"/>
            <a:ext cx="1406775" cy="384665"/>
          </a:xfrm>
          <a:prstGeom prst="rect">
            <a:avLst/>
          </a:prstGeom>
        </p:spPr>
      </p:pic>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6"/>
          <a:stretch>
            <a:fillRect/>
          </a:stretch>
        </p:blipFill>
        <p:spPr>
          <a:xfrm>
            <a:off x="1190878" y="1793444"/>
            <a:ext cx="9741208" cy="4632147"/>
          </a:xfrm>
          <a:prstGeom prst="rect">
            <a:avLst/>
          </a:prstGeom>
        </p:spPr>
      </p:pic>
      <p:pic>
        <p:nvPicPr>
          <p:cNvPr id="70" name="Graphic 69" descr="Cursor with solid fill">
            <a:extLst>
              <a:ext uri="{FF2B5EF4-FFF2-40B4-BE49-F238E27FC236}">
                <a16:creationId xmlns:a16="http://schemas.microsoft.com/office/drawing/2014/main" id="{ACFBA455-52A3-4A41-12CD-B39272E0D05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4569924">
            <a:off x="10442868" y="2836299"/>
            <a:ext cx="535454" cy="535454"/>
          </a:xfrm>
          <a:prstGeom prst="rect">
            <a:avLst/>
          </a:prstGeom>
        </p:spPr>
      </p:pic>
      <p:sp>
        <p:nvSpPr>
          <p:cNvPr id="71" name="Rectangle 70">
            <a:extLst>
              <a:ext uri="{FF2B5EF4-FFF2-40B4-BE49-F238E27FC236}">
                <a16:creationId xmlns:a16="http://schemas.microsoft.com/office/drawing/2014/main" id="{62E53B7A-BDEF-25CD-D8B4-A5C40051BB97}"/>
              </a:ext>
            </a:extLst>
          </p:cNvPr>
          <p:cNvSpPr/>
          <p:nvPr/>
        </p:nvSpPr>
        <p:spPr>
          <a:xfrm>
            <a:off x="-813698" y="2467909"/>
            <a:ext cx="334310" cy="125516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67F04C02-1FD3-65F9-653A-26671BE264D8}"/>
              </a:ext>
            </a:extLst>
          </p:cNvPr>
          <p:cNvSpPr/>
          <p:nvPr/>
        </p:nvSpPr>
        <p:spPr>
          <a:xfrm rot="5400000">
            <a:off x="5063468" y="-793523"/>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1604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10000">
        <p159:morph option="byObject"/>
      </p:transition>
    </mc:Choice>
    <mc:Fallback>
      <p:transition spd="slow" advClick="0" advTm="10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073914" y="120497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Quality</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1" name="Picture 20">
            <a:extLst>
              <a:ext uri="{FF2B5EF4-FFF2-40B4-BE49-F238E27FC236}">
                <a16:creationId xmlns:a16="http://schemas.microsoft.com/office/drawing/2014/main" id="{C563C3C6-7222-BDDF-633D-CA408ADF04C9}"/>
              </a:ext>
            </a:extLst>
          </p:cNvPr>
          <p:cNvPicPr>
            <a:picLocks noChangeAspect="1"/>
          </p:cNvPicPr>
          <p:nvPr/>
        </p:nvPicPr>
        <p:blipFill>
          <a:blip r:embed="rId3"/>
          <a:stretch>
            <a:fillRect/>
          </a:stretch>
        </p:blipFill>
        <p:spPr>
          <a:xfrm>
            <a:off x="1182347" y="1827586"/>
            <a:ext cx="9741209" cy="4621741"/>
          </a:xfrm>
          <a:prstGeom prst="rect">
            <a:avLst/>
          </a:prstGeom>
        </p:spPr>
      </p:pic>
      <p:pic>
        <p:nvPicPr>
          <p:cNvPr id="37" name="Picture 36">
            <a:extLst>
              <a:ext uri="{FF2B5EF4-FFF2-40B4-BE49-F238E27FC236}">
                <a16:creationId xmlns:a16="http://schemas.microsoft.com/office/drawing/2014/main" id="{1E0F1444-61D7-62C4-9672-8E558335FEF9}"/>
              </a:ext>
            </a:extLst>
          </p:cNvPr>
          <p:cNvPicPr>
            <a:picLocks noChangeAspect="1"/>
          </p:cNvPicPr>
          <p:nvPr/>
        </p:nvPicPr>
        <p:blipFill>
          <a:blip r:embed="rId4"/>
          <a:stretch>
            <a:fillRect/>
          </a:stretch>
        </p:blipFill>
        <p:spPr>
          <a:xfrm>
            <a:off x="1697366" y="4317616"/>
            <a:ext cx="1547909" cy="444523"/>
          </a:xfrm>
          <a:prstGeom prst="rect">
            <a:avLst/>
          </a:prstGeom>
        </p:spPr>
      </p:pic>
      <p:pic>
        <p:nvPicPr>
          <p:cNvPr id="54" name="Picture 53">
            <a:extLst>
              <a:ext uri="{FF2B5EF4-FFF2-40B4-BE49-F238E27FC236}">
                <a16:creationId xmlns:a16="http://schemas.microsoft.com/office/drawing/2014/main" id="{14661592-A258-9509-07CE-5183052D001D}"/>
              </a:ext>
            </a:extLst>
          </p:cNvPr>
          <p:cNvPicPr>
            <a:picLocks noChangeAspect="1"/>
          </p:cNvPicPr>
          <p:nvPr/>
        </p:nvPicPr>
        <p:blipFill>
          <a:blip r:embed="rId5"/>
          <a:stretch>
            <a:fillRect/>
          </a:stretch>
        </p:blipFill>
        <p:spPr>
          <a:xfrm>
            <a:off x="1691408" y="4308018"/>
            <a:ext cx="1406775" cy="384665"/>
          </a:xfrm>
          <a:prstGeom prst="rect">
            <a:avLst/>
          </a:prstGeom>
        </p:spPr>
      </p:pic>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6"/>
          <a:stretch>
            <a:fillRect/>
          </a:stretch>
        </p:blipFill>
        <p:spPr>
          <a:xfrm>
            <a:off x="1190878" y="1815746"/>
            <a:ext cx="9741208" cy="4632147"/>
          </a:xfrm>
          <a:prstGeom prst="rect">
            <a:avLst/>
          </a:prstGeom>
        </p:spPr>
      </p:pic>
      <p:pic>
        <p:nvPicPr>
          <p:cNvPr id="70" name="Graphic 69" descr="Cursor with solid fill">
            <a:extLst>
              <a:ext uri="{FF2B5EF4-FFF2-40B4-BE49-F238E27FC236}">
                <a16:creationId xmlns:a16="http://schemas.microsoft.com/office/drawing/2014/main" id="{ACFBA455-52A3-4A41-12CD-B39272E0D05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4569924">
            <a:off x="10417947" y="2836299"/>
            <a:ext cx="535454" cy="535454"/>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5282174" y="4080230"/>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874783" y="2179300"/>
            <a:ext cx="384666" cy="101763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nut 87">
            <a:extLst>
              <a:ext uri="{FF2B5EF4-FFF2-40B4-BE49-F238E27FC236}">
                <a16:creationId xmlns:a16="http://schemas.microsoft.com/office/drawing/2014/main" id="{3DEDDC54-EEEA-200D-0B09-33B8C591609B}"/>
              </a:ext>
            </a:extLst>
          </p:cNvPr>
          <p:cNvSpPr/>
          <p:nvPr/>
        </p:nvSpPr>
        <p:spPr>
          <a:xfrm>
            <a:off x="-1605048" y="1436924"/>
            <a:ext cx="507661" cy="521714"/>
          </a:xfrm>
          <a:custGeom>
            <a:avLst/>
            <a:gdLst/>
            <a:ahLst/>
            <a:cxnLst/>
            <a:rect l="l" t="t" r="r" b="b"/>
            <a:pathLst>
              <a:path w="356471" h="366339">
                <a:moveTo>
                  <a:pt x="144025" y="123680"/>
                </a:moveTo>
                <a:cubicBezTo>
                  <a:pt x="89551" y="123680"/>
                  <a:pt x="45391" y="167840"/>
                  <a:pt x="45391" y="222314"/>
                </a:cubicBezTo>
                <a:cubicBezTo>
                  <a:pt x="45391" y="276788"/>
                  <a:pt x="89551" y="320948"/>
                  <a:pt x="144025" y="320948"/>
                </a:cubicBezTo>
                <a:cubicBezTo>
                  <a:pt x="198499" y="320948"/>
                  <a:pt x="242659" y="276788"/>
                  <a:pt x="242659" y="222314"/>
                </a:cubicBezTo>
                <a:cubicBezTo>
                  <a:pt x="242659" y="167840"/>
                  <a:pt x="198499" y="123680"/>
                  <a:pt x="144025" y="123680"/>
                </a:cubicBezTo>
                <a:close/>
                <a:moveTo>
                  <a:pt x="354808" y="0"/>
                </a:moveTo>
                <a:lnTo>
                  <a:pt x="356471" y="85288"/>
                </a:lnTo>
                <a:lnTo>
                  <a:pt x="334733" y="64382"/>
                </a:lnTo>
                <a:lnTo>
                  <a:pt x="260258" y="141819"/>
                </a:lnTo>
                <a:cubicBezTo>
                  <a:pt x="278587" y="163579"/>
                  <a:pt x="288050" y="191841"/>
                  <a:pt x="288050" y="222314"/>
                </a:cubicBezTo>
                <a:cubicBezTo>
                  <a:pt x="288050" y="301857"/>
                  <a:pt x="223568" y="366339"/>
                  <a:pt x="144025" y="366339"/>
                </a:cubicBezTo>
                <a:cubicBezTo>
                  <a:pt x="64482" y="366339"/>
                  <a:pt x="0" y="301857"/>
                  <a:pt x="0" y="222314"/>
                </a:cubicBezTo>
                <a:cubicBezTo>
                  <a:pt x="0" y="142771"/>
                  <a:pt x="64482" y="78289"/>
                  <a:pt x="144025" y="78289"/>
                </a:cubicBezTo>
                <a:cubicBezTo>
                  <a:pt x="170876" y="78289"/>
                  <a:pt x="196011" y="85637"/>
                  <a:pt x="216282" y="100527"/>
                </a:cubicBezTo>
                <a:lnTo>
                  <a:pt x="291257" y="22569"/>
                </a:lnTo>
                <a:lnTo>
                  <a:pt x="269519" y="166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62" name="Donut 90">
            <a:extLst>
              <a:ext uri="{FF2B5EF4-FFF2-40B4-BE49-F238E27FC236}">
                <a16:creationId xmlns:a16="http://schemas.microsoft.com/office/drawing/2014/main" id="{68775F2A-6A05-9A47-6EF1-C1EF1AF7AAAF}"/>
              </a:ext>
            </a:extLst>
          </p:cNvPr>
          <p:cNvSpPr/>
          <p:nvPr/>
        </p:nvSpPr>
        <p:spPr>
          <a:xfrm>
            <a:off x="12464946" y="130323"/>
            <a:ext cx="532052" cy="543757"/>
          </a:xfrm>
          <a:custGeom>
            <a:avLst/>
            <a:gdLst/>
            <a:ahLst/>
            <a:cxnLst/>
            <a:rect l="l" t="t" r="r" b="b"/>
            <a:pathLst>
              <a:path w="373598" h="381817">
                <a:moveTo>
                  <a:pt x="229573" y="45391"/>
                </a:moveTo>
                <a:cubicBezTo>
                  <a:pt x="175099" y="45391"/>
                  <a:pt x="130939" y="89551"/>
                  <a:pt x="130939" y="144025"/>
                </a:cubicBezTo>
                <a:cubicBezTo>
                  <a:pt x="130939" y="198499"/>
                  <a:pt x="175099" y="242659"/>
                  <a:pt x="229573" y="242659"/>
                </a:cubicBezTo>
                <a:cubicBezTo>
                  <a:pt x="284047" y="242659"/>
                  <a:pt x="328207" y="198499"/>
                  <a:pt x="328207" y="144025"/>
                </a:cubicBezTo>
                <a:cubicBezTo>
                  <a:pt x="328207" y="89551"/>
                  <a:pt x="284047" y="45391"/>
                  <a:pt x="229573" y="45391"/>
                </a:cubicBezTo>
                <a:close/>
                <a:moveTo>
                  <a:pt x="229573" y="0"/>
                </a:moveTo>
                <a:cubicBezTo>
                  <a:pt x="309116" y="0"/>
                  <a:pt x="373598" y="64482"/>
                  <a:pt x="373598" y="144025"/>
                </a:cubicBezTo>
                <a:cubicBezTo>
                  <a:pt x="373598" y="223568"/>
                  <a:pt x="309116" y="288050"/>
                  <a:pt x="229573" y="288050"/>
                </a:cubicBezTo>
                <a:cubicBezTo>
                  <a:pt x="202172" y="288050"/>
                  <a:pt x="176558" y="280398"/>
                  <a:pt x="156060" y="264966"/>
                </a:cubicBezTo>
                <a:lnTo>
                  <a:pt x="128993" y="292033"/>
                </a:lnTo>
                <a:lnTo>
                  <a:pt x="160228" y="323268"/>
                </a:lnTo>
                <a:cubicBezTo>
                  <a:pt x="171055" y="334095"/>
                  <a:pt x="171055" y="351650"/>
                  <a:pt x="160228" y="362477"/>
                </a:cubicBezTo>
                <a:cubicBezTo>
                  <a:pt x="149401" y="373304"/>
                  <a:pt x="131846" y="373304"/>
                  <a:pt x="121019" y="362477"/>
                </a:cubicBezTo>
                <a:lnTo>
                  <a:pt x="89784" y="331242"/>
                </a:lnTo>
                <a:lnTo>
                  <a:pt x="39209" y="381817"/>
                </a:lnTo>
                <a:cubicBezTo>
                  <a:pt x="28381" y="392644"/>
                  <a:pt x="10827" y="392644"/>
                  <a:pt x="0" y="381817"/>
                </a:cubicBezTo>
                <a:cubicBezTo>
                  <a:pt x="-10828" y="370989"/>
                  <a:pt x="-10828" y="353435"/>
                  <a:pt x="0" y="342608"/>
                </a:cubicBezTo>
                <a:lnTo>
                  <a:pt x="50575" y="292033"/>
                </a:lnTo>
                <a:lnTo>
                  <a:pt x="16166" y="257624"/>
                </a:lnTo>
                <a:cubicBezTo>
                  <a:pt x="5339" y="246797"/>
                  <a:pt x="5339" y="229242"/>
                  <a:pt x="16166" y="218415"/>
                </a:cubicBezTo>
                <a:cubicBezTo>
                  <a:pt x="26993" y="207588"/>
                  <a:pt x="44548" y="207588"/>
                  <a:pt x="55375" y="218415"/>
                </a:cubicBezTo>
                <a:lnTo>
                  <a:pt x="89784" y="252824"/>
                </a:lnTo>
                <a:lnTo>
                  <a:pt x="115252" y="227356"/>
                </a:lnTo>
                <a:cubicBezTo>
                  <a:pt x="95803" y="205073"/>
                  <a:pt x="85548" y="175747"/>
                  <a:pt x="85548" y="144025"/>
                </a:cubicBezTo>
                <a:cubicBezTo>
                  <a:pt x="85548" y="64482"/>
                  <a:pt x="150030" y="0"/>
                  <a:pt x="2295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Tree>
    <p:extLst>
      <p:ext uri="{BB962C8B-B14F-4D97-AF65-F5344CB8AC3E}">
        <p14:creationId xmlns:p14="http://schemas.microsoft.com/office/powerpoint/2010/main" val="17810684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1139059" y="1467811"/>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F8D02F9D-ABE6-22FC-5B42-B580EC5FB763}"/>
              </a:ext>
            </a:extLst>
          </p:cNvPr>
          <p:cNvSpPr txBox="1"/>
          <p:nvPr/>
        </p:nvSpPr>
        <p:spPr>
          <a:xfrm>
            <a:off x="996780" y="2362687"/>
            <a:ext cx="7543213" cy="3293209"/>
          </a:xfrm>
          <a:prstGeom prst="rect">
            <a:avLst/>
          </a:prstGeom>
          <a:noFill/>
        </p:spPr>
        <p:txBody>
          <a:bodyPr wrap="square">
            <a:spAutoFit/>
          </a:bodyPr>
          <a:lstStyle/>
          <a:p>
            <a:pPr marL="285750" indent="-285750" algn="just">
              <a:buClr>
                <a:schemeClr val="accent4"/>
              </a:buClr>
              <a:buSzPct val="100000"/>
              <a:buFont typeface="Wingdings" panose="05000000000000000000" pitchFamily="2" charset="2"/>
              <a:buChar char="ü"/>
            </a:pPr>
            <a:r>
              <a:rPr lang="en-US" sz="2600" dirty="0">
                <a:solidFill>
                  <a:schemeClr val="bg1"/>
                </a:solidFill>
              </a:rPr>
              <a:t>Blue is the color that is widely accepted by both men and women.</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 Hence, taking the monochromatic combination of Grayish-blue, Occur-yellow, and White.</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This color combination gives the website a modern, polished appearance.</a:t>
            </a:r>
          </a:p>
        </p:txBody>
      </p:sp>
      <p:sp>
        <p:nvSpPr>
          <p:cNvPr id="73" name="Donut 87">
            <a:extLst>
              <a:ext uri="{FF2B5EF4-FFF2-40B4-BE49-F238E27FC236}">
                <a16:creationId xmlns:a16="http://schemas.microsoft.com/office/drawing/2014/main" id="{75CAEA0E-1E85-D689-F99E-DACF7B3E56A9}"/>
              </a:ext>
            </a:extLst>
          </p:cNvPr>
          <p:cNvSpPr/>
          <p:nvPr/>
        </p:nvSpPr>
        <p:spPr>
          <a:xfrm>
            <a:off x="4459846" y="2851938"/>
            <a:ext cx="507661" cy="521714"/>
          </a:xfrm>
          <a:custGeom>
            <a:avLst/>
            <a:gdLst/>
            <a:ahLst/>
            <a:cxnLst/>
            <a:rect l="l" t="t" r="r" b="b"/>
            <a:pathLst>
              <a:path w="356471" h="366339">
                <a:moveTo>
                  <a:pt x="144025" y="123680"/>
                </a:moveTo>
                <a:cubicBezTo>
                  <a:pt x="89551" y="123680"/>
                  <a:pt x="45391" y="167840"/>
                  <a:pt x="45391" y="222314"/>
                </a:cubicBezTo>
                <a:cubicBezTo>
                  <a:pt x="45391" y="276788"/>
                  <a:pt x="89551" y="320948"/>
                  <a:pt x="144025" y="320948"/>
                </a:cubicBezTo>
                <a:cubicBezTo>
                  <a:pt x="198499" y="320948"/>
                  <a:pt x="242659" y="276788"/>
                  <a:pt x="242659" y="222314"/>
                </a:cubicBezTo>
                <a:cubicBezTo>
                  <a:pt x="242659" y="167840"/>
                  <a:pt x="198499" y="123680"/>
                  <a:pt x="144025" y="123680"/>
                </a:cubicBezTo>
                <a:close/>
                <a:moveTo>
                  <a:pt x="354808" y="0"/>
                </a:moveTo>
                <a:lnTo>
                  <a:pt x="356471" y="85288"/>
                </a:lnTo>
                <a:lnTo>
                  <a:pt x="334733" y="64382"/>
                </a:lnTo>
                <a:lnTo>
                  <a:pt x="260258" y="141819"/>
                </a:lnTo>
                <a:cubicBezTo>
                  <a:pt x="278587" y="163579"/>
                  <a:pt x="288050" y="191841"/>
                  <a:pt x="288050" y="222314"/>
                </a:cubicBezTo>
                <a:cubicBezTo>
                  <a:pt x="288050" y="301857"/>
                  <a:pt x="223568" y="366339"/>
                  <a:pt x="144025" y="366339"/>
                </a:cubicBezTo>
                <a:cubicBezTo>
                  <a:pt x="64482" y="366339"/>
                  <a:pt x="0" y="301857"/>
                  <a:pt x="0" y="222314"/>
                </a:cubicBezTo>
                <a:cubicBezTo>
                  <a:pt x="0" y="142771"/>
                  <a:pt x="64482" y="78289"/>
                  <a:pt x="144025" y="78289"/>
                </a:cubicBezTo>
                <a:cubicBezTo>
                  <a:pt x="170876" y="78289"/>
                  <a:pt x="196011" y="85637"/>
                  <a:pt x="216282" y="100527"/>
                </a:cubicBezTo>
                <a:lnTo>
                  <a:pt x="291257" y="22569"/>
                </a:lnTo>
                <a:lnTo>
                  <a:pt x="269519" y="166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74" name="Donut 90">
            <a:extLst>
              <a:ext uri="{FF2B5EF4-FFF2-40B4-BE49-F238E27FC236}">
                <a16:creationId xmlns:a16="http://schemas.microsoft.com/office/drawing/2014/main" id="{574ACA5D-C285-ED5E-DF77-1B3E7FDF9BC9}"/>
              </a:ext>
            </a:extLst>
          </p:cNvPr>
          <p:cNvSpPr/>
          <p:nvPr/>
        </p:nvSpPr>
        <p:spPr>
          <a:xfrm>
            <a:off x="476398" y="4112385"/>
            <a:ext cx="532052" cy="543757"/>
          </a:xfrm>
          <a:custGeom>
            <a:avLst/>
            <a:gdLst/>
            <a:ahLst/>
            <a:cxnLst/>
            <a:rect l="l" t="t" r="r" b="b"/>
            <a:pathLst>
              <a:path w="373598" h="381817">
                <a:moveTo>
                  <a:pt x="229573" y="45391"/>
                </a:moveTo>
                <a:cubicBezTo>
                  <a:pt x="175099" y="45391"/>
                  <a:pt x="130939" y="89551"/>
                  <a:pt x="130939" y="144025"/>
                </a:cubicBezTo>
                <a:cubicBezTo>
                  <a:pt x="130939" y="198499"/>
                  <a:pt x="175099" y="242659"/>
                  <a:pt x="229573" y="242659"/>
                </a:cubicBezTo>
                <a:cubicBezTo>
                  <a:pt x="284047" y="242659"/>
                  <a:pt x="328207" y="198499"/>
                  <a:pt x="328207" y="144025"/>
                </a:cubicBezTo>
                <a:cubicBezTo>
                  <a:pt x="328207" y="89551"/>
                  <a:pt x="284047" y="45391"/>
                  <a:pt x="229573" y="45391"/>
                </a:cubicBezTo>
                <a:close/>
                <a:moveTo>
                  <a:pt x="229573" y="0"/>
                </a:moveTo>
                <a:cubicBezTo>
                  <a:pt x="309116" y="0"/>
                  <a:pt x="373598" y="64482"/>
                  <a:pt x="373598" y="144025"/>
                </a:cubicBezTo>
                <a:cubicBezTo>
                  <a:pt x="373598" y="223568"/>
                  <a:pt x="309116" y="288050"/>
                  <a:pt x="229573" y="288050"/>
                </a:cubicBezTo>
                <a:cubicBezTo>
                  <a:pt x="202172" y="288050"/>
                  <a:pt x="176558" y="280398"/>
                  <a:pt x="156060" y="264966"/>
                </a:cubicBezTo>
                <a:lnTo>
                  <a:pt x="128993" y="292033"/>
                </a:lnTo>
                <a:lnTo>
                  <a:pt x="160228" y="323268"/>
                </a:lnTo>
                <a:cubicBezTo>
                  <a:pt x="171055" y="334095"/>
                  <a:pt x="171055" y="351650"/>
                  <a:pt x="160228" y="362477"/>
                </a:cubicBezTo>
                <a:cubicBezTo>
                  <a:pt x="149401" y="373304"/>
                  <a:pt x="131846" y="373304"/>
                  <a:pt x="121019" y="362477"/>
                </a:cubicBezTo>
                <a:lnTo>
                  <a:pt x="89784" y="331242"/>
                </a:lnTo>
                <a:lnTo>
                  <a:pt x="39209" y="381817"/>
                </a:lnTo>
                <a:cubicBezTo>
                  <a:pt x="28381" y="392644"/>
                  <a:pt x="10827" y="392644"/>
                  <a:pt x="0" y="381817"/>
                </a:cubicBezTo>
                <a:cubicBezTo>
                  <a:pt x="-10828" y="370989"/>
                  <a:pt x="-10828" y="353435"/>
                  <a:pt x="0" y="342608"/>
                </a:cubicBezTo>
                <a:lnTo>
                  <a:pt x="50575" y="292033"/>
                </a:lnTo>
                <a:lnTo>
                  <a:pt x="16166" y="257624"/>
                </a:lnTo>
                <a:cubicBezTo>
                  <a:pt x="5339" y="246797"/>
                  <a:pt x="5339" y="229242"/>
                  <a:pt x="16166" y="218415"/>
                </a:cubicBezTo>
                <a:cubicBezTo>
                  <a:pt x="26993" y="207588"/>
                  <a:pt x="44548" y="207588"/>
                  <a:pt x="55375" y="218415"/>
                </a:cubicBezTo>
                <a:lnTo>
                  <a:pt x="89784" y="252824"/>
                </a:lnTo>
                <a:lnTo>
                  <a:pt x="115252" y="227356"/>
                </a:lnTo>
                <a:cubicBezTo>
                  <a:pt x="95803" y="205073"/>
                  <a:pt x="85548" y="175747"/>
                  <a:pt x="85548" y="144025"/>
                </a:cubicBezTo>
                <a:cubicBezTo>
                  <a:pt x="85548" y="64482"/>
                  <a:pt x="150030" y="0"/>
                  <a:pt x="229573" y="0"/>
                </a:cubicBezTo>
                <a:close/>
              </a:path>
            </a:pathLst>
          </a:cu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75" name="Rectangle 7">
            <a:extLst>
              <a:ext uri="{FF2B5EF4-FFF2-40B4-BE49-F238E27FC236}">
                <a16:creationId xmlns:a16="http://schemas.microsoft.com/office/drawing/2014/main" id="{0A64330D-E582-21AD-C578-87FEB500D875}"/>
              </a:ext>
            </a:extLst>
          </p:cNvPr>
          <p:cNvSpPr/>
          <p:nvPr/>
        </p:nvSpPr>
        <p:spPr>
          <a:xfrm>
            <a:off x="12909342" y="5282606"/>
            <a:ext cx="1297485" cy="887501"/>
          </a:xfrm>
          <a:custGeom>
            <a:avLst/>
            <a:gdLst/>
            <a:ahLst/>
            <a:cxnLst/>
            <a:rect l="l" t="t" r="r" b="b"/>
            <a:pathLst>
              <a:path w="3240000" h="3240000">
                <a:moveTo>
                  <a:pt x="401869" y="2055482"/>
                </a:moveTo>
                <a:lnTo>
                  <a:pt x="869869" y="2055482"/>
                </a:lnTo>
                <a:lnTo>
                  <a:pt x="869869" y="2919482"/>
                </a:lnTo>
                <a:lnTo>
                  <a:pt x="401869" y="2919482"/>
                </a:lnTo>
                <a:close/>
                <a:moveTo>
                  <a:pt x="1121949" y="1695482"/>
                </a:moveTo>
                <a:lnTo>
                  <a:pt x="1589949" y="1695482"/>
                </a:lnTo>
                <a:lnTo>
                  <a:pt x="1589949" y="2919482"/>
                </a:lnTo>
                <a:lnTo>
                  <a:pt x="1121949" y="2919482"/>
                </a:lnTo>
                <a:close/>
                <a:moveTo>
                  <a:pt x="1842029" y="1335482"/>
                </a:moveTo>
                <a:lnTo>
                  <a:pt x="2310029" y="1335482"/>
                </a:lnTo>
                <a:lnTo>
                  <a:pt x="2310029" y="2919482"/>
                </a:lnTo>
                <a:lnTo>
                  <a:pt x="1842029" y="2919482"/>
                </a:lnTo>
                <a:close/>
                <a:moveTo>
                  <a:pt x="2562109" y="975482"/>
                </a:moveTo>
                <a:lnTo>
                  <a:pt x="3030109" y="975482"/>
                </a:lnTo>
                <a:lnTo>
                  <a:pt x="3030109" y="2919482"/>
                </a:lnTo>
                <a:lnTo>
                  <a:pt x="2562109" y="2919482"/>
                </a:lnTo>
                <a:close/>
                <a:moveTo>
                  <a:pt x="2321888" y="224805"/>
                </a:moveTo>
                <a:lnTo>
                  <a:pt x="2880631" y="247420"/>
                </a:lnTo>
                <a:lnTo>
                  <a:pt x="2620844" y="742612"/>
                </a:lnTo>
                <a:lnTo>
                  <a:pt x="2546105" y="613161"/>
                </a:lnTo>
                <a:lnTo>
                  <a:pt x="541555" y="1770488"/>
                </a:lnTo>
                <a:lnTo>
                  <a:pt x="392077" y="1511585"/>
                </a:lnTo>
                <a:lnTo>
                  <a:pt x="2396627" y="354257"/>
                </a:lnTo>
                <a:close/>
                <a:moveTo>
                  <a:pt x="0" y="0"/>
                </a:moveTo>
                <a:lnTo>
                  <a:pt x="180000" y="0"/>
                </a:lnTo>
                <a:lnTo>
                  <a:pt x="180000" y="3059999"/>
                </a:lnTo>
                <a:lnTo>
                  <a:pt x="3240000" y="3059999"/>
                </a:lnTo>
                <a:lnTo>
                  <a:pt x="3240000" y="3239999"/>
                </a:lnTo>
                <a:lnTo>
                  <a:pt x="180000" y="3239999"/>
                </a:lnTo>
                <a:lnTo>
                  <a:pt x="180000" y="3240000"/>
                </a:lnTo>
                <a:lnTo>
                  <a:pt x="0" y="3240000"/>
                </a:lnTo>
                <a:lnTo>
                  <a:pt x="0" y="3239999"/>
                </a:lnTo>
                <a:lnTo>
                  <a:pt x="0" y="3059999"/>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16579804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F8D02F9D-ABE6-22FC-5B42-B580EC5FB763}"/>
              </a:ext>
            </a:extLst>
          </p:cNvPr>
          <p:cNvSpPr txBox="1"/>
          <p:nvPr/>
        </p:nvSpPr>
        <p:spPr>
          <a:xfrm>
            <a:off x="12855559" y="-777195"/>
            <a:ext cx="7543213" cy="3293209"/>
          </a:xfrm>
          <a:prstGeom prst="rect">
            <a:avLst/>
          </a:prstGeom>
          <a:noFill/>
        </p:spPr>
        <p:txBody>
          <a:bodyPr wrap="square">
            <a:spAutoFit/>
          </a:bodyPr>
          <a:lstStyle/>
          <a:p>
            <a:pPr marL="285750" indent="-285750" algn="just">
              <a:buClr>
                <a:schemeClr val="accent4"/>
              </a:buClr>
              <a:buSzPct val="100000"/>
              <a:buFont typeface="Wingdings" panose="05000000000000000000" pitchFamily="2" charset="2"/>
              <a:buChar char="ü"/>
            </a:pPr>
            <a:r>
              <a:rPr lang="en-US" sz="2600" dirty="0">
                <a:solidFill>
                  <a:schemeClr val="bg1"/>
                </a:solidFill>
              </a:rPr>
              <a:t>Blue is the color that is widely accepted by both men and women.</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 Hence, taking the monochromatic combination of Grayish-blue, Occur-yellow, and White.</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This color combination gives the website a modern, polished appearance.</a:t>
            </a:r>
          </a:p>
        </p:txBody>
      </p:sp>
      <p:sp>
        <p:nvSpPr>
          <p:cNvPr id="37" name="TextBox 36">
            <a:extLst>
              <a:ext uri="{FF2B5EF4-FFF2-40B4-BE49-F238E27FC236}">
                <a16:creationId xmlns:a16="http://schemas.microsoft.com/office/drawing/2014/main" id="{2F9D1CF1-9546-7497-CCFA-1E506334B2C9}"/>
              </a:ext>
            </a:extLst>
          </p:cNvPr>
          <p:cNvSpPr txBox="1"/>
          <p:nvPr/>
        </p:nvSpPr>
        <p:spPr>
          <a:xfrm>
            <a:off x="1215129" y="1417141"/>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Customer Empathy</a:t>
            </a:r>
          </a:p>
        </p:txBody>
      </p:sp>
      <p:sp>
        <p:nvSpPr>
          <p:cNvPr id="41" name="Block Arc 25">
            <a:extLst>
              <a:ext uri="{FF2B5EF4-FFF2-40B4-BE49-F238E27FC236}">
                <a16:creationId xmlns:a16="http://schemas.microsoft.com/office/drawing/2014/main" id="{EA096BB1-8363-4C53-3720-D0CD85C4A2C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70" name="TextBox 69">
            <a:extLst>
              <a:ext uri="{FF2B5EF4-FFF2-40B4-BE49-F238E27FC236}">
                <a16:creationId xmlns:a16="http://schemas.microsoft.com/office/drawing/2014/main" id="{48313E72-5C55-22EF-0F23-8A6837B136CB}"/>
              </a:ext>
            </a:extLst>
          </p:cNvPr>
          <p:cNvSpPr txBox="1"/>
          <p:nvPr/>
        </p:nvSpPr>
        <p:spPr>
          <a:xfrm>
            <a:off x="990601" y="2044954"/>
            <a:ext cx="7326598" cy="3693319"/>
          </a:xfrm>
          <a:prstGeom prst="rect">
            <a:avLst/>
          </a:prstGeom>
          <a:noFill/>
        </p:spPr>
        <p:txBody>
          <a:bodyPr wrap="square">
            <a:spAutoFit/>
          </a:bodyPr>
          <a:lstStyle/>
          <a:p>
            <a:pPr algn="just">
              <a:buClr>
                <a:schemeClr val="accent4"/>
              </a:buClr>
              <a:buSzPct val="100000"/>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All the factors previously discussed vitalize Empathy.</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Customer Empathy is the most important element in customer retention.</a:t>
            </a:r>
          </a:p>
          <a:p>
            <a:pPr algn="just">
              <a:buClr>
                <a:schemeClr val="accent4"/>
              </a:buClr>
              <a:buSzPct val="100000"/>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Without customer empathy, the company will undoubtedly fail.</a:t>
            </a:r>
          </a:p>
        </p:txBody>
      </p:sp>
      <p:sp>
        <p:nvSpPr>
          <p:cNvPr id="71" name="Diamond 5">
            <a:extLst>
              <a:ext uri="{FF2B5EF4-FFF2-40B4-BE49-F238E27FC236}">
                <a16:creationId xmlns:a16="http://schemas.microsoft.com/office/drawing/2014/main" id="{15862A93-2BE3-9CFC-7F85-B4267E3AAFB6}"/>
              </a:ext>
            </a:extLst>
          </p:cNvPr>
          <p:cNvSpPr/>
          <p:nvPr/>
        </p:nvSpPr>
        <p:spPr>
          <a:xfrm rot="948352">
            <a:off x="13064415" y="4524999"/>
            <a:ext cx="943537" cy="1026450"/>
          </a:xfrm>
          <a:custGeom>
            <a:avLst/>
            <a:gdLst/>
            <a:ahLst/>
            <a:cxnLst/>
            <a:rect l="l" t="t" r="r" b="b"/>
            <a:pathLst>
              <a:path w="3240001" h="3249575">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2" name="Rectangle 7">
            <a:extLst>
              <a:ext uri="{FF2B5EF4-FFF2-40B4-BE49-F238E27FC236}">
                <a16:creationId xmlns:a16="http://schemas.microsoft.com/office/drawing/2014/main" id="{0FF26CA5-43BB-DE37-361B-1DE8D9B9A16A}"/>
              </a:ext>
            </a:extLst>
          </p:cNvPr>
          <p:cNvSpPr/>
          <p:nvPr/>
        </p:nvSpPr>
        <p:spPr>
          <a:xfrm>
            <a:off x="8948578" y="4297464"/>
            <a:ext cx="1297485" cy="887501"/>
          </a:xfrm>
          <a:custGeom>
            <a:avLst/>
            <a:gdLst/>
            <a:ahLst/>
            <a:cxnLst/>
            <a:rect l="l" t="t" r="r" b="b"/>
            <a:pathLst>
              <a:path w="3240000" h="3240000">
                <a:moveTo>
                  <a:pt x="401869" y="2055482"/>
                </a:moveTo>
                <a:lnTo>
                  <a:pt x="869869" y="2055482"/>
                </a:lnTo>
                <a:lnTo>
                  <a:pt x="869869" y="2919482"/>
                </a:lnTo>
                <a:lnTo>
                  <a:pt x="401869" y="2919482"/>
                </a:lnTo>
                <a:close/>
                <a:moveTo>
                  <a:pt x="1121949" y="1695482"/>
                </a:moveTo>
                <a:lnTo>
                  <a:pt x="1589949" y="1695482"/>
                </a:lnTo>
                <a:lnTo>
                  <a:pt x="1589949" y="2919482"/>
                </a:lnTo>
                <a:lnTo>
                  <a:pt x="1121949" y="2919482"/>
                </a:lnTo>
                <a:close/>
                <a:moveTo>
                  <a:pt x="1842029" y="1335482"/>
                </a:moveTo>
                <a:lnTo>
                  <a:pt x="2310029" y="1335482"/>
                </a:lnTo>
                <a:lnTo>
                  <a:pt x="2310029" y="2919482"/>
                </a:lnTo>
                <a:lnTo>
                  <a:pt x="1842029" y="2919482"/>
                </a:lnTo>
                <a:close/>
                <a:moveTo>
                  <a:pt x="2562109" y="975482"/>
                </a:moveTo>
                <a:lnTo>
                  <a:pt x="3030109" y="975482"/>
                </a:lnTo>
                <a:lnTo>
                  <a:pt x="3030109" y="2919482"/>
                </a:lnTo>
                <a:lnTo>
                  <a:pt x="2562109" y="2919482"/>
                </a:lnTo>
                <a:close/>
                <a:moveTo>
                  <a:pt x="2321888" y="224805"/>
                </a:moveTo>
                <a:lnTo>
                  <a:pt x="2880631" y="247420"/>
                </a:lnTo>
                <a:lnTo>
                  <a:pt x="2620844" y="742612"/>
                </a:lnTo>
                <a:lnTo>
                  <a:pt x="2546105" y="613161"/>
                </a:lnTo>
                <a:lnTo>
                  <a:pt x="541555" y="1770488"/>
                </a:lnTo>
                <a:lnTo>
                  <a:pt x="392077" y="1511585"/>
                </a:lnTo>
                <a:lnTo>
                  <a:pt x="2396627" y="354257"/>
                </a:lnTo>
                <a:close/>
                <a:moveTo>
                  <a:pt x="0" y="0"/>
                </a:moveTo>
                <a:lnTo>
                  <a:pt x="180000" y="0"/>
                </a:lnTo>
                <a:lnTo>
                  <a:pt x="180000" y="3059999"/>
                </a:lnTo>
                <a:lnTo>
                  <a:pt x="3240000" y="3059999"/>
                </a:lnTo>
                <a:lnTo>
                  <a:pt x="3240000" y="3239999"/>
                </a:lnTo>
                <a:lnTo>
                  <a:pt x="180000" y="3239999"/>
                </a:lnTo>
                <a:lnTo>
                  <a:pt x="180000" y="3240000"/>
                </a:lnTo>
                <a:lnTo>
                  <a:pt x="0" y="3240000"/>
                </a:lnTo>
                <a:lnTo>
                  <a:pt x="0" y="3239999"/>
                </a:lnTo>
                <a:lnTo>
                  <a:pt x="0" y="3059999"/>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1093045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F8D02F9D-ABE6-22FC-5B42-B580EC5FB763}"/>
              </a:ext>
            </a:extLst>
          </p:cNvPr>
          <p:cNvSpPr txBox="1"/>
          <p:nvPr/>
        </p:nvSpPr>
        <p:spPr>
          <a:xfrm>
            <a:off x="12855559" y="-777195"/>
            <a:ext cx="7543213" cy="3293209"/>
          </a:xfrm>
          <a:prstGeom prst="rect">
            <a:avLst/>
          </a:prstGeom>
          <a:noFill/>
        </p:spPr>
        <p:txBody>
          <a:bodyPr wrap="square">
            <a:spAutoFit/>
          </a:bodyPr>
          <a:lstStyle/>
          <a:p>
            <a:pPr marL="285750" indent="-285750" algn="just">
              <a:buClr>
                <a:schemeClr val="accent4"/>
              </a:buClr>
              <a:buSzPct val="100000"/>
              <a:buFont typeface="Wingdings" panose="05000000000000000000" pitchFamily="2" charset="2"/>
              <a:buChar char="ü"/>
            </a:pPr>
            <a:r>
              <a:rPr lang="en-US" sz="2600" dirty="0">
                <a:solidFill>
                  <a:schemeClr val="bg1"/>
                </a:solidFill>
              </a:rPr>
              <a:t>Blue is the color that is widely accepted by both men and women.</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 Hence, taking the monochromatic combination of Grayish-blue, Occur-yellow, and White.</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This color combination gives the website a modern, polished appearance.</a:t>
            </a:r>
          </a:p>
        </p:txBody>
      </p:sp>
      <p:sp>
        <p:nvSpPr>
          <p:cNvPr id="37" name="TextBox 36">
            <a:extLst>
              <a:ext uri="{FF2B5EF4-FFF2-40B4-BE49-F238E27FC236}">
                <a16:creationId xmlns:a16="http://schemas.microsoft.com/office/drawing/2014/main" id="{2F9D1CF1-9546-7497-CCFA-1E506334B2C9}"/>
              </a:ext>
            </a:extLst>
          </p:cNvPr>
          <p:cNvSpPr txBox="1"/>
          <p:nvPr/>
        </p:nvSpPr>
        <p:spPr>
          <a:xfrm>
            <a:off x="1215129" y="1417141"/>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Customer Empathy</a:t>
            </a:r>
          </a:p>
        </p:txBody>
      </p:sp>
      <p:sp>
        <p:nvSpPr>
          <p:cNvPr id="41" name="Block Arc 25">
            <a:extLst>
              <a:ext uri="{FF2B5EF4-FFF2-40B4-BE49-F238E27FC236}">
                <a16:creationId xmlns:a16="http://schemas.microsoft.com/office/drawing/2014/main" id="{EA096BB1-8363-4C53-3720-D0CD85C4A2C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70" name="TextBox 69">
            <a:extLst>
              <a:ext uri="{FF2B5EF4-FFF2-40B4-BE49-F238E27FC236}">
                <a16:creationId xmlns:a16="http://schemas.microsoft.com/office/drawing/2014/main" id="{48313E72-5C55-22EF-0F23-8A6837B136CB}"/>
              </a:ext>
            </a:extLst>
          </p:cNvPr>
          <p:cNvSpPr txBox="1"/>
          <p:nvPr/>
        </p:nvSpPr>
        <p:spPr>
          <a:xfrm>
            <a:off x="990600" y="2044954"/>
            <a:ext cx="7975291" cy="4093428"/>
          </a:xfrm>
          <a:prstGeom prst="rect">
            <a:avLst/>
          </a:prstGeom>
          <a:noFill/>
        </p:spPr>
        <p:txBody>
          <a:bodyPr wrap="square">
            <a:spAutoFit/>
          </a:bodyPr>
          <a:lstStyle/>
          <a:p>
            <a:pPr algn="just">
              <a:buClr>
                <a:schemeClr val="accent4"/>
              </a:buClr>
              <a:buSzPct val="100000"/>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In the event of any problems, customers must be aware of how to contact corporate management. All necessary contact information must be given.</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Subscribing is another crucial element, for customers, that enables the user to get emails about new feeds. This enhances their desire to return to the website, which in turn boosts user retention.</a:t>
            </a:r>
          </a:p>
        </p:txBody>
      </p:sp>
      <p:grpSp>
        <p:nvGrpSpPr>
          <p:cNvPr id="21" name="Group 20">
            <a:extLst>
              <a:ext uri="{FF2B5EF4-FFF2-40B4-BE49-F238E27FC236}">
                <a16:creationId xmlns:a16="http://schemas.microsoft.com/office/drawing/2014/main" id="{A178A4AE-95FE-1D51-43D0-F90472BD35F6}"/>
              </a:ext>
            </a:extLst>
          </p:cNvPr>
          <p:cNvGrpSpPr/>
          <p:nvPr/>
        </p:nvGrpSpPr>
        <p:grpSpPr>
          <a:xfrm>
            <a:off x="-3666521" y="3241940"/>
            <a:ext cx="3514072" cy="3742456"/>
            <a:chOff x="1100103" y="2793247"/>
            <a:chExt cx="3462029" cy="3687030"/>
          </a:xfrm>
        </p:grpSpPr>
        <p:sp>
          <p:nvSpPr>
            <p:cNvPr id="52" name="Freeform 18">
              <a:extLst>
                <a:ext uri="{FF2B5EF4-FFF2-40B4-BE49-F238E27FC236}">
                  <a16:creationId xmlns:a16="http://schemas.microsoft.com/office/drawing/2014/main" id="{D835A08B-ACFE-74FF-C87D-9AE80BDD0899}"/>
                </a:ext>
              </a:extLst>
            </p:cNvPr>
            <p:cNvSpPr>
              <a:spLocks/>
            </p:cNvSpPr>
            <p:nvPr/>
          </p:nvSpPr>
          <p:spPr bwMode="auto">
            <a:xfrm flipH="1">
              <a:off x="1259632" y="2793247"/>
              <a:ext cx="1656184" cy="1741475"/>
            </a:xfrm>
            <a:custGeom>
              <a:avLst/>
              <a:gdLst/>
              <a:ahLst/>
              <a:cxnLst/>
              <a:rect l="l" t="t" r="r" b="b"/>
              <a:pathLst>
                <a:path w="1656184" h="1741475">
                  <a:moveTo>
                    <a:pt x="853425" y="0"/>
                  </a:moveTo>
                  <a:lnTo>
                    <a:pt x="789249" y="5234"/>
                  </a:lnTo>
                  <a:lnTo>
                    <a:pt x="628247" y="41869"/>
                  </a:lnTo>
                  <a:lnTo>
                    <a:pt x="580396" y="59896"/>
                  </a:lnTo>
                  <a:lnTo>
                    <a:pt x="533110" y="80250"/>
                  </a:lnTo>
                  <a:lnTo>
                    <a:pt x="486948" y="104673"/>
                  </a:lnTo>
                  <a:lnTo>
                    <a:pt x="444164" y="132005"/>
                  </a:lnTo>
                  <a:lnTo>
                    <a:pt x="403069" y="162825"/>
                  </a:lnTo>
                  <a:lnTo>
                    <a:pt x="365352" y="196553"/>
                  </a:lnTo>
                  <a:lnTo>
                    <a:pt x="330449" y="233188"/>
                  </a:lnTo>
                  <a:lnTo>
                    <a:pt x="298924" y="273313"/>
                  </a:lnTo>
                  <a:lnTo>
                    <a:pt x="271340" y="315764"/>
                  </a:lnTo>
                  <a:lnTo>
                    <a:pt x="247696" y="361123"/>
                  </a:lnTo>
                  <a:lnTo>
                    <a:pt x="227993" y="409970"/>
                  </a:lnTo>
                  <a:lnTo>
                    <a:pt x="196468" y="544301"/>
                  </a:lnTo>
                  <a:lnTo>
                    <a:pt x="193653" y="576865"/>
                  </a:lnTo>
                  <a:cubicBezTo>
                    <a:pt x="193278" y="587139"/>
                    <a:pt x="192903" y="597412"/>
                    <a:pt x="192528" y="607686"/>
                  </a:cubicBezTo>
                  <a:cubicBezTo>
                    <a:pt x="192903" y="617184"/>
                    <a:pt x="193278" y="626682"/>
                    <a:pt x="193653" y="636180"/>
                  </a:cubicBezTo>
                  <a:cubicBezTo>
                    <a:pt x="193840" y="645678"/>
                    <a:pt x="194028" y="655177"/>
                    <a:pt x="194216" y="664674"/>
                  </a:cubicBezTo>
                  <a:lnTo>
                    <a:pt x="194216" y="691424"/>
                  </a:lnTo>
                  <a:lnTo>
                    <a:pt x="191402" y="716430"/>
                  </a:lnTo>
                  <a:lnTo>
                    <a:pt x="182958" y="742016"/>
                  </a:lnTo>
                  <a:lnTo>
                    <a:pt x="167758" y="772837"/>
                  </a:lnTo>
                  <a:lnTo>
                    <a:pt x="149181" y="801331"/>
                  </a:lnTo>
                  <a:lnTo>
                    <a:pt x="128915" y="826336"/>
                  </a:lnTo>
                  <a:lnTo>
                    <a:pt x="107523" y="851923"/>
                  </a:lnTo>
                  <a:lnTo>
                    <a:pt x="85005" y="875184"/>
                  </a:lnTo>
                  <a:lnTo>
                    <a:pt x="62487" y="898445"/>
                  </a:lnTo>
                  <a:lnTo>
                    <a:pt x="41095" y="924031"/>
                  </a:lnTo>
                  <a:lnTo>
                    <a:pt x="33777" y="931009"/>
                  </a:lnTo>
                  <a:lnTo>
                    <a:pt x="24769" y="939732"/>
                  </a:lnTo>
                  <a:lnTo>
                    <a:pt x="15200" y="950199"/>
                  </a:lnTo>
                  <a:lnTo>
                    <a:pt x="7319" y="960666"/>
                  </a:lnTo>
                  <a:lnTo>
                    <a:pt x="2252" y="973460"/>
                  </a:lnTo>
                  <a:lnTo>
                    <a:pt x="0" y="987416"/>
                  </a:lnTo>
                  <a:lnTo>
                    <a:pt x="2815" y="1001955"/>
                  </a:lnTo>
                  <a:lnTo>
                    <a:pt x="10133" y="1015911"/>
                  </a:lnTo>
                  <a:lnTo>
                    <a:pt x="22518" y="1027541"/>
                  </a:lnTo>
                  <a:lnTo>
                    <a:pt x="36592" y="1035682"/>
                  </a:lnTo>
                  <a:lnTo>
                    <a:pt x="54043" y="1043243"/>
                  </a:lnTo>
                  <a:lnTo>
                    <a:pt x="72621" y="1049639"/>
                  </a:lnTo>
                  <a:lnTo>
                    <a:pt x="91197" y="1056035"/>
                  </a:lnTo>
                  <a:lnTo>
                    <a:pt x="109212" y="1062432"/>
                  </a:lnTo>
                  <a:lnTo>
                    <a:pt x="126663" y="1069992"/>
                  </a:lnTo>
                  <a:lnTo>
                    <a:pt x="142425" y="1078133"/>
                  </a:lnTo>
                  <a:lnTo>
                    <a:pt x="153685" y="1088601"/>
                  </a:lnTo>
                  <a:lnTo>
                    <a:pt x="150306" y="1102557"/>
                  </a:lnTo>
                  <a:lnTo>
                    <a:pt x="144114" y="1115351"/>
                  </a:lnTo>
                  <a:lnTo>
                    <a:pt x="137921" y="1128725"/>
                  </a:lnTo>
                  <a:lnTo>
                    <a:pt x="131166" y="1141518"/>
                  </a:lnTo>
                  <a:lnTo>
                    <a:pt x="124974" y="1154312"/>
                  </a:lnTo>
                  <a:lnTo>
                    <a:pt x="120471" y="1167105"/>
                  </a:lnTo>
                  <a:lnTo>
                    <a:pt x="118781" y="1178735"/>
                  </a:lnTo>
                  <a:lnTo>
                    <a:pt x="119907" y="1191529"/>
                  </a:lnTo>
                  <a:lnTo>
                    <a:pt x="126100" y="1203159"/>
                  </a:lnTo>
                  <a:lnTo>
                    <a:pt x="137359" y="1214790"/>
                  </a:lnTo>
                  <a:lnTo>
                    <a:pt x="153685" y="1226420"/>
                  </a:lnTo>
                  <a:lnTo>
                    <a:pt x="150306" y="1235725"/>
                  </a:lnTo>
                  <a:lnTo>
                    <a:pt x="145240" y="1245029"/>
                  </a:lnTo>
                  <a:lnTo>
                    <a:pt x="141300" y="1256077"/>
                  </a:lnTo>
                  <a:lnTo>
                    <a:pt x="140174" y="1267708"/>
                  </a:lnTo>
                  <a:lnTo>
                    <a:pt x="142425" y="1279339"/>
                  </a:lnTo>
                  <a:lnTo>
                    <a:pt x="148618" y="1289806"/>
                  </a:lnTo>
                  <a:lnTo>
                    <a:pt x="156499" y="1297947"/>
                  </a:lnTo>
                  <a:lnTo>
                    <a:pt x="166632" y="1305506"/>
                  </a:lnTo>
                  <a:lnTo>
                    <a:pt x="176765" y="1310740"/>
                  </a:lnTo>
                  <a:lnTo>
                    <a:pt x="186335" y="1317137"/>
                  </a:lnTo>
                  <a:lnTo>
                    <a:pt x="195343" y="1325860"/>
                  </a:lnTo>
                  <a:lnTo>
                    <a:pt x="200408" y="1335164"/>
                  </a:lnTo>
                  <a:lnTo>
                    <a:pt x="205475" y="1352028"/>
                  </a:lnTo>
                  <a:lnTo>
                    <a:pt x="205475" y="1371218"/>
                  </a:lnTo>
                  <a:lnTo>
                    <a:pt x="203787" y="1389245"/>
                  </a:lnTo>
                  <a:lnTo>
                    <a:pt x="199283" y="1407854"/>
                  </a:lnTo>
                  <a:lnTo>
                    <a:pt x="195343" y="1425881"/>
                  </a:lnTo>
                  <a:lnTo>
                    <a:pt x="192528" y="1442163"/>
                  </a:lnTo>
                  <a:lnTo>
                    <a:pt x="190276" y="1465424"/>
                  </a:lnTo>
                  <a:lnTo>
                    <a:pt x="192528" y="1486358"/>
                  </a:lnTo>
                  <a:lnTo>
                    <a:pt x="198719" y="1505548"/>
                  </a:lnTo>
                  <a:lnTo>
                    <a:pt x="206601" y="1522413"/>
                  </a:lnTo>
                  <a:lnTo>
                    <a:pt x="217860" y="1535787"/>
                  </a:lnTo>
                  <a:lnTo>
                    <a:pt x="232497" y="1548581"/>
                  </a:lnTo>
                  <a:lnTo>
                    <a:pt x="246570" y="1559048"/>
                  </a:lnTo>
                  <a:lnTo>
                    <a:pt x="262896" y="1567771"/>
                  </a:lnTo>
                  <a:lnTo>
                    <a:pt x="279221" y="1575331"/>
                  </a:lnTo>
                  <a:lnTo>
                    <a:pt x="295546" y="1579401"/>
                  </a:lnTo>
                  <a:lnTo>
                    <a:pt x="325383" y="1584635"/>
                  </a:lnTo>
                  <a:lnTo>
                    <a:pt x="356908" y="1586961"/>
                  </a:lnTo>
                  <a:lnTo>
                    <a:pt x="390121" y="1585798"/>
                  </a:lnTo>
                  <a:lnTo>
                    <a:pt x="422772" y="1582309"/>
                  </a:lnTo>
                  <a:lnTo>
                    <a:pt x="455423" y="1578238"/>
                  </a:lnTo>
                  <a:lnTo>
                    <a:pt x="486385" y="1571841"/>
                  </a:lnTo>
                  <a:lnTo>
                    <a:pt x="513969" y="1564281"/>
                  </a:lnTo>
                  <a:lnTo>
                    <a:pt x="529900" y="1558923"/>
                  </a:lnTo>
                  <a:lnTo>
                    <a:pt x="609866" y="1741475"/>
                  </a:lnTo>
                  <a:lnTo>
                    <a:pt x="699234" y="1702328"/>
                  </a:lnTo>
                  <a:lnTo>
                    <a:pt x="697686" y="1708838"/>
                  </a:lnTo>
                  <a:lnTo>
                    <a:pt x="1413007" y="1487444"/>
                  </a:lnTo>
                  <a:lnTo>
                    <a:pt x="1412429" y="1485195"/>
                  </a:lnTo>
                  <a:lnTo>
                    <a:pt x="1405111" y="1455538"/>
                  </a:lnTo>
                  <a:lnTo>
                    <a:pt x="1398918" y="1425881"/>
                  </a:lnTo>
                  <a:lnTo>
                    <a:pt x="1394978" y="1398549"/>
                  </a:lnTo>
                  <a:lnTo>
                    <a:pt x="1392163" y="1372381"/>
                  </a:lnTo>
                  <a:lnTo>
                    <a:pt x="1391037" y="1350865"/>
                  </a:lnTo>
                  <a:lnTo>
                    <a:pt x="1392163" y="1332837"/>
                  </a:lnTo>
                  <a:lnTo>
                    <a:pt x="1401171" y="1295039"/>
                  </a:lnTo>
                  <a:lnTo>
                    <a:pt x="1412429" y="1260148"/>
                  </a:lnTo>
                  <a:lnTo>
                    <a:pt x="1426503" y="1227001"/>
                  </a:lnTo>
                  <a:lnTo>
                    <a:pt x="1443954" y="1197926"/>
                  </a:lnTo>
                  <a:lnTo>
                    <a:pt x="1469849" y="1161872"/>
                  </a:lnTo>
                  <a:lnTo>
                    <a:pt x="1496308" y="1125818"/>
                  </a:lnTo>
                  <a:lnTo>
                    <a:pt x="1522767" y="1090926"/>
                  </a:lnTo>
                  <a:lnTo>
                    <a:pt x="1549788" y="1053710"/>
                  </a:lnTo>
                  <a:lnTo>
                    <a:pt x="1573995" y="1015911"/>
                  </a:lnTo>
                  <a:lnTo>
                    <a:pt x="1597637" y="976949"/>
                  </a:lnTo>
                  <a:lnTo>
                    <a:pt x="1617341" y="934499"/>
                  </a:lnTo>
                  <a:lnTo>
                    <a:pt x="1633666" y="889140"/>
                  </a:lnTo>
                  <a:lnTo>
                    <a:pt x="1646051" y="836222"/>
                  </a:lnTo>
                  <a:lnTo>
                    <a:pt x="1652807" y="782141"/>
                  </a:lnTo>
                  <a:lnTo>
                    <a:pt x="1656184" y="726897"/>
                  </a:lnTo>
                  <a:cubicBezTo>
                    <a:pt x="1655809" y="708289"/>
                    <a:pt x="1655434" y="689680"/>
                    <a:pt x="1655059" y="671072"/>
                  </a:cubicBezTo>
                  <a:lnTo>
                    <a:pt x="1651118" y="616409"/>
                  </a:lnTo>
                  <a:lnTo>
                    <a:pt x="1642674" y="563490"/>
                  </a:lnTo>
                  <a:lnTo>
                    <a:pt x="1631415" y="511736"/>
                  </a:lnTo>
                  <a:lnTo>
                    <a:pt x="1617341" y="464051"/>
                  </a:lnTo>
                  <a:lnTo>
                    <a:pt x="1601579" y="420438"/>
                  </a:lnTo>
                  <a:lnTo>
                    <a:pt x="1583565" y="381475"/>
                  </a:lnTo>
                  <a:lnTo>
                    <a:pt x="1556543" y="334954"/>
                  </a:lnTo>
                  <a:lnTo>
                    <a:pt x="1527270" y="290759"/>
                  </a:lnTo>
                  <a:lnTo>
                    <a:pt x="1494056" y="249471"/>
                  </a:lnTo>
                  <a:lnTo>
                    <a:pt x="1458590" y="209928"/>
                  </a:lnTo>
                  <a:lnTo>
                    <a:pt x="1419747" y="174455"/>
                  </a:lnTo>
                  <a:lnTo>
                    <a:pt x="1376400" y="141309"/>
                  </a:lnTo>
                  <a:lnTo>
                    <a:pt x="1331365" y="111652"/>
                  </a:lnTo>
                  <a:lnTo>
                    <a:pt x="1283515" y="85483"/>
                  </a:lnTo>
                  <a:lnTo>
                    <a:pt x="1231161" y="63386"/>
                  </a:lnTo>
                  <a:lnTo>
                    <a:pt x="1177119" y="43033"/>
                  </a:lnTo>
                  <a:lnTo>
                    <a:pt x="1118572" y="27332"/>
                  </a:lnTo>
                  <a:lnTo>
                    <a:pt x="1057210" y="14538"/>
                  </a:lnTo>
                  <a:lnTo>
                    <a:pt x="993036" y="5815"/>
                  </a:lnTo>
                  <a:lnTo>
                    <a:pt x="925482" y="582"/>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ko-KR" altLang="en-US" sz="2701"/>
            </a:p>
          </p:txBody>
        </p:sp>
        <p:sp>
          <p:nvSpPr>
            <p:cNvPr id="54" name="Rounded Rectangle 18">
              <a:extLst>
                <a:ext uri="{FF2B5EF4-FFF2-40B4-BE49-F238E27FC236}">
                  <a16:creationId xmlns:a16="http://schemas.microsoft.com/office/drawing/2014/main" id="{D5EEB434-58FB-90CA-449F-D92544C45934}"/>
                </a:ext>
              </a:extLst>
            </p:cNvPr>
            <p:cNvSpPr/>
            <p:nvPr/>
          </p:nvSpPr>
          <p:spPr>
            <a:xfrm>
              <a:off x="2733332" y="3284983"/>
              <a:ext cx="1828800" cy="648072"/>
            </a:xfrm>
            <a:custGeom>
              <a:avLst/>
              <a:gdLst/>
              <a:ahLst/>
              <a:cxnLst/>
              <a:rect l="l" t="t" r="r" b="b"/>
              <a:pathLst>
                <a:path w="1828800" h="648072">
                  <a:moveTo>
                    <a:pt x="1605221" y="0"/>
                  </a:moveTo>
                  <a:lnTo>
                    <a:pt x="1764347" y="0"/>
                  </a:lnTo>
                  <a:cubicBezTo>
                    <a:pt x="1799943" y="0"/>
                    <a:pt x="1828800" y="28857"/>
                    <a:pt x="1828800" y="64453"/>
                  </a:cubicBezTo>
                  <a:lnTo>
                    <a:pt x="1828800" y="583619"/>
                  </a:lnTo>
                  <a:cubicBezTo>
                    <a:pt x="1828800" y="619215"/>
                    <a:pt x="1799943" y="648072"/>
                    <a:pt x="1764347" y="648072"/>
                  </a:cubicBezTo>
                  <a:lnTo>
                    <a:pt x="1605221" y="648072"/>
                  </a:lnTo>
                  <a:cubicBezTo>
                    <a:pt x="1569625" y="648072"/>
                    <a:pt x="1540768" y="619215"/>
                    <a:pt x="1540768" y="583619"/>
                  </a:cubicBezTo>
                  <a:lnTo>
                    <a:pt x="1540768" y="581685"/>
                  </a:lnTo>
                  <a:lnTo>
                    <a:pt x="250059" y="581685"/>
                  </a:lnTo>
                  <a:cubicBezTo>
                    <a:pt x="224426" y="581685"/>
                    <a:pt x="203646" y="560905"/>
                    <a:pt x="203646" y="535272"/>
                  </a:cubicBezTo>
                  <a:lnTo>
                    <a:pt x="203646" y="466247"/>
                  </a:lnTo>
                  <a:cubicBezTo>
                    <a:pt x="203230" y="466497"/>
                    <a:pt x="202808" y="466502"/>
                    <a:pt x="202384" y="466502"/>
                  </a:cubicBezTo>
                  <a:lnTo>
                    <a:pt x="49692" y="466502"/>
                  </a:lnTo>
                  <a:cubicBezTo>
                    <a:pt x="22248" y="466502"/>
                    <a:pt x="0" y="444254"/>
                    <a:pt x="0" y="416810"/>
                  </a:cubicBezTo>
                  <a:lnTo>
                    <a:pt x="0" y="193708"/>
                  </a:lnTo>
                  <a:cubicBezTo>
                    <a:pt x="0" y="166264"/>
                    <a:pt x="22248" y="144016"/>
                    <a:pt x="49692" y="144016"/>
                  </a:cubicBezTo>
                  <a:lnTo>
                    <a:pt x="202384" y="144016"/>
                  </a:lnTo>
                  <a:lnTo>
                    <a:pt x="203646" y="144271"/>
                  </a:lnTo>
                  <a:lnTo>
                    <a:pt x="203646" y="112801"/>
                  </a:lnTo>
                  <a:cubicBezTo>
                    <a:pt x="203646" y="87168"/>
                    <a:pt x="224426" y="66388"/>
                    <a:pt x="250059" y="66388"/>
                  </a:cubicBezTo>
                  <a:lnTo>
                    <a:pt x="1540768" y="66388"/>
                  </a:lnTo>
                  <a:lnTo>
                    <a:pt x="1540768" y="64453"/>
                  </a:lnTo>
                  <a:cubicBezTo>
                    <a:pt x="1540768" y="28857"/>
                    <a:pt x="1569625" y="0"/>
                    <a:pt x="1605221"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1" name="Freeform 15">
              <a:extLst>
                <a:ext uri="{FF2B5EF4-FFF2-40B4-BE49-F238E27FC236}">
                  <a16:creationId xmlns:a16="http://schemas.microsoft.com/office/drawing/2014/main" id="{07D4FEBD-E3BB-7194-7782-D5F7CDB665BD}"/>
                </a:ext>
              </a:extLst>
            </p:cNvPr>
            <p:cNvSpPr/>
            <p:nvPr/>
          </p:nvSpPr>
          <p:spPr>
            <a:xfrm>
              <a:off x="2940573" y="3339509"/>
              <a:ext cx="669512" cy="864666"/>
            </a:xfrm>
            <a:custGeom>
              <a:avLst/>
              <a:gdLst>
                <a:gd name="connsiteX0" fmla="*/ 237850 w 650123"/>
                <a:gd name="connsiteY0" fmla="*/ 850974 h 866830"/>
                <a:gd name="connsiteX1" fmla="*/ 0 w 650123"/>
                <a:gd name="connsiteY1" fmla="*/ 63427 h 866830"/>
                <a:gd name="connsiteX2" fmla="*/ 153281 w 650123"/>
                <a:gd name="connsiteY2" fmla="*/ 184994 h 866830"/>
                <a:gd name="connsiteX3" fmla="*/ 216708 w 650123"/>
                <a:gd name="connsiteY3" fmla="*/ 5286 h 866830"/>
                <a:gd name="connsiteX4" fmla="*/ 317133 w 650123"/>
                <a:gd name="connsiteY4" fmla="*/ 184994 h 866830"/>
                <a:gd name="connsiteX5" fmla="*/ 359418 w 650123"/>
                <a:gd name="connsiteY5" fmla="*/ 0 h 866830"/>
                <a:gd name="connsiteX6" fmla="*/ 475700 w 650123"/>
                <a:gd name="connsiteY6" fmla="*/ 126853 h 866830"/>
                <a:gd name="connsiteX7" fmla="*/ 539126 w 650123"/>
                <a:gd name="connsiteY7" fmla="*/ 36999 h 866830"/>
                <a:gd name="connsiteX8" fmla="*/ 650123 w 650123"/>
                <a:gd name="connsiteY8" fmla="*/ 866830 h 866830"/>
                <a:gd name="connsiteX9" fmla="*/ 237850 w 650123"/>
                <a:gd name="connsiteY9" fmla="*/ 850974 h 866830"/>
                <a:gd name="connsiteX0" fmla="*/ 197028 w 609301"/>
                <a:gd name="connsiteY0" fmla="*/ 850974 h 866830"/>
                <a:gd name="connsiteX1" fmla="*/ 0 w 609301"/>
                <a:gd name="connsiteY1" fmla="*/ 60706 h 866830"/>
                <a:gd name="connsiteX2" fmla="*/ 112459 w 609301"/>
                <a:gd name="connsiteY2" fmla="*/ 184994 h 866830"/>
                <a:gd name="connsiteX3" fmla="*/ 175886 w 609301"/>
                <a:gd name="connsiteY3" fmla="*/ 5286 h 866830"/>
                <a:gd name="connsiteX4" fmla="*/ 276311 w 609301"/>
                <a:gd name="connsiteY4" fmla="*/ 184994 h 866830"/>
                <a:gd name="connsiteX5" fmla="*/ 318596 w 609301"/>
                <a:gd name="connsiteY5" fmla="*/ 0 h 866830"/>
                <a:gd name="connsiteX6" fmla="*/ 434878 w 609301"/>
                <a:gd name="connsiteY6" fmla="*/ 126853 h 866830"/>
                <a:gd name="connsiteX7" fmla="*/ 498304 w 609301"/>
                <a:gd name="connsiteY7" fmla="*/ 36999 h 866830"/>
                <a:gd name="connsiteX8" fmla="*/ 609301 w 609301"/>
                <a:gd name="connsiteY8" fmla="*/ 866830 h 866830"/>
                <a:gd name="connsiteX9" fmla="*/ 197028 w 609301"/>
                <a:gd name="connsiteY9" fmla="*/ 850974 h 866830"/>
                <a:gd name="connsiteX0" fmla="*/ 208370 w 620643"/>
                <a:gd name="connsiteY0" fmla="*/ 850974 h 866830"/>
                <a:gd name="connsiteX1" fmla="*/ 11342 w 620643"/>
                <a:gd name="connsiteY1" fmla="*/ 60706 h 866830"/>
                <a:gd name="connsiteX2" fmla="*/ 123801 w 620643"/>
                <a:gd name="connsiteY2" fmla="*/ 184994 h 866830"/>
                <a:gd name="connsiteX3" fmla="*/ 187228 w 620643"/>
                <a:gd name="connsiteY3" fmla="*/ 5286 h 866830"/>
                <a:gd name="connsiteX4" fmla="*/ 287653 w 620643"/>
                <a:gd name="connsiteY4" fmla="*/ 184994 h 866830"/>
                <a:gd name="connsiteX5" fmla="*/ 329938 w 620643"/>
                <a:gd name="connsiteY5" fmla="*/ 0 h 866830"/>
                <a:gd name="connsiteX6" fmla="*/ 446220 w 620643"/>
                <a:gd name="connsiteY6" fmla="*/ 126853 h 866830"/>
                <a:gd name="connsiteX7" fmla="*/ 509646 w 620643"/>
                <a:gd name="connsiteY7" fmla="*/ 36999 h 866830"/>
                <a:gd name="connsiteX8" fmla="*/ 620643 w 620643"/>
                <a:gd name="connsiteY8" fmla="*/ 866830 h 866830"/>
                <a:gd name="connsiteX9" fmla="*/ 208370 w 620643"/>
                <a:gd name="connsiteY9" fmla="*/ 850974 h 866830"/>
                <a:gd name="connsiteX0" fmla="*/ 208370 w 620643"/>
                <a:gd name="connsiteY0" fmla="*/ 850974 h 866830"/>
                <a:gd name="connsiteX1" fmla="*/ 11342 w 620643"/>
                <a:gd name="connsiteY1" fmla="*/ 60706 h 866830"/>
                <a:gd name="connsiteX2" fmla="*/ 123801 w 620643"/>
                <a:gd name="connsiteY2" fmla="*/ 184994 h 866830"/>
                <a:gd name="connsiteX3" fmla="*/ 187228 w 620643"/>
                <a:gd name="connsiteY3" fmla="*/ 5286 h 866830"/>
                <a:gd name="connsiteX4" fmla="*/ 287653 w 620643"/>
                <a:gd name="connsiteY4" fmla="*/ 184994 h 866830"/>
                <a:gd name="connsiteX5" fmla="*/ 329938 w 620643"/>
                <a:gd name="connsiteY5" fmla="*/ 0 h 866830"/>
                <a:gd name="connsiteX6" fmla="*/ 446220 w 620643"/>
                <a:gd name="connsiteY6" fmla="*/ 126853 h 866830"/>
                <a:gd name="connsiteX7" fmla="*/ 509646 w 620643"/>
                <a:gd name="connsiteY7" fmla="*/ 36999 h 866830"/>
                <a:gd name="connsiteX8" fmla="*/ 620643 w 620643"/>
                <a:gd name="connsiteY8" fmla="*/ 866830 h 866830"/>
                <a:gd name="connsiteX9" fmla="*/ 208370 w 620643"/>
                <a:gd name="connsiteY9" fmla="*/ 850974 h 866830"/>
                <a:gd name="connsiteX0" fmla="*/ 209189 w 621462"/>
                <a:gd name="connsiteY0" fmla="*/ 850974 h 866830"/>
                <a:gd name="connsiteX1" fmla="*/ 12161 w 621462"/>
                <a:gd name="connsiteY1" fmla="*/ 60706 h 866830"/>
                <a:gd name="connsiteX2" fmla="*/ 124620 w 621462"/>
                <a:gd name="connsiteY2" fmla="*/ 184994 h 866830"/>
                <a:gd name="connsiteX3" fmla="*/ 188047 w 621462"/>
                <a:gd name="connsiteY3" fmla="*/ 5286 h 866830"/>
                <a:gd name="connsiteX4" fmla="*/ 288472 w 621462"/>
                <a:gd name="connsiteY4" fmla="*/ 184994 h 866830"/>
                <a:gd name="connsiteX5" fmla="*/ 330757 w 621462"/>
                <a:gd name="connsiteY5" fmla="*/ 0 h 866830"/>
                <a:gd name="connsiteX6" fmla="*/ 447039 w 621462"/>
                <a:gd name="connsiteY6" fmla="*/ 126853 h 866830"/>
                <a:gd name="connsiteX7" fmla="*/ 510465 w 621462"/>
                <a:gd name="connsiteY7" fmla="*/ 36999 h 866830"/>
                <a:gd name="connsiteX8" fmla="*/ 621462 w 621462"/>
                <a:gd name="connsiteY8" fmla="*/ 866830 h 866830"/>
                <a:gd name="connsiteX9" fmla="*/ 209189 w 621462"/>
                <a:gd name="connsiteY9" fmla="*/ 850974 h 866830"/>
                <a:gd name="connsiteX0" fmla="*/ 160744 w 624724"/>
                <a:gd name="connsiteY0" fmla="*/ 812874 h 866830"/>
                <a:gd name="connsiteX1" fmla="*/ 15423 w 624724"/>
                <a:gd name="connsiteY1" fmla="*/ 60706 h 866830"/>
                <a:gd name="connsiteX2" fmla="*/ 127882 w 624724"/>
                <a:gd name="connsiteY2" fmla="*/ 184994 h 866830"/>
                <a:gd name="connsiteX3" fmla="*/ 191309 w 624724"/>
                <a:gd name="connsiteY3" fmla="*/ 5286 h 866830"/>
                <a:gd name="connsiteX4" fmla="*/ 291734 w 624724"/>
                <a:gd name="connsiteY4" fmla="*/ 184994 h 866830"/>
                <a:gd name="connsiteX5" fmla="*/ 334019 w 624724"/>
                <a:gd name="connsiteY5" fmla="*/ 0 h 866830"/>
                <a:gd name="connsiteX6" fmla="*/ 450301 w 624724"/>
                <a:gd name="connsiteY6" fmla="*/ 126853 h 866830"/>
                <a:gd name="connsiteX7" fmla="*/ 513727 w 624724"/>
                <a:gd name="connsiteY7" fmla="*/ 36999 h 866830"/>
                <a:gd name="connsiteX8" fmla="*/ 624724 w 624724"/>
                <a:gd name="connsiteY8" fmla="*/ 866830 h 866830"/>
                <a:gd name="connsiteX9" fmla="*/ 160744 w 624724"/>
                <a:gd name="connsiteY9" fmla="*/ 812874 h 866830"/>
                <a:gd name="connsiteX0" fmla="*/ 206607 w 621601"/>
                <a:gd name="connsiteY0" fmla="*/ 853696 h 866830"/>
                <a:gd name="connsiteX1" fmla="*/ 12300 w 621601"/>
                <a:gd name="connsiteY1" fmla="*/ 60706 h 866830"/>
                <a:gd name="connsiteX2" fmla="*/ 124759 w 621601"/>
                <a:gd name="connsiteY2" fmla="*/ 184994 h 866830"/>
                <a:gd name="connsiteX3" fmla="*/ 188186 w 621601"/>
                <a:gd name="connsiteY3" fmla="*/ 5286 h 866830"/>
                <a:gd name="connsiteX4" fmla="*/ 288611 w 621601"/>
                <a:gd name="connsiteY4" fmla="*/ 184994 h 866830"/>
                <a:gd name="connsiteX5" fmla="*/ 330896 w 621601"/>
                <a:gd name="connsiteY5" fmla="*/ 0 h 866830"/>
                <a:gd name="connsiteX6" fmla="*/ 447178 w 621601"/>
                <a:gd name="connsiteY6" fmla="*/ 126853 h 866830"/>
                <a:gd name="connsiteX7" fmla="*/ 510604 w 621601"/>
                <a:gd name="connsiteY7" fmla="*/ 36999 h 866830"/>
                <a:gd name="connsiteX8" fmla="*/ 621601 w 621601"/>
                <a:gd name="connsiteY8" fmla="*/ 866830 h 866830"/>
                <a:gd name="connsiteX9" fmla="*/ 206607 w 621601"/>
                <a:gd name="connsiteY9" fmla="*/ 853696 h 866830"/>
                <a:gd name="connsiteX0" fmla="*/ 206607 w 621601"/>
                <a:gd name="connsiteY0" fmla="*/ 853696 h 866830"/>
                <a:gd name="connsiteX1" fmla="*/ 12300 w 621601"/>
                <a:gd name="connsiteY1" fmla="*/ 60706 h 866830"/>
                <a:gd name="connsiteX2" fmla="*/ 124759 w 621601"/>
                <a:gd name="connsiteY2" fmla="*/ 184994 h 866830"/>
                <a:gd name="connsiteX3" fmla="*/ 188186 w 621601"/>
                <a:gd name="connsiteY3" fmla="*/ 5286 h 866830"/>
                <a:gd name="connsiteX4" fmla="*/ 288611 w 621601"/>
                <a:gd name="connsiteY4" fmla="*/ 184994 h 866830"/>
                <a:gd name="connsiteX5" fmla="*/ 330896 w 621601"/>
                <a:gd name="connsiteY5" fmla="*/ 0 h 866830"/>
                <a:gd name="connsiteX6" fmla="*/ 447178 w 621601"/>
                <a:gd name="connsiteY6" fmla="*/ 126853 h 866830"/>
                <a:gd name="connsiteX7" fmla="*/ 510604 w 621601"/>
                <a:gd name="connsiteY7" fmla="*/ 36999 h 866830"/>
                <a:gd name="connsiteX8" fmla="*/ 621601 w 621601"/>
                <a:gd name="connsiteY8" fmla="*/ 866830 h 866830"/>
                <a:gd name="connsiteX9" fmla="*/ 206607 w 621601"/>
                <a:gd name="connsiteY9" fmla="*/ 853696 h 866830"/>
                <a:gd name="connsiteX0" fmla="*/ 206607 w 621601"/>
                <a:gd name="connsiteY0" fmla="*/ 853696 h 866830"/>
                <a:gd name="connsiteX1" fmla="*/ 12300 w 621601"/>
                <a:gd name="connsiteY1" fmla="*/ 60706 h 866830"/>
                <a:gd name="connsiteX2" fmla="*/ 124759 w 621601"/>
                <a:gd name="connsiteY2" fmla="*/ 184994 h 866830"/>
                <a:gd name="connsiteX3" fmla="*/ 188186 w 621601"/>
                <a:gd name="connsiteY3" fmla="*/ 5286 h 866830"/>
                <a:gd name="connsiteX4" fmla="*/ 288611 w 621601"/>
                <a:gd name="connsiteY4" fmla="*/ 184994 h 866830"/>
                <a:gd name="connsiteX5" fmla="*/ 330896 w 621601"/>
                <a:gd name="connsiteY5" fmla="*/ 0 h 866830"/>
                <a:gd name="connsiteX6" fmla="*/ 447178 w 621601"/>
                <a:gd name="connsiteY6" fmla="*/ 126853 h 866830"/>
                <a:gd name="connsiteX7" fmla="*/ 510604 w 621601"/>
                <a:gd name="connsiteY7" fmla="*/ 36999 h 866830"/>
                <a:gd name="connsiteX8" fmla="*/ 621601 w 621601"/>
                <a:gd name="connsiteY8" fmla="*/ 866830 h 866830"/>
                <a:gd name="connsiteX9" fmla="*/ 206607 w 621601"/>
                <a:gd name="connsiteY9" fmla="*/ 853696 h 866830"/>
                <a:gd name="connsiteX0" fmla="*/ 209190 w 621463"/>
                <a:gd name="connsiteY0" fmla="*/ 864582 h 866830"/>
                <a:gd name="connsiteX1" fmla="*/ 12162 w 621463"/>
                <a:gd name="connsiteY1" fmla="*/ 60706 h 866830"/>
                <a:gd name="connsiteX2" fmla="*/ 124621 w 621463"/>
                <a:gd name="connsiteY2" fmla="*/ 184994 h 866830"/>
                <a:gd name="connsiteX3" fmla="*/ 188048 w 621463"/>
                <a:gd name="connsiteY3" fmla="*/ 5286 h 866830"/>
                <a:gd name="connsiteX4" fmla="*/ 288473 w 621463"/>
                <a:gd name="connsiteY4" fmla="*/ 184994 h 866830"/>
                <a:gd name="connsiteX5" fmla="*/ 330758 w 621463"/>
                <a:gd name="connsiteY5" fmla="*/ 0 h 866830"/>
                <a:gd name="connsiteX6" fmla="*/ 447040 w 621463"/>
                <a:gd name="connsiteY6" fmla="*/ 126853 h 866830"/>
                <a:gd name="connsiteX7" fmla="*/ 510466 w 621463"/>
                <a:gd name="connsiteY7" fmla="*/ 36999 h 866830"/>
                <a:gd name="connsiteX8" fmla="*/ 621463 w 621463"/>
                <a:gd name="connsiteY8" fmla="*/ 866830 h 866830"/>
                <a:gd name="connsiteX9" fmla="*/ 209190 w 621463"/>
                <a:gd name="connsiteY9" fmla="*/ 864582 h 866830"/>
                <a:gd name="connsiteX0" fmla="*/ 209190 w 586084"/>
                <a:gd name="connsiteY0" fmla="*/ 864582 h 869551"/>
                <a:gd name="connsiteX1" fmla="*/ 12162 w 586084"/>
                <a:gd name="connsiteY1" fmla="*/ 60706 h 869551"/>
                <a:gd name="connsiteX2" fmla="*/ 124621 w 586084"/>
                <a:gd name="connsiteY2" fmla="*/ 184994 h 869551"/>
                <a:gd name="connsiteX3" fmla="*/ 188048 w 586084"/>
                <a:gd name="connsiteY3" fmla="*/ 5286 h 869551"/>
                <a:gd name="connsiteX4" fmla="*/ 288473 w 586084"/>
                <a:gd name="connsiteY4" fmla="*/ 184994 h 869551"/>
                <a:gd name="connsiteX5" fmla="*/ 330758 w 586084"/>
                <a:gd name="connsiteY5" fmla="*/ 0 h 869551"/>
                <a:gd name="connsiteX6" fmla="*/ 447040 w 586084"/>
                <a:gd name="connsiteY6" fmla="*/ 126853 h 869551"/>
                <a:gd name="connsiteX7" fmla="*/ 510466 w 586084"/>
                <a:gd name="connsiteY7" fmla="*/ 36999 h 869551"/>
                <a:gd name="connsiteX8" fmla="*/ 586084 w 586084"/>
                <a:gd name="connsiteY8" fmla="*/ 869551 h 869551"/>
                <a:gd name="connsiteX9" fmla="*/ 209190 w 586084"/>
                <a:gd name="connsiteY9" fmla="*/ 864582 h 869551"/>
                <a:gd name="connsiteX0" fmla="*/ 209190 w 602413"/>
                <a:gd name="connsiteY0" fmla="*/ 864582 h 864582"/>
                <a:gd name="connsiteX1" fmla="*/ 12162 w 602413"/>
                <a:gd name="connsiteY1" fmla="*/ 60706 h 864582"/>
                <a:gd name="connsiteX2" fmla="*/ 124621 w 602413"/>
                <a:gd name="connsiteY2" fmla="*/ 184994 h 864582"/>
                <a:gd name="connsiteX3" fmla="*/ 188048 w 602413"/>
                <a:gd name="connsiteY3" fmla="*/ 5286 h 864582"/>
                <a:gd name="connsiteX4" fmla="*/ 288473 w 602413"/>
                <a:gd name="connsiteY4" fmla="*/ 184994 h 864582"/>
                <a:gd name="connsiteX5" fmla="*/ 330758 w 602413"/>
                <a:gd name="connsiteY5" fmla="*/ 0 h 864582"/>
                <a:gd name="connsiteX6" fmla="*/ 447040 w 602413"/>
                <a:gd name="connsiteY6" fmla="*/ 126853 h 864582"/>
                <a:gd name="connsiteX7" fmla="*/ 510466 w 602413"/>
                <a:gd name="connsiteY7" fmla="*/ 36999 h 864582"/>
                <a:gd name="connsiteX8" fmla="*/ 602413 w 602413"/>
                <a:gd name="connsiteY8" fmla="*/ 864109 h 864582"/>
                <a:gd name="connsiteX9" fmla="*/ 209190 w 602413"/>
                <a:gd name="connsiteY9" fmla="*/ 864582 h 864582"/>
                <a:gd name="connsiteX0" fmla="*/ 209190 w 618742"/>
                <a:gd name="connsiteY0" fmla="*/ 864582 h 864582"/>
                <a:gd name="connsiteX1" fmla="*/ 12162 w 618742"/>
                <a:gd name="connsiteY1" fmla="*/ 60706 h 864582"/>
                <a:gd name="connsiteX2" fmla="*/ 124621 w 618742"/>
                <a:gd name="connsiteY2" fmla="*/ 184994 h 864582"/>
                <a:gd name="connsiteX3" fmla="*/ 188048 w 618742"/>
                <a:gd name="connsiteY3" fmla="*/ 5286 h 864582"/>
                <a:gd name="connsiteX4" fmla="*/ 288473 w 618742"/>
                <a:gd name="connsiteY4" fmla="*/ 184994 h 864582"/>
                <a:gd name="connsiteX5" fmla="*/ 330758 w 618742"/>
                <a:gd name="connsiteY5" fmla="*/ 0 h 864582"/>
                <a:gd name="connsiteX6" fmla="*/ 447040 w 618742"/>
                <a:gd name="connsiteY6" fmla="*/ 126853 h 864582"/>
                <a:gd name="connsiteX7" fmla="*/ 510466 w 618742"/>
                <a:gd name="connsiteY7" fmla="*/ 36999 h 864582"/>
                <a:gd name="connsiteX8" fmla="*/ 618742 w 618742"/>
                <a:gd name="connsiteY8" fmla="*/ 578595 h 864582"/>
                <a:gd name="connsiteX9" fmla="*/ 602413 w 618742"/>
                <a:gd name="connsiteY9" fmla="*/ 864109 h 864582"/>
                <a:gd name="connsiteX10" fmla="*/ 209190 w 618742"/>
                <a:gd name="connsiteY10" fmla="*/ 864582 h 864582"/>
                <a:gd name="connsiteX0" fmla="*/ 209190 w 618742"/>
                <a:gd name="connsiteY0" fmla="*/ 864582 h 864582"/>
                <a:gd name="connsiteX1" fmla="*/ 12162 w 618742"/>
                <a:gd name="connsiteY1" fmla="*/ 60706 h 864582"/>
                <a:gd name="connsiteX2" fmla="*/ 124621 w 618742"/>
                <a:gd name="connsiteY2" fmla="*/ 184994 h 864582"/>
                <a:gd name="connsiteX3" fmla="*/ 188048 w 618742"/>
                <a:gd name="connsiteY3" fmla="*/ 5286 h 864582"/>
                <a:gd name="connsiteX4" fmla="*/ 288473 w 618742"/>
                <a:gd name="connsiteY4" fmla="*/ 184994 h 864582"/>
                <a:gd name="connsiteX5" fmla="*/ 330758 w 618742"/>
                <a:gd name="connsiteY5" fmla="*/ 0 h 864582"/>
                <a:gd name="connsiteX6" fmla="*/ 447040 w 618742"/>
                <a:gd name="connsiteY6" fmla="*/ 126853 h 864582"/>
                <a:gd name="connsiteX7" fmla="*/ 510466 w 618742"/>
                <a:gd name="connsiteY7" fmla="*/ 36999 h 864582"/>
                <a:gd name="connsiteX8" fmla="*/ 618742 w 618742"/>
                <a:gd name="connsiteY8" fmla="*/ 578595 h 864582"/>
                <a:gd name="connsiteX9" fmla="*/ 602413 w 618742"/>
                <a:gd name="connsiteY9" fmla="*/ 864109 h 864582"/>
                <a:gd name="connsiteX10" fmla="*/ 209190 w 618742"/>
                <a:gd name="connsiteY10" fmla="*/ 864582 h 864582"/>
                <a:gd name="connsiteX0" fmla="*/ 209190 w 618742"/>
                <a:gd name="connsiteY0" fmla="*/ 864582 h 864582"/>
                <a:gd name="connsiteX1" fmla="*/ 12162 w 618742"/>
                <a:gd name="connsiteY1" fmla="*/ 60706 h 864582"/>
                <a:gd name="connsiteX2" fmla="*/ 124621 w 618742"/>
                <a:gd name="connsiteY2" fmla="*/ 184994 h 864582"/>
                <a:gd name="connsiteX3" fmla="*/ 188048 w 618742"/>
                <a:gd name="connsiteY3" fmla="*/ 5286 h 864582"/>
                <a:gd name="connsiteX4" fmla="*/ 288473 w 618742"/>
                <a:gd name="connsiteY4" fmla="*/ 184994 h 864582"/>
                <a:gd name="connsiteX5" fmla="*/ 330758 w 618742"/>
                <a:gd name="connsiteY5" fmla="*/ 0 h 864582"/>
                <a:gd name="connsiteX6" fmla="*/ 447040 w 618742"/>
                <a:gd name="connsiteY6" fmla="*/ 126853 h 864582"/>
                <a:gd name="connsiteX7" fmla="*/ 510466 w 618742"/>
                <a:gd name="connsiteY7" fmla="*/ 36999 h 864582"/>
                <a:gd name="connsiteX8" fmla="*/ 618742 w 618742"/>
                <a:gd name="connsiteY8" fmla="*/ 578595 h 864582"/>
                <a:gd name="connsiteX9" fmla="*/ 602413 w 618742"/>
                <a:gd name="connsiteY9" fmla="*/ 864109 h 864582"/>
                <a:gd name="connsiteX10" fmla="*/ 209190 w 618742"/>
                <a:gd name="connsiteY10" fmla="*/ 864582 h 864582"/>
                <a:gd name="connsiteX0" fmla="*/ 209190 w 619592"/>
                <a:gd name="connsiteY0" fmla="*/ 864582 h 864582"/>
                <a:gd name="connsiteX1" fmla="*/ 12162 w 619592"/>
                <a:gd name="connsiteY1" fmla="*/ 60706 h 864582"/>
                <a:gd name="connsiteX2" fmla="*/ 124621 w 619592"/>
                <a:gd name="connsiteY2" fmla="*/ 184994 h 864582"/>
                <a:gd name="connsiteX3" fmla="*/ 188048 w 619592"/>
                <a:gd name="connsiteY3" fmla="*/ 5286 h 864582"/>
                <a:gd name="connsiteX4" fmla="*/ 288473 w 619592"/>
                <a:gd name="connsiteY4" fmla="*/ 184994 h 864582"/>
                <a:gd name="connsiteX5" fmla="*/ 330758 w 619592"/>
                <a:gd name="connsiteY5" fmla="*/ 0 h 864582"/>
                <a:gd name="connsiteX6" fmla="*/ 447040 w 619592"/>
                <a:gd name="connsiteY6" fmla="*/ 126853 h 864582"/>
                <a:gd name="connsiteX7" fmla="*/ 510466 w 619592"/>
                <a:gd name="connsiteY7" fmla="*/ 36999 h 864582"/>
                <a:gd name="connsiteX8" fmla="*/ 618742 w 619592"/>
                <a:gd name="connsiteY8" fmla="*/ 578595 h 864582"/>
                <a:gd name="connsiteX9" fmla="*/ 602413 w 619592"/>
                <a:gd name="connsiteY9" fmla="*/ 864109 h 864582"/>
                <a:gd name="connsiteX10" fmla="*/ 209190 w 619592"/>
                <a:gd name="connsiteY10" fmla="*/ 864582 h 864582"/>
                <a:gd name="connsiteX0" fmla="*/ 209190 w 620629"/>
                <a:gd name="connsiteY0" fmla="*/ 864582 h 864582"/>
                <a:gd name="connsiteX1" fmla="*/ 12162 w 620629"/>
                <a:gd name="connsiteY1" fmla="*/ 60706 h 864582"/>
                <a:gd name="connsiteX2" fmla="*/ 124621 w 620629"/>
                <a:gd name="connsiteY2" fmla="*/ 184994 h 864582"/>
                <a:gd name="connsiteX3" fmla="*/ 188048 w 620629"/>
                <a:gd name="connsiteY3" fmla="*/ 5286 h 864582"/>
                <a:gd name="connsiteX4" fmla="*/ 288473 w 620629"/>
                <a:gd name="connsiteY4" fmla="*/ 184994 h 864582"/>
                <a:gd name="connsiteX5" fmla="*/ 330758 w 620629"/>
                <a:gd name="connsiteY5" fmla="*/ 0 h 864582"/>
                <a:gd name="connsiteX6" fmla="*/ 447040 w 620629"/>
                <a:gd name="connsiteY6" fmla="*/ 126853 h 864582"/>
                <a:gd name="connsiteX7" fmla="*/ 510466 w 620629"/>
                <a:gd name="connsiteY7" fmla="*/ 36999 h 864582"/>
                <a:gd name="connsiteX8" fmla="*/ 618742 w 620629"/>
                <a:gd name="connsiteY8" fmla="*/ 578595 h 864582"/>
                <a:gd name="connsiteX9" fmla="*/ 602413 w 620629"/>
                <a:gd name="connsiteY9" fmla="*/ 864109 h 864582"/>
                <a:gd name="connsiteX10" fmla="*/ 209190 w 620629"/>
                <a:gd name="connsiteY10" fmla="*/ 864582 h 864582"/>
                <a:gd name="connsiteX0" fmla="*/ 209190 w 618743"/>
                <a:gd name="connsiteY0" fmla="*/ 864582 h 864582"/>
                <a:gd name="connsiteX1" fmla="*/ 12162 w 618743"/>
                <a:gd name="connsiteY1" fmla="*/ 60706 h 864582"/>
                <a:gd name="connsiteX2" fmla="*/ 124621 w 618743"/>
                <a:gd name="connsiteY2" fmla="*/ 184994 h 864582"/>
                <a:gd name="connsiteX3" fmla="*/ 188048 w 618743"/>
                <a:gd name="connsiteY3" fmla="*/ 5286 h 864582"/>
                <a:gd name="connsiteX4" fmla="*/ 288473 w 618743"/>
                <a:gd name="connsiteY4" fmla="*/ 184994 h 864582"/>
                <a:gd name="connsiteX5" fmla="*/ 330758 w 618743"/>
                <a:gd name="connsiteY5" fmla="*/ 0 h 864582"/>
                <a:gd name="connsiteX6" fmla="*/ 447040 w 618743"/>
                <a:gd name="connsiteY6" fmla="*/ 126853 h 864582"/>
                <a:gd name="connsiteX7" fmla="*/ 510466 w 618743"/>
                <a:gd name="connsiteY7" fmla="*/ 36999 h 864582"/>
                <a:gd name="connsiteX8" fmla="*/ 618742 w 618743"/>
                <a:gd name="connsiteY8" fmla="*/ 578595 h 864582"/>
                <a:gd name="connsiteX9" fmla="*/ 602413 w 618743"/>
                <a:gd name="connsiteY9" fmla="*/ 864109 h 864582"/>
                <a:gd name="connsiteX10" fmla="*/ 209190 w 618743"/>
                <a:gd name="connsiteY10" fmla="*/ 864582 h 864582"/>
                <a:gd name="connsiteX0" fmla="*/ 209190 w 618743"/>
                <a:gd name="connsiteY0" fmla="*/ 864582 h 864582"/>
                <a:gd name="connsiteX1" fmla="*/ 12162 w 618743"/>
                <a:gd name="connsiteY1" fmla="*/ 60706 h 864582"/>
                <a:gd name="connsiteX2" fmla="*/ 124621 w 618743"/>
                <a:gd name="connsiteY2" fmla="*/ 184994 h 864582"/>
                <a:gd name="connsiteX3" fmla="*/ 188048 w 618743"/>
                <a:gd name="connsiteY3" fmla="*/ 5286 h 864582"/>
                <a:gd name="connsiteX4" fmla="*/ 288473 w 618743"/>
                <a:gd name="connsiteY4" fmla="*/ 184994 h 864582"/>
                <a:gd name="connsiteX5" fmla="*/ 330758 w 618743"/>
                <a:gd name="connsiteY5" fmla="*/ 0 h 864582"/>
                <a:gd name="connsiteX6" fmla="*/ 447040 w 618743"/>
                <a:gd name="connsiteY6" fmla="*/ 126853 h 864582"/>
                <a:gd name="connsiteX7" fmla="*/ 510466 w 618743"/>
                <a:gd name="connsiteY7" fmla="*/ 36999 h 864582"/>
                <a:gd name="connsiteX8" fmla="*/ 618742 w 618743"/>
                <a:gd name="connsiteY8" fmla="*/ 578595 h 864582"/>
                <a:gd name="connsiteX9" fmla="*/ 602413 w 618743"/>
                <a:gd name="connsiteY9" fmla="*/ 864109 h 864582"/>
                <a:gd name="connsiteX10" fmla="*/ 209190 w 618743"/>
                <a:gd name="connsiteY10" fmla="*/ 864582 h 864582"/>
                <a:gd name="connsiteX0" fmla="*/ 209190 w 618745"/>
                <a:gd name="connsiteY0" fmla="*/ 864582 h 864582"/>
                <a:gd name="connsiteX1" fmla="*/ 12162 w 618745"/>
                <a:gd name="connsiteY1" fmla="*/ 60706 h 864582"/>
                <a:gd name="connsiteX2" fmla="*/ 124621 w 618745"/>
                <a:gd name="connsiteY2" fmla="*/ 184994 h 864582"/>
                <a:gd name="connsiteX3" fmla="*/ 188048 w 618745"/>
                <a:gd name="connsiteY3" fmla="*/ 5286 h 864582"/>
                <a:gd name="connsiteX4" fmla="*/ 288473 w 618745"/>
                <a:gd name="connsiteY4" fmla="*/ 184994 h 864582"/>
                <a:gd name="connsiteX5" fmla="*/ 330758 w 618745"/>
                <a:gd name="connsiteY5" fmla="*/ 0 h 864582"/>
                <a:gd name="connsiteX6" fmla="*/ 447040 w 618745"/>
                <a:gd name="connsiteY6" fmla="*/ 126853 h 864582"/>
                <a:gd name="connsiteX7" fmla="*/ 510466 w 618745"/>
                <a:gd name="connsiteY7" fmla="*/ 36999 h 864582"/>
                <a:gd name="connsiteX8" fmla="*/ 618742 w 618745"/>
                <a:gd name="connsiteY8" fmla="*/ 578595 h 864582"/>
                <a:gd name="connsiteX9" fmla="*/ 602413 w 618745"/>
                <a:gd name="connsiteY9" fmla="*/ 864109 h 864582"/>
                <a:gd name="connsiteX10" fmla="*/ 209190 w 618745"/>
                <a:gd name="connsiteY10" fmla="*/ 864582 h 864582"/>
                <a:gd name="connsiteX0" fmla="*/ 209190 w 618745"/>
                <a:gd name="connsiteY0" fmla="*/ 864582 h 864582"/>
                <a:gd name="connsiteX1" fmla="*/ 12162 w 618745"/>
                <a:gd name="connsiteY1" fmla="*/ 60706 h 864582"/>
                <a:gd name="connsiteX2" fmla="*/ 124621 w 618745"/>
                <a:gd name="connsiteY2" fmla="*/ 184994 h 864582"/>
                <a:gd name="connsiteX3" fmla="*/ 188048 w 618745"/>
                <a:gd name="connsiteY3" fmla="*/ 5286 h 864582"/>
                <a:gd name="connsiteX4" fmla="*/ 288473 w 618745"/>
                <a:gd name="connsiteY4" fmla="*/ 184994 h 864582"/>
                <a:gd name="connsiteX5" fmla="*/ 330758 w 618745"/>
                <a:gd name="connsiteY5" fmla="*/ 0 h 864582"/>
                <a:gd name="connsiteX6" fmla="*/ 430711 w 618745"/>
                <a:gd name="connsiteY6" fmla="*/ 121410 h 864582"/>
                <a:gd name="connsiteX7" fmla="*/ 510466 w 618745"/>
                <a:gd name="connsiteY7" fmla="*/ 36999 h 864582"/>
                <a:gd name="connsiteX8" fmla="*/ 618742 w 618745"/>
                <a:gd name="connsiteY8" fmla="*/ 578595 h 864582"/>
                <a:gd name="connsiteX9" fmla="*/ 602413 w 618745"/>
                <a:gd name="connsiteY9" fmla="*/ 864109 h 864582"/>
                <a:gd name="connsiteX10" fmla="*/ 209190 w 618745"/>
                <a:gd name="connsiteY10" fmla="*/ 864582 h 864582"/>
                <a:gd name="connsiteX0" fmla="*/ 209190 w 618745"/>
                <a:gd name="connsiteY0" fmla="*/ 864582 h 864582"/>
                <a:gd name="connsiteX1" fmla="*/ 12162 w 618745"/>
                <a:gd name="connsiteY1" fmla="*/ 60706 h 864582"/>
                <a:gd name="connsiteX2" fmla="*/ 124621 w 618745"/>
                <a:gd name="connsiteY2" fmla="*/ 184994 h 864582"/>
                <a:gd name="connsiteX3" fmla="*/ 188048 w 618745"/>
                <a:gd name="connsiteY3" fmla="*/ 5286 h 864582"/>
                <a:gd name="connsiteX4" fmla="*/ 288473 w 618745"/>
                <a:gd name="connsiteY4" fmla="*/ 184994 h 864582"/>
                <a:gd name="connsiteX5" fmla="*/ 330758 w 618745"/>
                <a:gd name="connsiteY5" fmla="*/ 0 h 864582"/>
                <a:gd name="connsiteX6" fmla="*/ 430711 w 618745"/>
                <a:gd name="connsiteY6" fmla="*/ 121410 h 864582"/>
                <a:gd name="connsiteX7" fmla="*/ 510466 w 618745"/>
                <a:gd name="connsiteY7" fmla="*/ 36999 h 864582"/>
                <a:gd name="connsiteX8" fmla="*/ 618742 w 618745"/>
                <a:gd name="connsiteY8" fmla="*/ 578595 h 864582"/>
                <a:gd name="connsiteX9" fmla="*/ 602413 w 618745"/>
                <a:gd name="connsiteY9" fmla="*/ 864109 h 864582"/>
                <a:gd name="connsiteX10" fmla="*/ 209190 w 618745"/>
                <a:gd name="connsiteY10" fmla="*/ 864582 h 864582"/>
                <a:gd name="connsiteX0" fmla="*/ 209190 w 618782"/>
                <a:gd name="connsiteY0" fmla="*/ 864582 h 864582"/>
                <a:gd name="connsiteX1" fmla="*/ 12162 w 618782"/>
                <a:gd name="connsiteY1" fmla="*/ 60706 h 864582"/>
                <a:gd name="connsiteX2" fmla="*/ 124621 w 618782"/>
                <a:gd name="connsiteY2" fmla="*/ 184994 h 864582"/>
                <a:gd name="connsiteX3" fmla="*/ 188048 w 618782"/>
                <a:gd name="connsiteY3" fmla="*/ 5286 h 864582"/>
                <a:gd name="connsiteX4" fmla="*/ 288473 w 618782"/>
                <a:gd name="connsiteY4" fmla="*/ 184994 h 864582"/>
                <a:gd name="connsiteX5" fmla="*/ 330758 w 618782"/>
                <a:gd name="connsiteY5" fmla="*/ 0 h 864582"/>
                <a:gd name="connsiteX6" fmla="*/ 430711 w 618782"/>
                <a:gd name="connsiteY6" fmla="*/ 121410 h 864582"/>
                <a:gd name="connsiteX7" fmla="*/ 510466 w 618782"/>
                <a:gd name="connsiteY7" fmla="*/ 36999 h 864582"/>
                <a:gd name="connsiteX8" fmla="*/ 618742 w 618782"/>
                <a:gd name="connsiteY8" fmla="*/ 578595 h 864582"/>
                <a:gd name="connsiteX9" fmla="*/ 602413 w 618782"/>
                <a:gd name="connsiteY9" fmla="*/ 864109 h 864582"/>
                <a:gd name="connsiteX10" fmla="*/ 209190 w 618782"/>
                <a:gd name="connsiteY10" fmla="*/ 864582 h 864582"/>
                <a:gd name="connsiteX0" fmla="*/ 209190 w 618782"/>
                <a:gd name="connsiteY0" fmla="*/ 864664 h 864664"/>
                <a:gd name="connsiteX1" fmla="*/ 12162 w 618782"/>
                <a:gd name="connsiteY1" fmla="*/ 60788 h 864664"/>
                <a:gd name="connsiteX2" fmla="*/ 124621 w 618782"/>
                <a:gd name="connsiteY2" fmla="*/ 185076 h 864664"/>
                <a:gd name="connsiteX3" fmla="*/ 188048 w 618782"/>
                <a:gd name="connsiteY3" fmla="*/ 5368 h 864664"/>
                <a:gd name="connsiteX4" fmla="*/ 288473 w 618782"/>
                <a:gd name="connsiteY4" fmla="*/ 185076 h 864664"/>
                <a:gd name="connsiteX5" fmla="*/ 330758 w 618782"/>
                <a:gd name="connsiteY5" fmla="*/ 82 h 864664"/>
                <a:gd name="connsiteX6" fmla="*/ 430711 w 618782"/>
                <a:gd name="connsiteY6" fmla="*/ 121492 h 864664"/>
                <a:gd name="connsiteX7" fmla="*/ 510466 w 618782"/>
                <a:gd name="connsiteY7" fmla="*/ 37081 h 864664"/>
                <a:gd name="connsiteX8" fmla="*/ 618742 w 618782"/>
                <a:gd name="connsiteY8" fmla="*/ 578677 h 864664"/>
                <a:gd name="connsiteX9" fmla="*/ 602413 w 618782"/>
                <a:gd name="connsiteY9" fmla="*/ 864191 h 864664"/>
                <a:gd name="connsiteX10" fmla="*/ 209190 w 618782"/>
                <a:gd name="connsiteY10" fmla="*/ 864664 h 864664"/>
                <a:gd name="connsiteX0" fmla="*/ 209190 w 618782"/>
                <a:gd name="connsiteY0" fmla="*/ 864664 h 864664"/>
                <a:gd name="connsiteX1" fmla="*/ 12162 w 618782"/>
                <a:gd name="connsiteY1" fmla="*/ 60788 h 864664"/>
                <a:gd name="connsiteX2" fmla="*/ 124621 w 618782"/>
                <a:gd name="connsiteY2" fmla="*/ 185076 h 864664"/>
                <a:gd name="connsiteX3" fmla="*/ 188048 w 618782"/>
                <a:gd name="connsiteY3" fmla="*/ 5368 h 864664"/>
                <a:gd name="connsiteX4" fmla="*/ 288473 w 618782"/>
                <a:gd name="connsiteY4" fmla="*/ 185076 h 864664"/>
                <a:gd name="connsiteX5" fmla="*/ 330758 w 618782"/>
                <a:gd name="connsiteY5" fmla="*/ 82 h 864664"/>
                <a:gd name="connsiteX6" fmla="*/ 430711 w 618782"/>
                <a:gd name="connsiteY6" fmla="*/ 121492 h 864664"/>
                <a:gd name="connsiteX7" fmla="*/ 510466 w 618782"/>
                <a:gd name="connsiteY7" fmla="*/ 37081 h 864664"/>
                <a:gd name="connsiteX8" fmla="*/ 618742 w 618782"/>
                <a:gd name="connsiteY8" fmla="*/ 578677 h 864664"/>
                <a:gd name="connsiteX9" fmla="*/ 602413 w 618782"/>
                <a:gd name="connsiteY9" fmla="*/ 864191 h 864664"/>
                <a:gd name="connsiteX10" fmla="*/ 209190 w 618782"/>
                <a:gd name="connsiteY10" fmla="*/ 864664 h 864664"/>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88473 w 618782"/>
                <a:gd name="connsiteY4" fmla="*/ 185078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88473 w 618782"/>
                <a:gd name="connsiteY4" fmla="*/ 185078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85752 w 618782"/>
                <a:gd name="connsiteY4" fmla="*/ 149700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85752 w 618782"/>
                <a:gd name="connsiteY4" fmla="*/ 149700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12601 w 622193"/>
                <a:gd name="connsiteY0" fmla="*/ 864666 h 864666"/>
                <a:gd name="connsiteX1" fmla="*/ 15573 w 622193"/>
                <a:gd name="connsiteY1" fmla="*/ 60790 h 864666"/>
                <a:gd name="connsiteX2" fmla="*/ 128032 w 622193"/>
                <a:gd name="connsiteY2" fmla="*/ 185078 h 864666"/>
                <a:gd name="connsiteX3" fmla="*/ 191459 w 622193"/>
                <a:gd name="connsiteY3" fmla="*/ 5370 h 864666"/>
                <a:gd name="connsiteX4" fmla="*/ 278277 w 622193"/>
                <a:gd name="connsiteY4" fmla="*/ 144257 h 864666"/>
                <a:gd name="connsiteX5" fmla="*/ 334169 w 622193"/>
                <a:gd name="connsiteY5" fmla="*/ 84 h 864666"/>
                <a:gd name="connsiteX6" fmla="*/ 434122 w 622193"/>
                <a:gd name="connsiteY6" fmla="*/ 121494 h 864666"/>
                <a:gd name="connsiteX7" fmla="*/ 513877 w 622193"/>
                <a:gd name="connsiteY7" fmla="*/ 37083 h 864666"/>
                <a:gd name="connsiteX8" fmla="*/ 622153 w 622193"/>
                <a:gd name="connsiteY8" fmla="*/ 578679 h 864666"/>
                <a:gd name="connsiteX9" fmla="*/ 605824 w 622193"/>
                <a:gd name="connsiteY9" fmla="*/ 864193 h 864666"/>
                <a:gd name="connsiteX10" fmla="*/ 212601 w 622193"/>
                <a:gd name="connsiteY10" fmla="*/ 864666 h 864666"/>
                <a:gd name="connsiteX0" fmla="*/ 198912 w 608504"/>
                <a:gd name="connsiteY0" fmla="*/ 864666 h 864666"/>
                <a:gd name="connsiteX1" fmla="*/ 28798 w 608504"/>
                <a:gd name="connsiteY1" fmla="*/ 510643 h 864666"/>
                <a:gd name="connsiteX2" fmla="*/ 1884 w 608504"/>
                <a:gd name="connsiteY2" fmla="*/ 60790 h 864666"/>
                <a:gd name="connsiteX3" fmla="*/ 114343 w 608504"/>
                <a:gd name="connsiteY3" fmla="*/ 185078 h 864666"/>
                <a:gd name="connsiteX4" fmla="*/ 177770 w 608504"/>
                <a:gd name="connsiteY4" fmla="*/ 5370 h 864666"/>
                <a:gd name="connsiteX5" fmla="*/ 264588 w 608504"/>
                <a:gd name="connsiteY5" fmla="*/ 144257 h 864666"/>
                <a:gd name="connsiteX6" fmla="*/ 320480 w 608504"/>
                <a:gd name="connsiteY6" fmla="*/ 84 h 864666"/>
                <a:gd name="connsiteX7" fmla="*/ 420433 w 608504"/>
                <a:gd name="connsiteY7" fmla="*/ 121494 h 864666"/>
                <a:gd name="connsiteX8" fmla="*/ 500188 w 608504"/>
                <a:gd name="connsiteY8" fmla="*/ 37083 h 864666"/>
                <a:gd name="connsiteX9" fmla="*/ 608464 w 608504"/>
                <a:gd name="connsiteY9" fmla="*/ 578679 h 864666"/>
                <a:gd name="connsiteX10" fmla="*/ 592135 w 608504"/>
                <a:gd name="connsiteY10" fmla="*/ 864193 h 864666"/>
                <a:gd name="connsiteX11" fmla="*/ 198912 w 608504"/>
                <a:gd name="connsiteY11" fmla="*/ 864666 h 864666"/>
                <a:gd name="connsiteX0" fmla="*/ 201622 w 611214"/>
                <a:gd name="connsiteY0" fmla="*/ 864666 h 864666"/>
                <a:gd name="connsiteX1" fmla="*/ 31508 w 611214"/>
                <a:gd name="connsiteY1" fmla="*/ 510643 h 864666"/>
                <a:gd name="connsiteX2" fmla="*/ 4594 w 611214"/>
                <a:gd name="connsiteY2" fmla="*/ 60790 h 864666"/>
                <a:gd name="connsiteX3" fmla="*/ 117053 w 611214"/>
                <a:gd name="connsiteY3" fmla="*/ 185078 h 864666"/>
                <a:gd name="connsiteX4" fmla="*/ 180480 w 611214"/>
                <a:gd name="connsiteY4" fmla="*/ 5370 h 864666"/>
                <a:gd name="connsiteX5" fmla="*/ 267298 w 611214"/>
                <a:gd name="connsiteY5" fmla="*/ 144257 h 864666"/>
                <a:gd name="connsiteX6" fmla="*/ 323190 w 611214"/>
                <a:gd name="connsiteY6" fmla="*/ 84 h 864666"/>
                <a:gd name="connsiteX7" fmla="*/ 423143 w 611214"/>
                <a:gd name="connsiteY7" fmla="*/ 121494 h 864666"/>
                <a:gd name="connsiteX8" fmla="*/ 502898 w 611214"/>
                <a:gd name="connsiteY8" fmla="*/ 37083 h 864666"/>
                <a:gd name="connsiteX9" fmla="*/ 611174 w 611214"/>
                <a:gd name="connsiteY9" fmla="*/ 578679 h 864666"/>
                <a:gd name="connsiteX10" fmla="*/ 594845 w 611214"/>
                <a:gd name="connsiteY10" fmla="*/ 864193 h 864666"/>
                <a:gd name="connsiteX11" fmla="*/ 201622 w 611214"/>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46998 w 641159"/>
                <a:gd name="connsiteY3" fmla="*/ 185078 h 864666"/>
                <a:gd name="connsiteX4" fmla="*/ 210425 w 641159"/>
                <a:gd name="connsiteY4" fmla="*/ 5370 h 864666"/>
                <a:gd name="connsiteX5" fmla="*/ 297243 w 641159"/>
                <a:gd name="connsiteY5" fmla="*/ 144257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44276 w 641159"/>
                <a:gd name="connsiteY3" fmla="*/ 138814 h 864666"/>
                <a:gd name="connsiteX4" fmla="*/ 210425 w 641159"/>
                <a:gd name="connsiteY4" fmla="*/ 5370 h 864666"/>
                <a:gd name="connsiteX5" fmla="*/ 297243 w 641159"/>
                <a:gd name="connsiteY5" fmla="*/ 144257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97243 w 641159"/>
                <a:gd name="connsiteY5" fmla="*/ 144257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97243 w 641159"/>
                <a:gd name="connsiteY5" fmla="*/ 144257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97243 w 641159"/>
                <a:gd name="connsiteY5" fmla="*/ 117043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76446 w 641159"/>
                <a:gd name="connsiteY5" fmla="*/ 64329 h 864666"/>
                <a:gd name="connsiteX6" fmla="*/ 297243 w 641159"/>
                <a:gd name="connsiteY6" fmla="*/ 117043 h 864666"/>
                <a:gd name="connsiteX7" fmla="*/ 353135 w 641159"/>
                <a:gd name="connsiteY7" fmla="*/ 84 h 864666"/>
                <a:gd name="connsiteX8" fmla="*/ 453088 w 641159"/>
                <a:gd name="connsiteY8" fmla="*/ 121494 h 864666"/>
                <a:gd name="connsiteX9" fmla="*/ 532843 w 641159"/>
                <a:gd name="connsiteY9" fmla="*/ 37083 h 864666"/>
                <a:gd name="connsiteX10" fmla="*/ 641119 w 641159"/>
                <a:gd name="connsiteY10" fmla="*/ 578679 h 864666"/>
                <a:gd name="connsiteX11" fmla="*/ 624790 w 641159"/>
                <a:gd name="connsiteY11" fmla="*/ 864193 h 864666"/>
                <a:gd name="connsiteX12" fmla="*/ 231567 w 641159"/>
                <a:gd name="connsiteY12"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76446 w 641159"/>
                <a:gd name="connsiteY5" fmla="*/ 64329 h 864666"/>
                <a:gd name="connsiteX6" fmla="*/ 297243 w 641159"/>
                <a:gd name="connsiteY6" fmla="*/ 117043 h 864666"/>
                <a:gd name="connsiteX7" fmla="*/ 353135 w 641159"/>
                <a:gd name="connsiteY7" fmla="*/ 84 h 864666"/>
                <a:gd name="connsiteX8" fmla="*/ 453088 w 641159"/>
                <a:gd name="connsiteY8" fmla="*/ 121494 h 864666"/>
                <a:gd name="connsiteX9" fmla="*/ 532843 w 641159"/>
                <a:gd name="connsiteY9" fmla="*/ 37083 h 864666"/>
                <a:gd name="connsiteX10" fmla="*/ 641119 w 641159"/>
                <a:gd name="connsiteY10" fmla="*/ 578679 h 864666"/>
                <a:gd name="connsiteX11" fmla="*/ 624790 w 641159"/>
                <a:gd name="connsiteY11" fmla="*/ 864193 h 864666"/>
                <a:gd name="connsiteX12" fmla="*/ 231567 w 641159"/>
                <a:gd name="connsiteY12"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76446 w 641159"/>
                <a:gd name="connsiteY5" fmla="*/ 64329 h 864666"/>
                <a:gd name="connsiteX6" fmla="*/ 297243 w 641159"/>
                <a:gd name="connsiteY6" fmla="*/ 117043 h 864666"/>
                <a:gd name="connsiteX7" fmla="*/ 353135 w 641159"/>
                <a:gd name="connsiteY7" fmla="*/ 84 h 864666"/>
                <a:gd name="connsiteX8" fmla="*/ 453088 w 641159"/>
                <a:gd name="connsiteY8" fmla="*/ 121494 h 864666"/>
                <a:gd name="connsiteX9" fmla="*/ 532843 w 641159"/>
                <a:gd name="connsiteY9" fmla="*/ 37083 h 864666"/>
                <a:gd name="connsiteX10" fmla="*/ 641119 w 641159"/>
                <a:gd name="connsiteY10" fmla="*/ 578679 h 864666"/>
                <a:gd name="connsiteX11" fmla="*/ 624790 w 641159"/>
                <a:gd name="connsiteY11" fmla="*/ 864193 h 864666"/>
                <a:gd name="connsiteX12" fmla="*/ 231567 w 641159"/>
                <a:gd name="connsiteY12"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97243 w 641159"/>
                <a:gd name="connsiteY5" fmla="*/ 117043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97243 w 641159"/>
                <a:gd name="connsiteY5" fmla="*/ 117043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99553 w 641159"/>
                <a:gd name="connsiteY1" fmla="*/ 807279 h 864666"/>
                <a:gd name="connsiteX2" fmla="*/ 61453 w 641159"/>
                <a:gd name="connsiteY2" fmla="*/ 510643 h 864666"/>
                <a:gd name="connsiteX3" fmla="*/ 34539 w 641159"/>
                <a:gd name="connsiteY3" fmla="*/ 60790 h 864666"/>
                <a:gd name="connsiteX4" fmla="*/ 155162 w 641159"/>
                <a:gd name="connsiteY4" fmla="*/ 130650 h 864666"/>
                <a:gd name="connsiteX5" fmla="*/ 210425 w 641159"/>
                <a:gd name="connsiteY5" fmla="*/ 5370 h 864666"/>
                <a:gd name="connsiteX6" fmla="*/ 297243 w 641159"/>
                <a:gd name="connsiteY6" fmla="*/ 117043 h 864666"/>
                <a:gd name="connsiteX7" fmla="*/ 353135 w 641159"/>
                <a:gd name="connsiteY7" fmla="*/ 84 h 864666"/>
                <a:gd name="connsiteX8" fmla="*/ 453088 w 641159"/>
                <a:gd name="connsiteY8" fmla="*/ 121494 h 864666"/>
                <a:gd name="connsiteX9" fmla="*/ 532843 w 641159"/>
                <a:gd name="connsiteY9" fmla="*/ 37083 h 864666"/>
                <a:gd name="connsiteX10" fmla="*/ 641119 w 641159"/>
                <a:gd name="connsiteY10" fmla="*/ 578679 h 864666"/>
                <a:gd name="connsiteX11" fmla="*/ 624790 w 641159"/>
                <a:gd name="connsiteY11" fmla="*/ 864193 h 864666"/>
                <a:gd name="connsiteX12" fmla="*/ 231567 w 641159"/>
                <a:gd name="connsiteY12" fmla="*/ 864666 h 864666"/>
                <a:gd name="connsiteX0" fmla="*/ 231567 w 641159"/>
                <a:gd name="connsiteY0" fmla="*/ 864666 h 864666"/>
                <a:gd name="connsiteX1" fmla="*/ 99553 w 641159"/>
                <a:gd name="connsiteY1" fmla="*/ 807279 h 864666"/>
                <a:gd name="connsiteX2" fmla="*/ 61453 w 641159"/>
                <a:gd name="connsiteY2" fmla="*/ 510643 h 864666"/>
                <a:gd name="connsiteX3" fmla="*/ 34539 w 641159"/>
                <a:gd name="connsiteY3" fmla="*/ 60790 h 864666"/>
                <a:gd name="connsiteX4" fmla="*/ 155162 w 641159"/>
                <a:gd name="connsiteY4" fmla="*/ 130650 h 864666"/>
                <a:gd name="connsiteX5" fmla="*/ 210425 w 641159"/>
                <a:gd name="connsiteY5" fmla="*/ 5370 h 864666"/>
                <a:gd name="connsiteX6" fmla="*/ 297243 w 641159"/>
                <a:gd name="connsiteY6" fmla="*/ 117043 h 864666"/>
                <a:gd name="connsiteX7" fmla="*/ 353135 w 641159"/>
                <a:gd name="connsiteY7" fmla="*/ 84 h 864666"/>
                <a:gd name="connsiteX8" fmla="*/ 453088 w 641159"/>
                <a:gd name="connsiteY8" fmla="*/ 121494 h 864666"/>
                <a:gd name="connsiteX9" fmla="*/ 532843 w 641159"/>
                <a:gd name="connsiteY9" fmla="*/ 37083 h 864666"/>
                <a:gd name="connsiteX10" fmla="*/ 641119 w 641159"/>
                <a:gd name="connsiteY10" fmla="*/ 578679 h 864666"/>
                <a:gd name="connsiteX11" fmla="*/ 624790 w 641159"/>
                <a:gd name="connsiteY11" fmla="*/ 864193 h 864666"/>
                <a:gd name="connsiteX12" fmla="*/ 231567 w 641159"/>
                <a:gd name="connsiteY12" fmla="*/ 864666 h 864666"/>
                <a:gd name="connsiteX0" fmla="*/ 231567 w 641159"/>
                <a:gd name="connsiteY0" fmla="*/ 864666 h 864666"/>
                <a:gd name="connsiteX1" fmla="*/ 197525 w 641159"/>
                <a:gd name="connsiteY1" fmla="*/ 793672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31567 w 641159"/>
                <a:gd name="connsiteY0" fmla="*/ 864666 h 864666"/>
                <a:gd name="connsiteX1" fmla="*/ 202968 w 641159"/>
                <a:gd name="connsiteY1" fmla="*/ 801837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31567 w 641159"/>
                <a:gd name="connsiteY0" fmla="*/ 864666 h 864666"/>
                <a:gd name="connsiteX1" fmla="*/ 202968 w 641159"/>
                <a:gd name="connsiteY1" fmla="*/ 801837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31567 w 641159"/>
                <a:gd name="connsiteY0" fmla="*/ 864666 h 864666"/>
                <a:gd name="connsiteX1" fmla="*/ 202968 w 641159"/>
                <a:gd name="connsiteY1" fmla="*/ 801837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31567 w 641159"/>
                <a:gd name="connsiteY0" fmla="*/ 864666 h 864666"/>
                <a:gd name="connsiteX1" fmla="*/ 202968 w 641159"/>
                <a:gd name="connsiteY1" fmla="*/ 801837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31567 w 641159"/>
                <a:gd name="connsiteY0" fmla="*/ 864666 h 864666"/>
                <a:gd name="connsiteX1" fmla="*/ 202968 w 641159"/>
                <a:gd name="connsiteY1" fmla="*/ 801837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57487 w 667079"/>
                <a:gd name="connsiteY0" fmla="*/ 864666 h 864666"/>
                <a:gd name="connsiteX1" fmla="*/ 228888 w 667079"/>
                <a:gd name="connsiteY1" fmla="*/ 801837 h 864666"/>
                <a:gd name="connsiteX2" fmla="*/ 125473 w 667079"/>
                <a:gd name="connsiteY2" fmla="*/ 807279 h 864666"/>
                <a:gd name="connsiteX3" fmla="*/ 288 w 667079"/>
                <a:gd name="connsiteY3" fmla="*/ 595007 h 864666"/>
                <a:gd name="connsiteX4" fmla="*/ 87373 w 667079"/>
                <a:gd name="connsiteY4" fmla="*/ 510643 h 864666"/>
                <a:gd name="connsiteX5" fmla="*/ 60459 w 667079"/>
                <a:gd name="connsiteY5" fmla="*/ 60790 h 864666"/>
                <a:gd name="connsiteX6" fmla="*/ 181082 w 667079"/>
                <a:gd name="connsiteY6" fmla="*/ 130650 h 864666"/>
                <a:gd name="connsiteX7" fmla="*/ 236345 w 667079"/>
                <a:gd name="connsiteY7" fmla="*/ 5370 h 864666"/>
                <a:gd name="connsiteX8" fmla="*/ 323163 w 667079"/>
                <a:gd name="connsiteY8" fmla="*/ 117043 h 864666"/>
                <a:gd name="connsiteX9" fmla="*/ 379055 w 667079"/>
                <a:gd name="connsiteY9" fmla="*/ 84 h 864666"/>
                <a:gd name="connsiteX10" fmla="*/ 479008 w 667079"/>
                <a:gd name="connsiteY10" fmla="*/ 121494 h 864666"/>
                <a:gd name="connsiteX11" fmla="*/ 558763 w 667079"/>
                <a:gd name="connsiteY11" fmla="*/ 37083 h 864666"/>
                <a:gd name="connsiteX12" fmla="*/ 667039 w 667079"/>
                <a:gd name="connsiteY12" fmla="*/ 578679 h 864666"/>
                <a:gd name="connsiteX13" fmla="*/ 650710 w 667079"/>
                <a:gd name="connsiteY13" fmla="*/ 864193 h 864666"/>
                <a:gd name="connsiteX14" fmla="*/ 257487 w 667079"/>
                <a:gd name="connsiteY14" fmla="*/ 864666 h 864666"/>
                <a:gd name="connsiteX0" fmla="*/ 260201 w 669793"/>
                <a:gd name="connsiteY0" fmla="*/ 864666 h 864666"/>
                <a:gd name="connsiteX1" fmla="*/ 231602 w 669793"/>
                <a:gd name="connsiteY1" fmla="*/ 801837 h 864666"/>
                <a:gd name="connsiteX2" fmla="*/ 128187 w 669793"/>
                <a:gd name="connsiteY2" fmla="*/ 807279 h 864666"/>
                <a:gd name="connsiteX3" fmla="*/ 281 w 669793"/>
                <a:gd name="connsiteY3" fmla="*/ 526971 h 864666"/>
                <a:gd name="connsiteX4" fmla="*/ 90087 w 669793"/>
                <a:gd name="connsiteY4" fmla="*/ 510643 h 864666"/>
                <a:gd name="connsiteX5" fmla="*/ 63173 w 669793"/>
                <a:gd name="connsiteY5" fmla="*/ 60790 h 864666"/>
                <a:gd name="connsiteX6" fmla="*/ 183796 w 669793"/>
                <a:gd name="connsiteY6" fmla="*/ 130650 h 864666"/>
                <a:gd name="connsiteX7" fmla="*/ 239059 w 669793"/>
                <a:gd name="connsiteY7" fmla="*/ 5370 h 864666"/>
                <a:gd name="connsiteX8" fmla="*/ 325877 w 669793"/>
                <a:gd name="connsiteY8" fmla="*/ 117043 h 864666"/>
                <a:gd name="connsiteX9" fmla="*/ 381769 w 669793"/>
                <a:gd name="connsiteY9" fmla="*/ 84 h 864666"/>
                <a:gd name="connsiteX10" fmla="*/ 481722 w 669793"/>
                <a:gd name="connsiteY10" fmla="*/ 121494 h 864666"/>
                <a:gd name="connsiteX11" fmla="*/ 561477 w 669793"/>
                <a:gd name="connsiteY11" fmla="*/ 37083 h 864666"/>
                <a:gd name="connsiteX12" fmla="*/ 669753 w 669793"/>
                <a:gd name="connsiteY12" fmla="*/ 578679 h 864666"/>
                <a:gd name="connsiteX13" fmla="*/ 653424 w 669793"/>
                <a:gd name="connsiteY13" fmla="*/ 864193 h 864666"/>
                <a:gd name="connsiteX14" fmla="*/ 260201 w 669793"/>
                <a:gd name="connsiteY14" fmla="*/ 864666 h 864666"/>
                <a:gd name="connsiteX0" fmla="*/ 259920 w 669512"/>
                <a:gd name="connsiteY0" fmla="*/ 864666 h 864666"/>
                <a:gd name="connsiteX1" fmla="*/ 231321 w 669512"/>
                <a:gd name="connsiteY1" fmla="*/ 801837 h 864666"/>
                <a:gd name="connsiteX2" fmla="*/ 127906 w 669512"/>
                <a:gd name="connsiteY2" fmla="*/ 807279 h 864666"/>
                <a:gd name="connsiteX3" fmla="*/ 0 w 669512"/>
                <a:gd name="connsiteY3" fmla="*/ 526971 h 864666"/>
                <a:gd name="connsiteX4" fmla="*/ 89806 w 669512"/>
                <a:gd name="connsiteY4" fmla="*/ 510643 h 864666"/>
                <a:gd name="connsiteX5" fmla="*/ 62892 w 669512"/>
                <a:gd name="connsiteY5" fmla="*/ 60790 h 864666"/>
                <a:gd name="connsiteX6" fmla="*/ 183515 w 669512"/>
                <a:gd name="connsiteY6" fmla="*/ 130650 h 864666"/>
                <a:gd name="connsiteX7" fmla="*/ 238778 w 669512"/>
                <a:gd name="connsiteY7" fmla="*/ 5370 h 864666"/>
                <a:gd name="connsiteX8" fmla="*/ 325596 w 669512"/>
                <a:gd name="connsiteY8" fmla="*/ 117043 h 864666"/>
                <a:gd name="connsiteX9" fmla="*/ 381488 w 669512"/>
                <a:gd name="connsiteY9" fmla="*/ 84 h 864666"/>
                <a:gd name="connsiteX10" fmla="*/ 481441 w 669512"/>
                <a:gd name="connsiteY10" fmla="*/ 121494 h 864666"/>
                <a:gd name="connsiteX11" fmla="*/ 561196 w 669512"/>
                <a:gd name="connsiteY11" fmla="*/ 37083 h 864666"/>
                <a:gd name="connsiteX12" fmla="*/ 669472 w 669512"/>
                <a:gd name="connsiteY12" fmla="*/ 578679 h 864666"/>
                <a:gd name="connsiteX13" fmla="*/ 653143 w 669512"/>
                <a:gd name="connsiteY13" fmla="*/ 864193 h 864666"/>
                <a:gd name="connsiteX14" fmla="*/ 259920 w 669512"/>
                <a:gd name="connsiteY14" fmla="*/ 864666 h 864666"/>
                <a:gd name="connsiteX0" fmla="*/ 259920 w 669512"/>
                <a:gd name="connsiteY0" fmla="*/ 864666 h 864666"/>
                <a:gd name="connsiteX1" fmla="*/ 231321 w 669512"/>
                <a:gd name="connsiteY1" fmla="*/ 801837 h 864666"/>
                <a:gd name="connsiteX2" fmla="*/ 127906 w 669512"/>
                <a:gd name="connsiteY2" fmla="*/ 807279 h 864666"/>
                <a:gd name="connsiteX3" fmla="*/ 0 w 669512"/>
                <a:gd name="connsiteY3" fmla="*/ 526971 h 864666"/>
                <a:gd name="connsiteX4" fmla="*/ 89806 w 669512"/>
                <a:gd name="connsiteY4" fmla="*/ 510643 h 864666"/>
                <a:gd name="connsiteX5" fmla="*/ 62892 w 669512"/>
                <a:gd name="connsiteY5" fmla="*/ 60790 h 864666"/>
                <a:gd name="connsiteX6" fmla="*/ 183515 w 669512"/>
                <a:gd name="connsiteY6" fmla="*/ 130650 h 864666"/>
                <a:gd name="connsiteX7" fmla="*/ 238778 w 669512"/>
                <a:gd name="connsiteY7" fmla="*/ 5370 h 864666"/>
                <a:gd name="connsiteX8" fmla="*/ 325596 w 669512"/>
                <a:gd name="connsiteY8" fmla="*/ 117043 h 864666"/>
                <a:gd name="connsiteX9" fmla="*/ 381488 w 669512"/>
                <a:gd name="connsiteY9" fmla="*/ 84 h 864666"/>
                <a:gd name="connsiteX10" fmla="*/ 481441 w 669512"/>
                <a:gd name="connsiteY10" fmla="*/ 121494 h 864666"/>
                <a:gd name="connsiteX11" fmla="*/ 561196 w 669512"/>
                <a:gd name="connsiteY11" fmla="*/ 37083 h 864666"/>
                <a:gd name="connsiteX12" fmla="*/ 669472 w 669512"/>
                <a:gd name="connsiteY12" fmla="*/ 578679 h 864666"/>
                <a:gd name="connsiteX13" fmla="*/ 653143 w 669512"/>
                <a:gd name="connsiteY13" fmla="*/ 864193 h 864666"/>
                <a:gd name="connsiteX14" fmla="*/ 259920 w 669512"/>
                <a:gd name="connsiteY14" fmla="*/ 864666 h 864666"/>
                <a:gd name="connsiteX0" fmla="*/ 259920 w 669512"/>
                <a:gd name="connsiteY0" fmla="*/ 864666 h 864666"/>
                <a:gd name="connsiteX1" fmla="*/ 231321 w 669512"/>
                <a:gd name="connsiteY1" fmla="*/ 801837 h 864666"/>
                <a:gd name="connsiteX2" fmla="*/ 127906 w 669512"/>
                <a:gd name="connsiteY2" fmla="*/ 807279 h 864666"/>
                <a:gd name="connsiteX3" fmla="*/ 0 w 669512"/>
                <a:gd name="connsiteY3" fmla="*/ 526971 h 864666"/>
                <a:gd name="connsiteX4" fmla="*/ 89806 w 669512"/>
                <a:gd name="connsiteY4" fmla="*/ 510643 h 864666"/>
                <a:gd name="connsiteX5" fmla="*/ 62892 w 669512"/>
                <a:gd name="connsiteY5" fmla="*/ 60790 h 864666"/>
                <a:gd name="connsiteX6" fmla="*/ 183515 w 669512"/>
                <a:gd name="connsiteY6" fmla="*/ 130650 h 864666"/>
                <a:gd name="connsiteX7" fmla="*/ 238778 w 669512"/>
                <a:gd name="connsiteY7" fmla="*/ 5370 h 864666"/>
                <a:gd name="connsiteX8" fmla="*/ 325596 w 669512"/>
                <a:gd name="connsiteY8" fmla="*/ 117043 h 864666"/>
                <a:gd name="connsiteX9" fmla="*/ 381488 w 669512"/>
                <a:gd name="connsiteY9" fmla="*/ 84 h 864666"/>
                <a:gd name="connsiteX10" fmla="*/ 481441 w 669512"/>
                <a:gd name="connsiteY10" fmla="*/ 121494 h 864666"/>
                <a:gd name="connsiteX11" fmla="*/ 561196 w 669512"/>
                <a:gd name="connsiteY11" fmla="*/ 37083 h 864666"/>
                <a:gd name="connsiteX12" fmla="*/ 669472 w 669512"/>
                <a:gd name="connsiteY12" fmla="*/ 578679 h 864666"/>
                <a:gd name="connsiteX13" fmla="*/ 653143 w 669512"/>
                <a:gd name="connsiteY13" fmla="*/ 864193 h 864666"/>
                <a:gd name="connsiteX14" fmla="*/ 259920 w 669512"/>
                <a:gd name="connsiteY14" fmla="*/ 864666 h 864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9512" h="864666">
                  <a:moveTo>
                    <a:pt x="259920" y="864666"/>
                  </a:moveTo>
                  <a:cubicBezTo>
                    <a:pt x="237695" y="826606"/>
                    <a:pt x="245159" y="825008"/>
                    <a:pt x="231321" y="801837"/>
                  </a:cubicBezTo>
                  <a:cubicBezTo>
                    <a:pt x="184826" y="794994"/>
                    <a:pt x="202292" y="803651"/>
                    <a:pt x="127906" y="807279"/>
                  </a:cubicBezTo>
                  <a:cubicBezTo>
                    <a:pt x="107042" y="780972"/>
                    <a:pt x="6350" y="576410"/>
                    <a:pt x="0" y="526971"/>
                  </a:cubicBezTo>
                  <a:cubicBezTo>
                    <a:pt x="58964" y="502024"/>
                    <a:pt x="28977" y="523479"/>
                    <a:pt x="89806" y="510643"/>
                  </a:cubicBezTo>
                  <a:cubicBezTo>
                    <a:pt x="46082" y="333121"/>
                    <a:pt x="-8516" y="81486"/>
                    <a:pt x="62892" y="60790"/>
                  </a:cubicBezTo>
                  <a:cubicBezTo>
                    <a:pt x="138478" y="39627"/>
                    <a:pt x="162358" y="62006"/>
                    <a:pt x="183515" y="130650"/>
                  </a:cubicBezTo>
                  <a:cubicBezTo>
                    <a:pt x="185607" y="62583"/>
                    <a:pt x="163207" y="19009"/>
                    <a:pt x="238778" y="5370"/>
                  </a:cubicBezTo>
                  <a:cubicBezTo>
                    <a:pt x="335937" y="-2341"/>
                    <a:pt x="301811" y="117924"/>
                    <a:pt x="325596" y="117043"/>
                  </a:cubicBezTo>
                  <a:cubicBezTo>
                    <a:pt x="328806" y="55378"/>
                    <a:pt x="299358" y="7320"/>
                    <a:pt x="381488" y="84"/>
                  </a:cubicBezTo>
                  <a:cubicBezTo>
                    <a:pt x="488285" y="-2989"/>
                    <a:pt x="459008" y="78303"/>
                    <a:pt x="481441" y="121494"/>
                  </a:cubicBezTo>
                  <a:cubicBezTo>
                    <a:pt x="497140" y="80657"/>
                    <a:pt x="482904" y="31655"/>
                    <a:pt x="561196" y="37083"/>
                  </a:cubicBezTo>
                  <a:cubicBezTo>
                    <a:pt x="672580" y="39816"/>
                    <a:pt x="669666" y="488862"/>
                    <a:pt x="669472" y="578679"/>
                  </a:cubicBezTo>
                  <a:cubicBezTo>
                    <a:pt x="666751" y="690178"/>
                    <a:pt x="672193" y="766300"/>
                    <a:pt x="653143" y="864193"/>
                  </a:cubicBezTo>
                  <a:cubicBezTo>
                    <a:pt x="514812" y="859815"/>
                    <a:pt x="460845" y="856509"/>
                    <a:pt x="259920" y="864666"/>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2" name="Freeform 10">
              <a:extLst>
                <a:ext uri="{FF2B5EF4-FFF2-40B4-BE49-F238E27FC236}">
                  <a16:creationId xmlns:a16="http://schemas.microsoft.com/office/drawing/2014/main" id="{75582ACE-A3C1-9D11-6BE2-52882858CDB3}"/>
                </a:ext>
              </a:extLst>
            </p:cNvPr>
            <p:cNvSpPr/>
            <p:nvPr/>
          </p:nvSpPr>
          <p:spPr>
            <a:xfrm>
              <a:off x="1100103" y="4121089"/>
              <a:ext cx="2742086" cy="2359188"/>
            </a:xfrm>
            <a:custGeom>
              <a:avLst/>
              <a:gdLst>
                <a:gd name="connsiteX0" fmla="*/ 19050 w 2628900"/>
                <a:gd name="connsiteY0" fmla="*/ 95250 h 2085975"/>
                <a:gd name="connsiteX1" fmla="*/ 0 w 2628900"/>
                <a:gd name="connsiteY1" fmla="*/ 2085975 h 2085975"/>
                <a:gd name="connsiteX2" fmla="*/ 1685925 w 2628900"/>
                <a:gd name="connsiteY2" fmla="*/ 2085975 h 2085975"/>
                <a:gd name="connsiteX3" fmla="*/ 1704975 w 2628900"/>
                <a:gd name="connsiteY3" fmla="*/ 1581150 h 2085975"/>
                <a:gd name="connsiteX4" fmla="*/ 2628900 w 2628900"/>
                <a:gd name="connsiteY4" fmla="*/ 47625 h 2085975"/>
                <a:gd name="connsiteX5" fmla="*/ 1914525 w 2628900"/>
                <a:gd name="connsiteY5" fmla="*/ 0 h 2085975"/>
                <a:gd name="connsiteX6" fmla="*/ 1914525 w 2628900"/>
                <a:gd name="connsiteY6" fmla="*/ 762000 h 2085975"/>
                <a:gd name="connsiteX7" fmla="*/ 1133475 w 2628900"/>
                <a:gd name="connsiteY7" fmla="*/ 533400 h 2085975"/>
                <a:gd name="connsiteX8" fmla="*/ 19050 w 2628900"/>
                <a:gd name="connsiteY8" fmla="*/ 95250 h 2085975"/>
                <a:gd name="connsiteX0" fmla="*/ 95250 w 2628900"/>
                <a:gd name="connsiteY0" fmla="*/ 66675 h 2085975"/>
                <a:gd name="connsiteX1" fmla="*/ 0 w 2628900"/>
                <a:gd name="connsiteY1" fmla="*/ 2085975 h 2085975"/>
                <a:gd name="connsiteX2" fmla="*/ 1685925 w 2628900"/>
                <a:gd name="connsiteY2" fmla="*/ 2085975 h 2085975"/>
                <a:gd name="connsiteX3" fmla="*/ 1704975 w 2628900"/>
                <a:gd name="connsiteY3" fmla="*/ 1581150 h 2085975"/>
                <a:gd name="connsiteX4" fmla="*/ 2628900 w 2628900"/>
                <a:gd name="connsiteY4" fmla="*/ 47625 h 2085975"/>
                <a:gd name="connsiteX5" fmla="*/ 1914525 w 2628900"/>
                <a:gd name="connsiteY5" fmla="*/ 0 h 2085975"/>
                <a:gd name="connsiteX6" fmla="*/ 1914525 w 2628900"/>
                <a:gd name="connsiteY6" fmla="*/ 762000 h 2085975"/>
                <a:gd name="connsiteX7" fmla="*/ 1133475 w 2628900"/>
                <a:gd name="connsiteY7" fmla="*/ 533400 h 2085975"/>
                <a:gd name="connsiteX8" fmla="*/ 95250 w 2628900"/>
                <a:gd name="connsiteY8" fmla="*/ 66675 h 2085975"/>
                <a:gd name="connsiteX0" fmla="*/ 232470 w 2766120"/>
                <a:gd name="connsiteY0" fmla="*/ 66675 h 2085975"/>
                <a:gd name="connsiteX1" fmla="*/ 137220 w 2766120"/>
                <a:gd name="connsiteY1" fmla="*/ 2085975 h 2085975"/>
                <a:gd name="connsiteX2" fmla="*/ 1823145 w 2766120"/>
                <a:gd name="connsiteY2" fmla="*/ 2085975 h 2085975"/>
                <a:gd name="connsiteX3" fmla="*/ 1842195 w 2766120"/>
                <a:gd name="connsiteY3" fmla="*/ 1581150 h 2085975"/>
                <a:gd name="connsiteX4" fmla="*/ 2766120 w 2766120"/>
                <a:gd name="connsiteY4" fmla="*/ 47625 h 2085975"/>
                <a:gd name="connsiteX5" fmla="*/ 2051745 w 2766120"/>
                <a:gd name="connsiteY5" fmla="*/ 0 h 2085975"/>
                <a:gd name="connsiteX6" fmla="*/ 2051745 w 2766120"/>
                <a:gd name="connsiteY6" fmla="*/ 762000 h 2085975"/>
                <a:gd name="connsiteX7" fmla="*/ 1270695 w 2766120"/>
                <a:gd name="connsiteY7" fmla="*/ 533400 h 2085975"/>
                <a:gd name="connsiteX8" fmla="*/ 232470 w 2766120"/>
                <a:gd name="connsiteY8" fmla="*/ 66675 h 2085975"/>
                <a:gd name="connsiteX0" fmla="*/ 232470 w 2766120"/>
                <a:gd name="connsiteY0" fmla="*/ 66675 h 2085975"/>
                <a:gd name="connsiteX1" fmla="*/ 137220 w 2766120"/>
                <a:gd name="connsiteY1" fmla="*/ 2085975 h 2085975"/>
                <a:gd name="connsiteX2" fmla="*/ 1823145 w 2766120"/>
                <a:gd name="connsiteY2" fmla="*/ 2085975 h 2085975"/>
                <a:gd name="connsiteX3" fmla="*/ 1842195 w 2766120"/>
                <a:gd name="connsiteY3" fmla="*/ 1581150 h 2085975"/>
                <a:gd name="connsiteX4" fmla="*/ 2766120 w 2766120"/>
                <a:gd name="connsiteY4" fmla="*/ 47625 h 2085975"/>
                <a:gd name="connsiteX5" fmla="*/ 2051745 w 2766120"/>
                <a:gd name="connsiteY5" fmla="*/ 0 h 2085975"/>
                <a:gd name="connsiteX6" fmla="*/ 2051745 w 2766120"/>
                <a:gd name="connsiteY6" fmla="*/ 762000 h 2085975"/>
                <a:gd name="connsiteX7" fmla="*/ 1270695 w 2766120"/>
                <a:gd name="connsiteY7" fmla="*/ 533400 h 2085975"/>
                <a:gd name="connsiteX8" fmla="*/ 232470 w 2766120"/>
                <a:gd name="connsiteY8" fmla="*/ 66675 h 2085975"/>
                <a:gd name="connsiteX0" fmla="*/ 232470 w 2766120"/>
                <a:gd name="connsiteY0" fmla="*/ 66675 h 2085975"/>
                <a:gd name="connsiteX1" fmla="*/ 137220 w 2766120"/>
                <a:gd name="connsiteY1" fmla="*/ 2085975 h 2085975"/>
                <a:gd name="connsiteX2" fmla="*/ 1823145 w 2766120"/>
                <a:gd name="connsiteY2" fmla="*/ 2085975 h 2085975"/>
                <a:gd name="connsiteX3" fmla="*/ 1842195 w 2766120"/>
                <a:gd name="connsiteY3" fmla="*/ 1581150 h 2085975"/>
                <a:gd name="connsiteX4" fmla="*/ 2766120 w 2766120"/>
                <a:gd name="connsiteY4" fmla="*/ 47625 h 2085975"/>
                <a:gd name="connsiteX5" fmla="*/ 2051745 w 2766120"/>
                <a:gd name="connsiteY5" fmla="*/ 0 h 2085975"/>
                <a:gd name="connsiteX6" fmla="*/ 2051745 w 2766120"/>
                <a:gd name="connsiteY6" fmla="*/ 762000 h 2085975"/>
                <a:gd name="connsiteX7" fmla="*/ 1270695 w 2766120"/>
                <a:gd name="connsiteY7" fmla="*/ 533400 h 2085975"/>
                <a:gd name="connsiteX8" fmla="*/ 232470 w 2766120"/>
                <a:gd name="connsiteY8" fmla="*/ 66675 h 2085975"/>
                <a:gd name="connsiteX0" fmla="*/ 232470 w 2766120"/>
                <a:gd name="connsiteY0" fmla="*/ 66675 h 2085975"/>
                <a:gd name="connsiteX1" fmla="*/ 137220 w 2766120"/>
                <a:gd name="connsiteY1" fmla="*/ 2085975 h 2085975"/>
                <a:gd name="connsiteX2" fmla="*/ 1823145 w 2766120"/>
                <a:gd name="connsiteY2" fmla="*/ 2085975 h 2085975"/>
                <a:gd name="connsiteX3" fmla="*/ 1842195 w 2766120"/>
                <a:gd name="connsiteY3" fmla="*/ 1581150 h 2085975"/>
                <a:gd name="connsiteX4" fmla="*/ 2766120 w 2766120"/>
                <a:gd name="connsiteY4" fmla="*/ 47625 h 2085975"/>
                <a:gd name="connsiteX5" fmla="*/ 2051745 w 2766120"/>
                <a:gd name="connsiteY5" fmla="*/ 0 h 2085975"/>
                <a:gd name="connsiteX6" fmla="*/ 2051745 w 2766120"/>
                <a:gd name="connsiteY6" fmla="*/ 762000 h 2085975"/>
                <a:gd name="connsiteX7" fmla="*/ 1270695 w 2766120"/>
                <a:gd name="connsiteY7" fmla="*/ 533400 h 2085975"/>
                <a:gd name="connsiteX8" fmla="*/ 232470 w 2766120"/>
                <a:gd name="connsiteY8" fmla="*/ 66675 h 2085975"/>
                <a:gd name="connsiteX0" fmla="*/ 232470 w 2766120"/>
                <a:gd name="connsiteY0" fmla="*/ 114300 h 2133600"/>
                <a:gd name="connsiteX1" fmla="*/ 137220 w 2766120"/>
                <a:gd name="connsiteY1" fmla="*/ 2133600 h 2133600"/>
                <a:gd name="connsiteX2" fmla="*/ 1823145 w 2766120"/>
                <a:gd name="connsiteY2" fmla="*/ 2133600 h 2133600"/>
                <a:gd name="connsiteX3" fmla="*/ 1842195 w 2766120"/>
                <a:gd name="connsiteY3" fmla="*/ 1628775 h 2133600"/>
                <a:gd name="connsiteX4" fmla="*/ 2766120 w 2766120"/>
                <a:gd name="connsiteY4" fmla="*/ 95250 h 2133600"/>
                <a:gd name="connsiteX5" fmla="*/ 1908870 w 2766120"/>
                <a:gd name="connsiteY5" fmla="*/ 0 h 2133600"/>
                <a:gd name="connsiteX6" fmla="*/ 2051745 w 2766120"/>
                <a:gd name="connsiteY6" fmla="*/ 809625 h 2133600"/>
                <a:gd name="connsiteX7" fmla="*/ 1270695 w 2766120"/>
                <a:gd name="connsiteY7" fmla="*/ 581025 h 2133600"/>
                <a:gd name="connsiteX8" fmla="*/ 232470 w 2766120"/>
                <a:gd name="connsiteY8" fmla="*/ 114300 h 2133600"/>
                <a:gd name="connsiteX0" fmla="*/ 232470 w 2766120"/>
                <a:gd name="connsiteY0" fmla="*/ 151521 h 2170821"/>
                <a:gd name="connsiteX1" fmla="*/ 137220 w 2766120"/>
                <a:gd name="connsiteY1" fmla="*/ 2170821 h 2170821"/>
                <a:gd name="connsiteX2" fmla="*/ 1823145 w 2766120"/>
                <a:gd name="connsiteY2" fmla="*/ 2170821 h 2170821"/>
                <a:gd name="connsiteX3" fmla="*/ 1842195 w 2766120"/>
                <a:gd name="connsiteY3" fmla="*/ 1665996 h 2170821"/>
                <a:gd name="connsiteX4" fmla="*/ 2766120 w 2766120"/>
                <a:gd name="connsiteY4" fmla="*/ 132471 h 2170821"/>
                <a:gd name="connsiteX5" fmla="*/ 1908870 w 2766120"/>
                <a:gd name="connsiteY5" fmla="*/ 37221 h 2170821"/>
                <a:gd name="connsiteX6" fmla="*/ 1937445 w 2766120"/>
                <a:gd name="connsiteY6" fmla="*/ 808746 h 2170821"/>
                <a:gd name="connsiteX7" fmla="*/ 1270695 w 2766120"/>
                <a:gd name="connsiteY7" fmla="*/ 618246 h 2170821"/>
                <a:gd name="connsiteX8" fmla="*/ 232470 w 2766120"/>
                <a:gd name="connsiteY8" fmla="*/ 151521 h 2170821"/>
                <a:gd name="connsiteX0" fmla="*/ 232470 w 2766120"/>
                <a:gd name="connsiteY0" fmla="*/ 176078 h 2195378"/>
                <a:gd name="connsiteX1" fmla="*/ 137220 w 2766120"/>
                <a:gd name="connsiteY1" fmla="*/ 2195378 h 2195378"/>
                <a:gd name="connsiteX2" fmla="*/ 1823145 w 2766120"/>
                <a:gd name="connsiteY2" fmla="*/ 2195378 h 2195378"/>
                <a:gd name="connsiteX3" fmla="*/ 1842195 w 2766120"/>
                <a:gd name="connsiteY3" fmla="*/ 1690553 h 2195378"/>
                <a:gd name="connsiteX4" fmla="*/ 2766120 w 2766120"/>
                <a:gd name="connsiteY4" fmla="*/ 157028 h 2195378"/>
                <a:gd name="connsiteX5" fmla="*/ 1908870 w 2766120"/>
                <a:gd name="connsiteY5" fmla="*/ 61778 h 2195378"/>
                <a:gd name="connsiteX6" fmla="*/ 1937445 w 2766120"/>
                <a:gd name="connsiteY6" fmla="*/ 833303 h 2195378"/>
                <a:gd name="connsiteX7" fmla="*/ 1270695 w 2766120"/>
                <a:gd name="connsiteY7" fmla="*/ 642803 h 2195378"/>
                <a:gd name="connsiteX8" fmla="*/ 232470 w 2766120"/>
                <a:gd name="connsiteY8" fmla="*/ 176078 h 2195378"/>
                <a:gd name="connsiteX0" fmla="*/ 232470 w 2661345"/>
                <a:gd name="connsiteY0" fmla="*/ 155790 h 2175090"/>
                <a:gd name="connsiteX1" fmla="*/ 137220 w 2661345"/>
                <a:gd name="connsiteY1" fmla="*/ 2175090 h 2175090"/>
                <a:gd name="connsiteX2" fmla="*/ 1823145 w 2661345"/>
                <a:gd name="connsiteY2" fmla="*/ 2175090 h 2175090"/>
                <a:gd name="connsiteX3" fmla="*/ 1842195 w 2661345"/>
                <a:gd name="connsiteY3" fmla="*/ 1670265 h 2175090"/>
                <a:gd name="connsiteX4" fmla="*/ 2661345 w 2661345"/>
                <a:gd name="connsiteY4" fmla="*/ 117690 h 2175090"/>
                <a:gd name="connsiteX5" fmla="*/ 1908870 w 2661345"/>
                <a:gd name="connsiteY5" fmla="*/ 41490 h 2175090"/>
                <a:gd name="connsiteX6" fmla="*/ 1937445 w 2661345"/>
                <a:gd name="connsiteY6" fmla="*/ 813015 h 2175090"/>
                <a:gd name="connsiteX7" fmla="*/ 1270695 w 2661345"/>
                <a:gd name="connsiteY7" fmla="*/ 622515 h 2175090"/>
                <a:gd name="connsiteX8" fmla="*/ 232470 w 2661345"/>
                <a:gd name="connsiteY8" fmla="*/ 155790 h 2175090"/>
                <a:gd name="connsiteX0" fmla="*/ 232470 w 2709520"/>
                <a:gd name="connsiteY0" fmla="*/ 155790 h 2175090"/>
                <a:gd name="connsiteX1" fmla="*/ 137220 w 2709520"/>
                <a:gd name="connsiteY1" fmla="*/ 2175090 h 2175090"/>
                <a:gd name="connsiteX2" fmla="*/ 1823145 w 2709520"/>
                <a:gd name="connsiteY2" fmla="*/ 2175090 h 2175090"/>
                <a:gd name="connsiteX3" fmla="*/ 1842195 w 2709520"/>
                <a:gd name="connsiteY3" fmla="*/ 1670265 h 2175090"/>
                <a:gd name="connsiteX4" fmla="*/ 2661345 w 2709520"/>
                <a:gd name="connsiteY4" fmla="*/ 117690 h 2175090"/>
                <a:gd name="connsiteX5" fmla="*/ 1908870 w 2709520"/>
                <a:gd name="connsiteY5" fmla="*/ 41490 h 2175090"/>
                <a:gd name="connsiteX6" fmla="*/ 1937445 w 2709520"/>
                <a:gd name="connsiteY6" fmla="*/ 813015 h 2175090"/>
                <a:gd name="connsiteX7" fmla="*/ 1270695 w 2709520"/>
                <a:gd name="connsiteY7" fmla="*/ 622515 h 2175090"/>
                <a:gd name="connsiteX8" fmla="*/ 232470 w 2709520"/>
                <a:gd name="connsiteY8" fmla="*/ 155790 h 2175090"/>
                <a:gd name="connsiteX0" fmla="*/ 232470 w 2725405"/>
                <a:gd name="connsiteY0" fmla="*/ 155790 h 2175090"/>
                <a:gd name="connsiteX1" fmla="*/ 137220 w 2725405"/>
                <a:gd name="connsiteY1" fmla="*/ 2175090 h 2175090"/>
                <a:gd name="connsiteX2" fmla="*/ 1823145 w 2725405"/>
                <a:gd name="connsiteY2" fmla="*/ 2175090 h 2175090"/>
                <a:gd name="connsiteX3" fmla="*/ 1842195 w 2725405"/>
                <a:gd name="connsiteY3" fmla="*/ 1670265 h 2175090"/>
                <a:gd name="connsiteX4" fmla="*/ 2661345 w 2725405"/>
                <a:gd name="connsiteY4" fmla="*/ 117690 h 2175090"/>
                <a:gd name="connsiteX5" fmla="*/ 1908870 w 2725405"/>
                <a:gd name="connsiteY5" fmla="*/ 41490 h 2175090"/>
                <a:gd name="connsiteX6" fmla="*/ 1937445 w 2725405"/>
                <a:gd name="connsiteY6" fmla="*/ 813015 h 2175090"/>
                <a:gd name="connsiteX7" fmla="*/ 1270695 w 2725405"/>
                <a:gd name="connsiteY7" fmla="*/ 622515 h 2175090"/>
                <a:gd name="connsiteX8" fmla="*/ 232470 w 2725405"/>
                <a:gd name="connsiteY8" fmla="*/ 155790 h 2175090"/>
                <a:gd name="connsiteX0" fmla="*/ 232470 w 2760521"/>
                <a:gd name="connsiteY0" fmla="*/ 155790 h 2175090"/>
                <a:gd name="connsiteX1" fmla="*/ 137220 w 2760521"/>
                <a:gd name="connsiteY1" fmla="*/ 2175090 h 2175090"/>
                <a:gd name="connsiteX2" fmla="*/ 1823145 w 2760521"/>
                <a:gd name="connsiteY2" fmla="*/ 2175090 h 2175090"/>
                <a:gd name="connsiteX3" fmla="*/ 1842195 w 2760521"/>
                <a:gd name="connsiteY3" fmla="*/ 1670265 h 2175090"/>
                <a:gd name="connsiteX4" fmla="*/ 2699445 w 2760521"/>
                <a:gd name="connsiteY4" fmla="*/ 117690 h 2175090"/>
                <a:gd name="connsiteX5" fmla="*/ 1908870 w 2760521"/>
                <a:gd name="connsiteY5" fmla="*/ 41490 h 2175090"/>
                <a:gd name="connsiteX6" fmla="*/ 1937445 w 2760521"/>
                <a:gd name="connsiteY6" fmla="*/ 813015 h 2175090"/>
                <a:gd name="connsiteX7" fmla="*/ 1270695 w 2760521"/>
                <a:gd name="connsiteY7" fmla="*/ 622515 h 2175090"/>
                <a:gd name="connsiteX8" fmla="*/ 232470 w 2760521"/>
                <a:gd name="connsiteY8" fmla="*/ 155790 h 2175090"/>
                <a:gd name="connsiteX0" fmla="*/ 232470 w 2757220"/>
                <a:gd name="connsiteY0" fmla="*/ 155790 h 2175090"/>
                <a:gd name="connsiteX1" fmla="*/ 137220 w 2757220"/>
                <a:gd name="connsiteY1" fmla="*/ 2175090 h 2175090"/>
                <a:gd name="connsiteX2" fmla="*/ 1823145 w 2757220"/>
                <a:gd name="connsiteY2" fmla="*/ 2175090 h 2175090"/>
                <a:gd name="connsiteX3" fmla="*/ 1842195 w 2757220"/>
                <a:gd name="connsiteY3" fmla="*/ 1670265 h 2175090"/>
                <a:gd name="connsiteX4" fmla="*/ 2699445 w 2757220"/>
                <a:gd name="connsiteY4" fmla="*/ 117690 h 2175090"/>
                <a:gd name="connsiteX5" fmla="*/ 1908870 w 2757220"/>
                <a:gd name="connsiteY5" fmla="*/ 41490 h 2175090"/>
                <a:gd name="connsiteX6" fmla="*/ 1937445 w 2757220"/>
                <a:gd name="connsiteY6" fmla="*/ 813015 h 2175090"/>
                <a:gd name="connsiteX7" fmla="*/ 1270695 w 2757220"/>
                <a:gd name="connsiteY7" fmla="*/ 622515 h 2175090"/>
                <a:gd name="connsiteX8" fmla="*/ 232470 w 2757220"/>
                <a:gd name="connsiteY8" fmla="*/ 155790 h 2175090"/>
                <a:gd name="connsiteX0" fmla="*/ 232470 w 2741311"/>
                <a:gd name="connsiteY0" fmla="*/ 155790 h 2175090"/>
                <a:gd name="connsiteX1" fmla="*/ 137220 w 2741311"/>
                <a:gd name="connsiteY1" fmla="*/ 2175090 h 2175090"/>
                <a:gd name="connsiteX2" fmla="*/ 1823145 w 2741311"/>
                <a:gd name="connsiteY2" fmla="*/ 2175090 h 2175090"/>
                <a:gd name="connsiteX3" fmla="*/ 1842195 w 2741311"/>
                <a:gd name="connsiteY3" fmla="*/ 1670265 h 2175090"/>
                <a:gd name="connsiteX4" fmla="*/ 2699445 w 2741311"/>
                <a:gd name="connsiteY4" fmla="*/ 117690 h 2175090"/>
                <a:gd name="connsiteX5" fmla="*/ 1908870 w 2741311"/>
                <a:gd name="connsiteY5" fmla="*/ 41490 h 2175090"/>
                <a:gd name="connsiteX6" fmla="*/ 1937445 w 2741311"/>
                <a:gd name="connsiteY6" fmla="*/ 813015 h 2175090"/>
                <a:gd name="connsiteX7" fmla="*/ 1270695 w 2741311"/>
                <a:gd name="connsiteY7" fmla="*/ 622515 h 2175090"/>
                <a:gd name="connsiteX8" fmla="*/ 232470 w 2741311"/>
                <a:gd name="connsiteY8" fmla="*/ 155790 h 2175090"/>
                <a:gd name="connsiteX0" fmla="*/ 232470 w 2741311"/>
                <a:gd name="connsiteY0" fmla="*/ 155790 h 2175090"/>
                <a:gd name="connsiteX1" fmla="*/ 137220 w 2741311"/>
                <a:gd name="connsiteY1" fmla="*/ 2175090 h 2175090"/>
                <a:gd name="connsiteX2" fmla="*/ 1823145 w 2741311"/>
                <a:gd name="connsiteY2" fmla="*/ 2175090 h 2175090"/>
                <a:gd name="connsiteX3" fmla="*/ 1842195 w 2741311"/>
                <a:gd name="connsiteY3" fmla="*/ 1670265 h 2175090"/>
                <a:gd name="connsiteX4" fmla="*/ 2699445 w 2741311"/>
                <a:gd name="connsiteY4" fmla="*/ 117690 h 2175090"/>
                <a:gd name="connsiteX5" fmla="*/ 1908870 w 2741311"/>
                <a:gd name="connsiteY5" fmla="*/ 41490 h 2175090"/>
                <a:gd name="connsiteX6" fmla="*/ 1937445 w 2741311"/>
                <a:gd name="connsiteY6" fmla="*/ 813015 h 2175090"/>
                <a:gd name="connsiteX7" fmla="*/ 1270695 w 2741311"/>
                <a:gd name="connsiteY7" fmla="*/ 622515 h 2175090"/>
                <a:gd name="connsiteX8" fmla="*/ 232470 w 2741311"/>
                <a:gd name="connsiteY8" fmla="*/ 155790 h 2175090"/>
                <a:gd name="connsiteX0" fmla="*/ 232470 w 2741311"/>
                <a:gd name="connsiteY0" fmla="*/ 155790 h 2175090"/>
                <a:gd name="connsiteX1" fmla="*/ 137220 w 2741311"/>
                <a:gd name="connsiteY1" fmla="*/ 2175090 h 2175090"/>
                <a:gd name="connsiteX2" fmla="*/ 1823145 w 2741311"/>
                <a:gd name="connsiteY2" fmla="*/ 2175090 h 2175090"/>
                <a:gd name="connsiteX3" fmla="*/ 1842195 w 2741311"/>
                <a:gd name="connsiteY3" fmla="*/ 1670265 h 2175090"/>
                <a:gd name="connsiteX4" fmla="*/ 2699445 w 2741311"/>
                <a:gd name="connsiteY4" fmla="*/ 117690 h 2175090"/>
                <a:gd name="connsiteX5" fmla="*/ 1908870 w 2741311"/>
                <a:gd name="connsiteY5" fmla="*/ 41490 h 2175090"/>
                <a:gd name="connsiteX6" fmla="*/ 1937445 w 2741311"/>
                <a:gd name="connsiteY6" fmla="*/ 813015 h 2175090"/>
                <a:gd name="connsiteX7" fmla="*/ 1270695 w 2741311"/>
                <a:gd name="connsiteY7" fmla="*/ 622515 h 2175090"/>
                <a:gd name="connsiteX8" fmla="*/ 232470 w 2741311"/>
                <a:gd name="connsiteY8" fmla="*/ 155790 h 2175090"/>
                <a:gd name="connsiteX0" fmla="*/ 232470 w 2741311"/>
                <a:gd name="connsiteY0" fmla="*/ 147713 h 2167013"/>
                <a:gd name="connsiteX1" fmla="*/ 137220 w 2741311"/>
                <a:gd name="connsiteY1" fmla="*/ 2167013 h 2167013"/>
                <a:gd name="connsiteX2" fmla="*/ 1823145 w 2741311"/>
                <a:gd name="connsiteY2" fmla="*/ 2167013 h 2167013"/>
                <a:gd name="connsiteX3" fmla="*/ 1842195 w 2741311"/>
                <a:gd name="connsiteY3" fmla="*/ 1662188 h 2167013"/>
                <a:gd name="connsiteX4" fmla="*/ 2699445 w 2741311"/>
                <a:gd name="connsiteY4" fmla="*/ 109613 h 2167013"/>
                <a:gd name="connsiteX5" fmla="*/ 1908870 w 2741311"/>
                <a:gd name="connsiteY5" fmla="*/ 33413 h 2167013"/>
                <a:gd name="connsiteX6" fmla="*/ 1937445 w 2741311"/>
                <a:gd name="connsiteY6" fmla="*/ 804938 h 2167013"/>
                <a:gd name="connsiteX7" fmla="*/ 1270695 w 2741311"/>
                <a:gd name="connsiteY7" fmla="*/ 614438 h 2167013"/>
                <a:gd name="connsiteX8" fmla="*/ 232470 w 2741311"/>
                <a:gd name="connsiteY8" fmla="*/ 147713 h 2167013"/>
                <a:gd name="connsiteX0" fmla="*/ 232470 w 2741311"/>
                <a:gd name="connsiteY0" fmla="*/ 95560 h 2114860"/>
                <a:gd name="connsiteX1" fmla="*/ 137220 w 2741311"/>
                <a:gd name="connsiteY1" fmla="*/ 2114860 h 2114860"/>
                <a:gd name="connsiteX2" fmla="*/ 1823145 w 2741311"/>
                <a:gd name="connsiteY2" fmla="*/ 2114860 h 2114860"/>
                <a:gd name="connsiteX3" fmla="*/ 1842195 w 2741311"/>
                <a:gd name="connsiteY3" fmla="*/ 1610035 h 2114860"/>
                <a:gd name="connsiteX4" fmla="*/ 2699445 w 2741311"/>
                <a:gd name="connsiteY4" fmla="*/ 57460 h 2114860"/>
                <a:gd name="connsiteX5" fmla="*/ 1927920 w 2741311"/>
                <a:gd name="connsiteY5" fmla="*/ 47935 h 2114860"/>
                <a:gd name="connsiteX6" fmla="*/ 1937445 w 2741311"/>
                <a:gd name="connsiteY6" fmla="*/ 752785 h 2114860"/>
                <a:gd name="connsiteX7" fmla="*/ 1270695 w 2741311"/>
                <a:gd name="connsiteY7" fmla="*/ 562285 h 2114860"/>
                <a:gd name="connsiteX8" fmla="*/ 232470 w 2741311"/>
                <a:gd name="connsiteY8" fmla="*/ 95560 h 2114860"/>
                <a:gd name="connsiteX0" fmla="*/ 232470 w 2741311"/>
                <a:gd name="connsiteY0" fmla="*/ 189280 h 2208580"/>
                <a:gd name="connsiteX1" fmla="*/ 137220 w 2741311"/>
                <a:gd name="connsiteY1" fmla="*/ 2208580 h 2208580"/>
                <a:gd name="connsiteX2" fmla="*/ 1823145 w 2741311"/>
                <a:gd name="connsiteY2" fmla="*/ 2208580 h 2208580"/>
                <a:gd name="connsiteX3" fmla="*/ 1842195 w 2741311"/>
                <a:gd name="connsiteY3" fmla="*/ 1703755 h 2208580"/>
                <a:gd name="connsiteX4" fmla="*/ 2699445 w 2741311"/>
                <a:gd name="connsiteY4" fmla="*/ 151180 h 2208580"/>
                <a:gd name="connsiteX5" fmla="*/ 1908870 w 2741311"/>
                <a:gd name="connsiteY5" fmla="*/ 27355 h 2208580"/>
                <a:gd name="connsiteX6" fmla="*/ 1937445 w 2741311"/>
                <a:gd name="connsiteY6" fmla="*/ 846505 h 2208580"/>
                <a:gd name="connsiteX7" fmla="*/ 1270695 w 2741311"/>
                <a:gd name="connsiteY7" fmla="*/ 656005 h 2208580"/>
                <a:gd name="connsiteX8" fmla="*/ 232470 w 2741311"/>
                <a:gd name="connsiteY8" fmla="*/ 189280 h 2208580"/>
                <a:gd name="connsiteX0" fmla="*/ 232470 w 2741311"/>
                <a:gd name="connsiteY0" fmla="*/ 213274 h 2232574"/>
                <a:gd name="connsiteX1" fmla="*/ 137220 w 2741311"/>
                <a:gd name="connsiteY1" fmla="*/ 2232574 h 2232574"/>
                <a:gd name="connsiteX2" fmla="*/ 1823145 w 2741311"/>
                <a:gd name="connsiteY2" fmla="*/ 2232574 h 2232574"/>
                <a:gd name="connsiteX3" fmla="*/ 1842195 w 2741311"/>
                <a:gd name="connsiteY3" fmla="*/ 1727749 h 2232574"/>
                <a:gd name="connsiteX4" fmla="*/ 2699445 w 2741311"/>
                <a:gd name="connsiteY4" fmla="*/ 175174 h 2232574"/>
                <a:gd name="connsiteX5" fmla="*/ 2127946 w 2741311"/>
                <a:gd name="connsiteY5" fmla="*/ 127549 h 2232574"/>
                <a:gd name="connsiteX6" fmla="*/ 1908870 w 2741311"/>
                <a:gd name="connsiteY6" fmla="*/ 51349 h 2232574"/>
                <a:gd name="connsiteX7" fmla="*/ 1937445 w 2741311"/>
                <a:gd name="connsiteY7" fmla="*/ 870499 h 2232574"/>
                <a:gd name="connsiteX8" fmla="*/ 1270695 w 2741311"/>
                <a:gd name="connsiteY8" fmla="*/ 679999 h 2232574"/>
                <a:gd name="connsiteX9" fmla="*/ 232470 w 2741311"/>
                <a:gd name="connsiteY9" fmla="*/ 213274 h 2232574"/>
                <a:gd name="connsiteX0" fmla="*/ 232470 w 2741311"/>
                <a:gd name="connsiteY0" fmla="*/ 214182 h 2233482"/>
                <a:gd name="connsiteX1" fmla="*/ 137220 w 2741311"/>
                <a:gd name="connsiteY1" fmla="*/ 2233482 h 2233482"/>
                <a:gd name="connsiteX2" fmla="*/ 1823145 w 2741311"/>
                <a:gd name="connsiteY2" fmla="*/ 2233482 h 2233482"/>
                <a:gd name="connsiteX3" fmla="*/ 1842195 w 2741311"/>
                <a:gd name="connsiteY3" fmla="*/ 1728657 h 2233482"/>
                <a:gd name="connsiteX4" fmla="*/ 2699445 w 2741311"/>
                <a:gd name="connsiteY4" fmla="*/ 176082 h 2233482"/>
                <a:gd name="connsiteX5" fmla="*/ 2048663 w 2741311"/>
                <a:gd name="connsiteY5" fmla="*/ 123172 h 2233482"/>
                <a:gd name="connsiteX6" fmla="*/ 1908870 w 2741311"/>
                <a:gd name="connsiteY6" fmla="*/ 52257 h 2233482"/>
                <a:gd name="connsiteX7" fmla="*/ 1937445 w 2741311"/>
                <a:gd name="connsiteY7" fmla="*/ 871407 h 2233482"/>
                <a:gd name="connsiteX8" fmla="*/ 1270695 w 2741311"/>
                <a:gd name="connsiteY8" fmla="*/ 680907 h 2233482"/>
                <a:gd name="connsiteX9" fmla="*/ 232470 w 2741311"/>
                <a:gd name="connsiteY9" fmla="*/ 214182 h 2233482"/>
                <a:gd name="connsiteX0" fmla="*/ 232470 w 2741311"/>
                <a:gd name="connsiteY0" fmla="*/ 228069 h 2247369"/>
                <a:gd name="connsiteX1" fmla="*/ 137220 w 2741311"/>
                <a:gd name="connsiteY1" fmla="*/ 2247369 h 2247369"/>
                <a:gd name="connsiteX2" fmla="*/ 1823145 w 2741311"/>
                <a:gd name="connsiteY2" fmla="*/ 2247369 h 2247369"/>
                <a:gd name="connsiteX3" fmla="*/ 1842195 w 2741311"/>
                <a:gd name="connsiteY3" fmla="*/ 1742544 h 2247369"/>
                <a:gd name="connsiteX4" fmla="*/ 2699445 w 2741311"/>
                <a:gd name="connsiteY4" fmla="*/ 189969 h 2247369"/>
                <a:gd name="connsiteX5" fmla="*/ 2048663 w 2741311"/>
                <a:gd name="connsiteY5" fmla="*/ 137059 h 2247369"/>
                <a:gd name="connsiteX6" fmla="*/ 1908870 w 2741311"/>
                <a:gd name="connsiteY6" fmla="*/ 66144 h 2247369"/>
                <a:gd name="connsiteX7" fmla="*/ 1937445 w 2741311"/>
                <a:gd name="connsiteY7" fmla="*/ 885294 h 2247369"/>
                <a:gd name="connsiteX8" fmla="*/ 1270695 w 2741311"/>
                <a:gd name="connsiteY8" fmla="*/ 694794 h 2247369"/>
                <a:gd name="connsiteX9" fmla="*/ 232470 w 2741311"/>
                <a:gd name="connsiteY9" fmla="*/ 228069 h 2247369"/>
                <a:gd name="connsiteX0" fmla="*/ 232470 w 2741311"/>
                <a:gd name="connsiteY0" fmla="*/ 175032 h 2194332"/>
                <a:gd name="connsiteX1" fmla="*/ 137220 w 2741311"/>
                <a:gd name="connsiteY1" fmla="*/ 2194332 h 2194332"/>
                <a:gd name="connsiteX2" fmla="*/ 1823145 w 2741311"/>
                <a:gd name="connsiteY2" fmla="*/ 2194332 h 2194332"/>
                <a:gd name="connsiteX3" fmla="*/ 1842195 w 2741311"/>
                <a:gd name="connsiteY3" fmla="*/ 1689507 h 2194332"/>
                <a:gd name="connsiteX4" fmla="*/ 2699445 w 2741311"/>
                <a:gd name="connsiteY4" fmla="*/ 136932 h 2194332"/>
                <a:gd name="connsiteX5" fmla="*/ 2048663 w 2741311"/>
                <a:gd name="connsiteY5" fmla="*/ 84022 h 2194332"/>
                <a:gd name="connsiteX6" fmla="*/ 1908870 w 2741311"/>
                <a:gd name="connsiteY6" fmla="*/ 13107 h 2194332"/>
                <a:gd name="connsiteX7" fmla="*/ 1937445 w 2741311"/>
                <a:gd name="connsiteY7" fmla="*/ 832257 h 2194332"/>
                <a:gd name="connsiteX8" fmla="*/ 1270695 w 2741311"/>
                <a:gd name="connsiteY8" fmla="*/ 641757 h 2194332"/>
                <a:gd name="connsiteX9" fmla="*/ 232470 w 2741311"/>
                <a:gd name="connsiteY9" fmla="*/ 175032 h 2194332"/>
                <a:gd name="connsiteX0" fmla="*/ 232470 w 2741311"/>
                <a:gd name="connsiteY0" fmla="*/ 175032 h 2194332"/>
                <a:gd name="connsiteX1" fmla="*/ 137220 w 2741311"/>
                <a:gd name="connsiteY1" fmla="*/ 2194332 h 2194332"/>
                <a:gd name="connsiteX2" fmla="*/ 1823145 w 2741311"/>
                <a:gd name="connsiteY2" fmla="*/ 2194332 h 2194332"/>
                <a:gd name="connsiteX3" fmla="*/ 1842195 w 2741311"/>
                <a:gd name="connsiteY3" fmla="*/ 1689507 h 2194332"/>
                <a:gd name="connsiteX4" fmla="*/ 2699445 w 2741311"/>
                <a:gd name="connsiteY4" fmla="*/ 136932 h 2194332"/>
                <a:gd name="connsiteX5" fmla="*/ 2048663 w 2741311"/>
                <a:gd name="connsiteY5" fmla="*/ 84022 h 2194332"/>
                <a:gd name="connsiteX6" fmla="*/ 1908870 w 2741311"/>
                <a:gd name="connsiteY6" fmla="*/ 13107 h 2194332"/>
                <a:gd name="connsiteX7" fmla="*/ 1937445 w 2741311"/>
                <a:gd name="connsiteY7" fmla="*/ 832257 h 2194332"/>
                <a:gd name="connsiteX8" fmla="*/ 1270695 w 2741311"/>
                <a:gd name="connsiteY8" fmla="*/ 641757 h 2194332"/>
                <a:gd name="connsiteX9" fmla="*/ 232470 w 2741311"/>
                <a:gd name="connsiteY9" fmla="*/ 175032 h 2194332"/>
                <a:gd name="connsiteX0" fmla="*/ 232470 w 2741311"/>
                <a:gd name="connsiteY0" fmla="*/ 232422 h 2251722"/>
                <a:gd name="connsiteX1" fmla="*/ 137220 w 2741311"/>
                <a:gd name="connsiteY1" fmla="*/ 2251722 h 2251722"/>
                <a:gd name="connsiteX2" fmla="*/ 1823145 w 2741311"/>
                <a:gd name="connsiteY2" fmla="*/ 2251722 h 2251722"/>
                <a:gd name="connsiteX3" fmla="*/ 1842195 w 2741311"/>
                <a:gd name="connsiteY3" fmla="*/ 1746897 h 2251722"/>
                <a:gd name="connsiteX4" fmla="*/ 2699445 w 2741311"/>
                <a:gd name="connsiteY4" fmla="*/ 194322 h 2251722"/>
                <a:gd name="connsiteX5" fmla="*/ 2048663 w 2741311"/>
                <a:gd name="connsiteY5" fmla="*/ 141412 h 2251722"/>
                <a:gd name="connsiteX6" fmla="*/ 2040679 w 2741311"/>
                <a:gd name="connsiteY6" fmla="*/ 48749 h 2251722"/>
                <a:gd name="connsiteX7" fmla="*/ 1908870 w 2741311"/>
                <a:gd name="connsiteY7" fmla="*/ 70497 h 2251722"/>
                <a:gd name="connsiteX8" fmla="*/ 1937445 w 2741311"/>
                <a:gd name="connsiteY8" fmla="*/ 889647 h 2251722"/>
                <a:gd name="connsiteX9" fmla="*/ 1270695 w 2741311"/>
                <a:gd name="connsiteY9" fmla="*/ 699147 h 2251722"/>
                <a:gd name="connsiteX10" fmla="*/ 232470 w 2741311"/>
                <a:gd name="connsiteY10" fmla="*/ 232422 h 2251722"/>
                <a:gd name="connsiteX0" fmla="*/ 232470 w 2741311"/>
                <a:gd name="connsiteY0" fmla="*/ 232422 h 2251722"/>
                <a:gd name="connsiteX1" fmla="*/ 137220 w 2741311"/>
                <a:gd name="connsiteY1" fmla="*/ 2251722 h 2251722"/>
                <a:gd name="connsiteX2" fmla="*/ 1823145 w 2741311"/>
                <a:gd name="connsiteY2" fmla="*/ 2251722 h 2251722"/>
                <a:gd name="connsiteX3" fmla="*/ 1842195 w 2741311"/>
                <a:gd name="connsiteY3" fmla="*/ 1746897 h 2251722"/>
                <a:gd name="connsiteX4" fmla="*/ 2699445 w 2741311"/>
                <a:gd name="connsiteY4" fmla="*/ 194322 h 2251722"/>
                <a:gd name="connsiteX5" fmla="*/ 2048663 w 2741311"/>
                <a:gd name="connsiteY5" fmla="*/ 141412 h 2251722"/>
                <a:gd name="connsiteX6" fmla="*/ 2040679 w 2741311"/>
                <a:gd name="connsiteY6" fmla="*/ 48749 h 2251722"/>
                <a:gd name="connsiteX7" fmla="*/ 1908870 w 2741311"/>
                <a:gd name="connsiteY7" fmla="*/ 70497 h 2251722"/>
                <a:gd name="connsiteX8" fmla="*/ 1937445 w 2741311"/>
                <a:gd name="connsiteY8" fmla="*/ 889647 h 2251722"/>
                <a:gd name="connsiteX9" fmla="*/ 1270695 w 2741311"/>
                <a:gd name="connsiteY9" fmla="*/ 699147 h 2251722"/>
                <a:gd name="connsiteX10" fmla="*/ 232470 w 2741311"/>
                <a:gd name="connsiteY10" fmla="*/ 232422 h 2251722"/>
                <a:gd name="connsiteX0" fmla="*/ 232470 w 2741311"/>
                <a:gd name="connsiteY0" fmla="*/ 232422 h 2251722"/>
                <a:gd name="connsiteX1" fmla="*/ 137220 w 2741311"/>
                <a:gd name="connsiteY1" fmla="*/ 2251722 h 2251722"/>
                <a:gd name="connsiteX2" fmla="*/ 1823145 w 2741311"/>
                <a:gd name="connsiteY2" fmla="*/ 2251722 h 2251722"/>
                <a:gd name="connsiteX3" fmla="*/ 1842195 w 2741311"/>
                <a:gd name="connsiteY3" fmla="*/ 1746897 h 2251722"/>
                <a:gd name="connsiteX4" fmla="*/ 2699445 w 2741311"/>
                <a:gd name="connsiteY4" fmla="*/ 194322 h 2251722"/>
                <a:gd name="connsiteX5" fmla="*/ 2048663 w 2741311"/>
                <a:gd name="connsiteY5" fmla="*/ 141412 h 2251722"/>
                <a:gd name="connsiteX6" fmla="*/ 2040679 w 2741311"/>
                <a:gd name="connsiteY6" fmla="*/ 48749 h 2251722"/>
                <a:gd name="connsiteX7" fmla="*/ 1908870 w 2741311"/>
                <a:gd name="connsiteY7" fmla="*/ 70497 h 2251722"/>
                <a:gd name="connsiteX8" fmla="*/ 1937445 w 2741311"/>
                <a:gd name="connsiteY8" fmla="*/ 889647 h 2251722"/>
                <a:gd name="connsiteX9" fmla="*/ 1270695 w 2741311"/>
                <a:gd name="connsiteY9" fmla="*/ 699147 h 2251722"/>
                <a:gd name="connsiteX10" fmla="*/ 232470 w 2741311"/>
                <a:gd name="connsiteY10" fmla="*/ 232422 h 2251722"/>
                <a:gd name="connsiteX0" fmla="*/ 232470 w 2741311"/>
                <a:gd name="connsiteY0" fmla="*/ 188264 h 2207564"/>
                <a:gd name="connsiteX1" fmla="*/ 137220 w 2741311"/>
                <a:gd name="connsiteY1" fmla="*/ 2207564 h 2207564"/>
                <a:gd name="connsiteX2" fmla="*/ 1823145 w 2741311"/>
                <a:gd name="connsiteY2" fmla="*/ 2207564 h 2207564"/>
                <a:gd name="connsiteX3" fmla="*/ 1842195 w 2741311"/>
                <a:gd name="connsiteY3" fmla="*/ 1702739 h 2207564"/>
                <a:gd name="connsiteX4" fmla="*/ 2699445 w 2741311"/>
                <a:gd name="connsiteY4" fmla="*/ 150164 h 2207564"/>
                <a:gd name="connsiteX5" fmla="*/ 2048663 w 2741311"/>
                <a:gd name="connsiteY5" fmla="*/ 97254 h 2207564"/>
                <a:gd name="connsiteX6" fmla="*/ 2040679 w 2741311"/>
                <a:gd name="connsiteY6" fmla="*/ 4591 h 2207564"/>
                <a:gd name="connsiteX7" fmla="*/ 1908870 w 2741311"/>
                <a:gd name="connsiteY7" fmla="*/ 26339 h 2207564"/>
                <a:gd name="connsiteX8" fmla="*/ 1937445 w 2741311"/>
                <a:gd name="connsiteY8" fmla="*/ 845489 h 2207564"/>
                <a:gd name="connsiteX9" fmla="*/ 1270695 w 2741311"/>
                <a:gd name="connsiteY9" fmla="*/ 654989 h 2207564"/>
                <a:gd name="connsiteX10" fmla="*/ 232470 w 2741311"/>
                <a:gd name="connsiteY10" fmla="*/ 188264 h 2207564"/>
                <a:gd name="connsiteX0" fmla="*/ 232470 w 2741311"/>
                <a:gd name="connsiteY0" fmla="*/ 183976 h 2203276"/>
                <a:gd name="connsiteX1" fmla="*/ 137220 w 2741311"/>
                <a:gd name="connsiteY1" fmla="*/ 2203276 h 2203276"/>
                <a:gd name="connsiteX2" fmla="*/ 1823145 w 2741311"/>
                <a:gd name="connsiteY2" fmla="*/ 2203276 h 2203276"/>
                <a:gd name="connsiteX3" fmla="*/ 1842195 w 2741311"/>
                <a:gd name="connsiteY3" fmla="*/ 1698451 h 2203276"/>
                <a:gd name="connsiteX4" fmla="*/ 2699445 w 2741311"/>
                <a:gd name="connsiteY4" fmla="*/ 145876 h 2203276"/>
                <a:gd name="connsiteX5" fmla="*/ 2048663 w 2741311"/>
                <a:gd name="connsiteY5" fmla="*/ 92966 h 2203276"/>
                <a:gd name="connsiteX6" fmla="*/ 2040679 w 2741311"/>
                <a:gd name="connsiteY6" fmla="*/ 303 h 2203276"/>
                <a:gd name="connsiteX7" fmla="*/ 1908870 w 2741311"/>
                <a:gd name="connsiteY7" fmla="*/ 22051 h 2203276"/>
                <a:gd name="connsiteX8" fmla="*/ 1937445 w 2741311"/>
                <a:gd name="connsiteY8" fmla="*/ 841201 h 2203276"/>
                <a:gd name="connsiteX9" fmla="*/ 1270695 w 2741311"/>
                <a:gd name="connsiteY9" fmla="*/ 650701 h 2203276"/>
                <a:gd name="connsiteX10" fmla="*/ 232470 w 2741311"/>
                <a:gd name="connsiteY10" fmla="*/ 183976 h 2203276"/>
                <a:gd name="connsiteX0" fmla="*/ 232470 w 2741311"/>
                <a:gd name="connsiteY0" fmla="*/ 183976 h 2203276"/>
                <a:gd name="connsiteX1" fmla="*/ 137220 w 2741311"/>
                <a:gd name="connsiteY1" fmla="*/ 2203276 h 2203276"/>
                <a:gd name="connsiteX2" fmla="*/ 1823145 w 2741311"/>
                <a:gd name="connsiteY2" fmla="*/ 2203276 h 2203276"/>
                <a:gd name="connsiteX3" fmla="*/ 1842195 w 2741311"/>
                <a:gd name="connsiteY3" fmla="*/ 1698451 h 2203276"/>
                <a:gd name="connsiteX4" fmla="*/ 2699445 w 2741311"/>
                <a:gd name="connsiteY4" fmla="*/ 145876 h 2203276"/>
                <a:gd name="connsiteX5" fmla="*/ 2048663 w 2741311"/>
                <a:gd name="connsiteY5" fmla="*/ 92966 h 2203276"/>
                <a:gd name="connsiteX6" fmla="*/ 2040679 w 2741311"/>
                <a:gd name="connsiteY6" fmla="*/ 303 h 2203276"/>
                <a:gd name="connsiteX7" fmla="*/ 1908870 w 2741311"/>
                <a:gd name="connsiteY7" fmla="*/ 22051 h 2203276"/>
                <a:gd name="connsiteX8" fmla="*/ 1937445 w 2741311"/>
                <a:gd name="connsiteY8" fmla="*/ 841201 h 2203276"/>
                <a:gd name="connsiteX9" fmla="*/ 1270695 w 2741311"/>
                <a:gd name="connsiteY9" fmla="*/ 650701 h 2203276"/>
                <a:gd name="connsiteX10" fmla="*/ 232470 w 2741311"/>
                <a:gd name="connsiteY10" fmla="*/ 183976 h 2203276"/>
                <a:gd name="connsiteX0" fmla="*/ 232470 w 2662372"/>
                <a:gd name="connsiteY0" fmla="*/ 183976 h 2203276"/>
                <a:gd name="connsiteX1" fmla="*/ 137220 w 2662372"/>
                <a:gd name="connsiteY1" fmla="*/ 2203276 h 2203276"/>
                <a:gd name="connsiteX2" fmla="*/ 1823145 w 2662372"/>
                <a:gd name="connsiteY2" fmla="*/ 2203276 h 2203276"/>
                <a:gd name="connsiteX3" fmla="*/ 1842195 w 2662372"/>
                <a:gd name="connsiteY3" fmla="*/ 1698451 h 2203276"/>
                <a:gd name="connsiteX4" fmla="*/ 2614876 w 2662372"/>
                <a:gd name="connsiteY4" fmla="*/ 119448 h 2203276"/>
                <a:gd name="connsiteX5" fmla="*/ 2048663 w 2662372"/>
                <a:gd name="connsiteY5" fmla="*/ 92966 h 2203276"/>
                <a:gd name="connsiteX6" fmla="*/ 2040679 w 2662372"/>
                <a:gd name="connsiteY6" fmla="*/ 303 h 2203276"/>
                <a:gd name="connsiteX7" fmla="*/ 1908870 w 2662372"/>
                <a:gd name="connsiteY7" fmla="*/ 22051 h 2203276"/>
                <a:gd name="connsiteX8" fmla="*/ 1937445 w 2662372"/>
                <a:gd name="connsiteY8" fmla="*/ 841201 h 2203276"/>
                <a:gd name="connsiteX9" fmla="*/ 1270695 w 2662372"/>
                <a:gd name="connsiteY9" fmla="*/ 650701 h 2203276"/>
                <a:gd name="connsiteX10" fmla="*/ 232470 w 2662372"/>
                <a:gd name="connsiteY10" fmla="*/ 183976 h 2203276"/>
                <a:gd name="connsiteX0" fmla="*/ 232470 w 2662372"/>
                <a:gd name="connsiteY0" fmla="*/ 183976 h 2203276"/>
                <a:gd name="connsiteX1" fmla="*/ 137220 w 2662372"/>
                <a:gd name="connsiteY1" fmla="*/ 2203276 h 2203276"/>
                <a:gd name="connsiteX2" fmla="*/ 1823145 w 2662372"/>
                <a:gd name="connsiteY2" fmla="*/ 2203276 h 2203276"/>
                <a:gd name="connsiteX3" fmla="*/ 1842195 w 2662372"/>
                <a:gd name="connsiteY3" fmla="*/ 1698451 h 2203276"/>
                <a:gd name="connsiteX4" fmla="*/ 2614876 w 2662372"/>
                <a:gd name="connsiteY4" fmla="*/ 119448 h 2203276"/>
                <a:gd name="connsiteX5" fmla="*/ 2048663 w 2662372"/>
                <a:gd name="connsiteY5" fmla="*/ 92966 h 2203276"/>
                <a:gd name="connsiteX6" fmla="*/ 2040679 w 2662372"/>
                <a:gd name="connsiteY6" fmla="*/ 303 h 2203276"/>
                <a:gd name="connsiteX7" fmla="*/ 1908870 w 2662372"/>
                <a:gd name="connsiteY7" fmla="*/ 22051 h 2203276"/>
                <a:gd name="connsiteX8" fmla="*/ 1937445 w 2662372"/>
                <a:gd name="connsiteY8" fmla="*/ 841201 h 2203276"/>
                <a:gd name="connsiteX9" fmla="*/ 1270695 w 2662372"/>
                <a:gd name="connsiteY9" fmla="*/ 650701 h 2203276"/>
                <a:gd name="connsiteX10" fmla="*/ 232470 w 2662372"/>
                <a:gd name="connsiteY10" fmla="*/ 183976 h 2203276"/>
                <a:gd name="connsiteX0" fmla="*/ 232470 w 2664220"/>
                <a:gd name="connsiteY0" fmla="*/ 183976 h 2203276"/>
                <a:gd name="connsiteX1" fmla="*/ 137220 w 2664220"/>
                <a:gd name="connsiteY1" fmla="*/ 2203276 h 2203276"/>
                <a:gd name="connsiteX2" fmla="*/ 1823145 w 2664220"/>
                <a:gd name="connsiteY2" fmla="*/ 2203276 h 2203276"/>
                <a:gd name="connsiteX3" fmla="*/ 1842195 w 2664220"/>
                <a:gd name="connsiteY3" fmla="*/ 1698451 h 2203276"/>
                <a:gd name="connsiteX4" fmla="*/ 2614876 w 2664220"/>
                <a:gd name="connsiteY4" fmla="*/ 119448 h 2203276"/>
                <a:gd name="connsiteX5" fmla="*/ 2048663 w 2664220"/>
                <a:gd name="connsiteY5" fmla="*/ 92966 h 2203276"/>
                <a:gd name="connsiteX6" fmla="*/ 2040679 w 2664220"/>
                <a:gd name="connsiteY6" fmla="*/ 303 h 2203276"/>
                <a:gd name="connsiteX7" fmla="*/ 1908870 w 2664220"/>
                <a:gd name="connsiteY7" fmla="*/ 22051 h 2203276"/>
                <a:gd name="connsiteX8" fmla="*/ 1937445 w 2664220"/>
                <a:gd name="connsiteY8" fmla="*/ 841201 h 2203276"/>
                <a:gd name="connsiteX9" fmla="*/ 1270695 w 2664220"/>
                <a:gd name="connsiteY9" fmla="*/ 650701 h 2203276"/>
                <a:gd name="connsiteX10" fmla="*/ 232470 w 2664220"/>
                <a:gd name="connsiteY10" fmla="*/ 183976 h 2203276"/>
                <a:gd name="connsiteX0" fmla="*/ 232470 w 2695242"/>
                <a:gd name="connsiteY0" fmla="*/ 183976 h 2203276"/>
                <a:gd name="connsiteX1" fmla="*/ 137220 w 2695242"/>
                <a:gd name="connsiteY1" fmla="*/ 2203276 h 2203276"/>
                <a:gd name="connsiteX2" fmla="*/ 1823145 w 2695242"/>
                <a:gd name="connsiteY2" fmla="*/ 2203276 h 2203276"/>
                <a:gd name="connsiteX3" fmla="*/ 1842195 w 2695242"/>
                <a:gd name="connsiteY3" fmla="*/ 1698451 h 2203276"/>
                <a:gd name="connsiteX4" fmla="*/ 2614876 w 2695242"/>
                <a:gd name="connsiteY4" fmla="*/ 119448 h 2203276"/>
                <a:gd name="connsiteX5" fmla="*/ 2048663 w 2695242"/>
                <a:gd name="connsiteY5" fmla="*/ 92966 h 2203276"/>
                <a:gd name="connsiteX6" fmla="*/ 2040679 w 2695242"/>
                <a:gd name="connsiteY6" fmla="*/ 303 h 2203276"/>
                <a:gd name="connsiteX7" fmla="*/ 1908870 w 2695242"/>
                <a:gd name="connsiteY7" fmla="*/ 22051 h 2203276"/>
                <a:gd name="connsiteX8" fmla="*/ 1937445 w 2695242"/>
                <a:gd name="connsiteY8" fmla="*/ 841201 h 2203276"/>
                <a:gd name="connsiteX9" fmla="*/ 1270695 w 2695242"/>
                <a:gd name="connsiteY9" fmla="*/ 650701 h 2203276"/>
                <a:gd name="connsiteX10" fmla="*/ 232470 w 2695242"/>
                <a:gd name="connsiteY10"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37445 w 2718665"/>
                <a:gd name="connsiteY8" fmla="*/ 841201 h 2203276"/>
                <a:gd name="connsiteX9" fmla="*/ 1270695 w 2718665"/>
                <a:gd name="connsiteY9" fmla="*/ 650701 h 2203276"/>
                <a:gd name="connsiteX10" fmla="*/ 232470 w 2718665"/>
                <a:gd name="connsiteY10"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37445 w 2718665"/>
                <a:gd name="connsiteY8" fmla="*/ 841201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37445 w 2718665"/>
                <a:gd name="connsiteY8" fmla="*/ 841201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37445 w 2718665"/>
                <a:gd name="connsiteY8" fmla="*/ 820059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10848 w 2718665"/>
                <a:gd name="connsiteY9" fmla="*/ 513001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10848 w 2718665"/>
                <a:gd name="connsiteY9" fmla="*/ 513001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10848 w 2718665"/>
                <a:gd name="connsiteY9" fmla="*/ 513001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10848 w 2718665"/>
                <a:gd name="connsiteY9" fmla="*/ 513001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64991 w 2718665"/>
                <a:gd name="connsiteY5" fmla="*/ 98409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64991 w 2718665"/>
                <a:gd name="connsiteY5" fmla="*/ 98409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64991 w 2718665"/>
                <a:gd name="connsiteY5" fmla="*/ 98409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70027"/>
                <a:gd name="connsiteY0" fmla="*/ 183976 h 2203276"/>
                <a:gd name="connsiteX1" fmla="*/ 137220 w 2770027"/>
                <a:gd name="connsiteY1" fmla="*/ 2203276 h 2203276"/>
                <a:gd name="connsiteX2" fmla="*/ 1823145 w 2770027"/>
                <a:gd name="connsiteY2" fmla="*/ 2203276 h 2203276"/>
                <a:gd name="connsiteX3" fmla="*/ 1842195 w 2770027"/>
                <a:gd name="connsiteY3" fmla="*/ 1698451 h 2203276"/>
                <a:gd name="connsiteX4" fmla="*/ 2674747 w 2770027"/>
                <a:gd name="connsiteY4" fmla="*/ 130334 h 2203276"/>
                <a:gd name="connsiteX5" fmla="*/ 2064991 w 2770027"/>
                <a:gd name="connsiteY5" fmla="*/ 98409 h 2203276"/>
                <a:gd name="connsiteX6" fmla="*/ 2040679 w 2770027"/>
                <a:gd name="connsiteY6" fmla="*/ 303 h 2203276"/>
                <a:gd name="connsiteX7" fmla="*/ 1908870 w 2770027"/>
                <a:gd name="connsiteY7" fmla="*/ 22051 h 2203276"/>
                <a:gd name="connsiteX8" fmla="*/ 1911018 w 2770027"/>
                <a:gd name="connsiteY8" fmla="*/ 783060 h 2203276"/>
                <a:gd name="connsiteX9" fmla="*/ 1237275 w 2770027"/>
                <a:gd name="connsiteY9" fmla="*/ 497145 h 2203276"/>
                <a:gd name="connsiteX10" fmla="*/ 1122700 w 2770027"/>
                <a:gd name="connsiteY10" fmla="*/ 497420 h 2203276"/>
                <a:gd name="connsiteX11" fmla="*/ 232470 w 2770027"/>
                <a:gd name="connsiteY11" fmla="*/ 183976 h 2203276"/>
                <a:gd name="connsiteX0" fmla="*/ 232470 w 2770027"/>
                <a:gd name="connsiteY0" fmla="*/ 183976 h 2203276"/>
                <a:gd name="connsiteX1" fmla="*/ 137220 w 2770027"/>
                <a:gd name="connsiteY1" fmla="*/ 2203276 h 2203276"/>
                <a:gd name="connsiteX2" fmla="*/ 1823145 w 2770027"/>
                <a:gd name="connsiteY2" fmla="*/ 2203276 h 2203276"/>
                <a:gd name="connsiteX3" fmla="*/ 1842195 w 2770027"/>
                <a:gd name="connsiteY3" fmla="*/ 1698451 h 2203276"/>
                <a:gd name="connsiteX4" fmla="*/ 2674747 w 2770027"/>
                <a:gd name="connsiteY4" fmla="*/ 130334 h 2203276"/>
                <a:gd name="connsiteX5" fmla="*/ 2064991 w 2770027"/>
                <a:gd name="connsiteY5" fmla="*/ 98409 h 2203276"/>
                <a:gd name="connsiteX6" fmla="*/ 2040679 w 2770027"/>
                <a:gd name="connsiteY6" fmla="*/ 303 h 2203276"/>
                <a:gd name="connsiteX7" fmla="*/ 1908870 w 2770027"/>
                <a:gd name="connsiteY7" fmla="*/ 22051 h 2203276"/>
                <a:gd name="connsiteX8" fmla="*/ 1911018 w 2770027"/>
                <a:gd name="connsiteY8" fmla="*/ 783060 h 2203276"/>
                <a:gd name="connsiteX9" fmla="*/ 1237275 w 2770027"/>
                <a:gd name="connsiteY9" fmla="*/ 497145 h 2203276"/>
                <a:gd name="connsiteX10" fmla="*/ 1122700 w 2770027"/>
                <a:gd name="connsiteY10" fmla="*/ 497420 h 2203276"/>
                <a:gd name="connsiteX11" fmla="*/ 232470 w 2770027"/>
                <a:gd name="connsiteY11" fmla="*/ 183976 h 2203276"/>
                <a:gd name="connsiteX0" fmla="*/ 226782 w 2764339"/>
                <a:gd name="connsiteY0" fmla="*/ 183976 h 2400339"/>
                <a:gd name="connsiteX1" fmla="*/ 150300 w 2764339"/>
                <a:gd name="connsiteY1" fmla="*/ 2400339 h 2400339"/>
                <a:gd name="connsiteX2" fmla="*/ 1817457 w 2764339"/>
                <a:gd name="connsiteY2" fmla="*/ 2203276 h 2400339"/>
                <a:gd name="connsiteX3" fmla="*/ 1836507 w 2764339"/>
                <a:gd name="connsiteY3" fmla="*/ 1698451 h 2400339"/>
                <a:gd name="connsiteX4" fmla="*/ 2669059 w 2764339"/>
                <a:gd name="connsiteY4" fmla="*/ 130334 h 2400339"/>
                <a:gd name="connsiteX5" fmla="*/ 2059303 w 2764339"/>
                <a:gd name="connsiteY5" fmla="*/ 98409 h 2400339"/>
                <a:gd name="connsiteX6" fmla="*/ 2034991 w 2764339"/>
                <a:gd name="connsiteY6" fmla="*/ 303 h 2400339"/>
                <a:gd name="connsiteX7" fmla="*/ 1903182 w 2764339"/>
                <a:gd name="connsiteY7" fmla="*/ 22051 h 2400339"/>
                <a:gd name="connsiteX8" fmla="*/ 1905330 w 2764339"/>
                <a:gd name="connsiteY8" fmla="*/ 783060 h 2400339"/>
                <a:gd name="connsiteX9" fmla="*/ 1231587 w 2764339"/>
                <a:gd name="connsiteY9" fmla="*/ 497145 h 2400339"/>
                <a:gd name="connsiteX10" fmla="*/ 1117012 w 2764339"/>
                <a:gd name="connsiteY10" fmla="*/ 497420 h 2400339"/>
                <a:gd name="connsiteX11" fmla="*/ 226782 w 2764339"/>
                <a:gd name="connsiteY11" fmla="*/ 183976 h 2400339"/>
                <a:gd name="connsiteX0" fmla="*/ 226782 w 2764339"/>
                <a:gd name="connsiteY0" fmla="*/ 183976 h 2400339"/>
                <a:gd name="connsiteX1" fmla="*/ 150300 w 2764339"/>
                <a:gd name="connsiteY1" fmla="*/ 2400339 h 2400339"/>
                <a:gd name="connsiteX2" fmla="*/ 1873761 w 2764339"/>
                <a:gd name="connsiteY2" fmla="*/ 2390955 h 2400339"/>
                <a:gd name="connsiteX3" fmla="*/ 1836507 w 2764339"/>
                <a:gd name="connsiteY3" fmla="*/ 1698451 h 2400339"/>
                <a:gd name="connsiteX4" fmla="*/ 2669059 w 2764339"/>
                <a:gd name="connsiteY4" fmla="*/ 130334 h 2400339"/>
                <a:gd name="connsiteX5" fmla="*/ 2059303 w 2764339"/>
                <a:gd name="connsiteY5" fmla="*/ 98409 h 2400339"/>
                <a:gd name="connsiteX6" fmla="*/ 2034991 w 2764339"/>
                <a:gd name="connsiteY6" fmla="*/ 303 h 2400339"/>
                <a:gd name="connsiteX7" fmla="*/ 1903182 w 2764339"/>
                <a:gd name="connsiteY7" fmla="*/ 22051 h 2400339"/>
                <a:gd name="connsiteX8" fmla="*/ 1905330 w 2764339"/>
                <a:gd name="connsiteY8" fmla="*/ 783060 h 2400339"/>
                <a:gd name="connsiteX9" fmla="*/ 1231587 w 2764339"/>
                <a:gd name="connsiteY9" fmla="*/ 497145 h 2400339"/>
                <a:gd name="connsiteX10" fmla="*/ 1117012 w 2764339"/>
                <a:gd name="connsiteY10" fmla="*/ 497420 h 2400339"/>
                <a:gd name="connsiteX11" fmla="*/ 226782 w 2764339"/>
                <a:gd name="connsiteY11" fmla="*/ 183976 h 2400339"/>
                <a:gd name="connsiteX0" fmla="*/ 226782 w 2764339"/>
                <a:gd name="connsiteY0" fmla="*/ 183976 h 2400339"/>
                <a:gd name="connsiteX1" fmla="*/ 150300 w 2764339"/>
                <a:gd name="connsiteY1" fmla="*/ 2400339 h 2400339"/>
                <a:gd name="connsiteX2" fmla="*/ 1873761 w 2764339"/>
                <a:gd name="connsiteY2" fmla="*/ 2390955 h 2400339"/>
                <a:gd name="connsiteX3" fmla="*/ 1836507 w 2764339"/>
                <a:gd name="connsiteY3" fmla="*/ 1698451 h 2400339"/>
                <a:gd name="connsiteX4" fmla="*/ 2669059 w 2764339"/>
                <a:gd name="connsiteY4" fmla="*/ 130334 h 2400339"/>
                <a:gd name="connsiteX5" fmla="*/ 2059303 w 2764339"/>
                <a:gd name="connsiteY5" fmla="*/ 98409 h 2400339"/>
                <a:gd name="connsiteX6" fmla="*/ 2034991 w 2764339"/>
                <a:gd name="connsiteY6" fmla="*/ 303 h 2400339"/>
                <a:gd name="connsiteX7" fmla="*/ 1903182 w 2764339"/>
                <a:gd name="connsiteY7" fmla="*/ 22051 h 2400339"/>
                <a:gd name="connsiteX8" fmla="*/ 1905330 w 2764339"/>
                <a:gd name="connsiteY8" fmla="*/ 783060 h 2400339"/>
                <a:gd name="connsiteX9" fmla="*/ 1231587 w 2764339"/>
                <a:gd name="connsiteY9" fmla="*/ 497145 h 2400339"/>
                <a:gd name="connsiteX10" fmla="*/ 1135780 w 2764339"/>
                <a:gd name="connsiteY10" fmla="*/ 572491 h 2400339"/>
                <a:gd name="connsiteX11" fmla="*/ 226782 w 2764339"/>
                <a:gd name="connsiteY11" fmla="*/ 183976 h 2400339"/>
                <a:gd name="connsiteX0" fmla="*/ 226782 w 2764339"/>
                <a:gd name="connsiteY0" fmla="*/ 183976 h 2400339"/>
                <a:gd name="connsiteX1" fmla="*/ 150300 w 2764339"/>
                <a:gd name="connsiteY1" fmla="*/ 2400339 h 2400339"/>
                <a:gd name="connsiteX2" fmla="*/ 1873761 w 2764339"/>
                <a:gd name="connsiteY2" fmla="*/ 2390955 h 2400339"/>
                <a:gd name="connsiteX3" fmla="*/ 1836507 w 2764339"/>
                <a:gd name="connsiteY3" fmla="*/ 1698451 h 2400339"/>
                <a:gd name="connsiteX4" fmla="*/ 2669059 w 2764339"/>
                <a:gd name="connsiteY4" fmla="*/ 130334 h 2400339"/>
                <a:gd name="connsiteX5" fmla="*/ 2059303 w 2764339"/>
                <a:gd name="connsiteY5" fmla="*/ 98409 h 2400339"/>
                <a:gd name="connsiteX6" fmla="*/ 2034991 w 2764339"/>
                <a:gd name="connsiteY6" fmla="*/ 303 h 2400339"/>
                <a:gd name="connsiteX7" fmla="*/ 1903182 w 2764339"/>
                <a:gd name="connsiteY7" fmla="*/ 22051 h 2400339"/>
                <a:gd name="connsiteX8" fmla="*/ 1905330 w 2764339"/>
                <a:gd name="connsiteY8" fmla="*/ 783060 h 2400339"/>
                <a:gd name="connsiteX9" fmla="*/ 1231587 w 2764339"/>
                <a:gd name="connsiteY9" fmla="*/ 497145 h 2400339"/>
                <a:gd name="connsiteX10" fmla="*/ 1135780 w 2764339"/>
                <a:gd name="connsiteY10" fmla="*/ 572491 h 2400339"/>
                <a:gd name="connsiteX11" fmla="*/ 226782 w 2764339"/>
                <a:gd name="connsiteY11" fmla="*/ 183976 h 2400339"/>
                <a:gd name="connsiteX0" fmla="*/ 226782 w 2764339"/>
                <a:gd name="connsiteY0" fmla="*/ 183976 h 2400339"/>
                <a:gd name="connsiteX1" fmla="*/ 150300 w 2764339"/>
                <a:gd name="connsiteY1" fmla="*/ 2400339 h 2400339"/>
                <a:gd name="connsiteX2" fmla="*/ 1873761 w 2764339"/>
                <a:gd name="connsiteY2" fmla="*/ 2390955 h 2400339"/>
                <a:gd name="connsiteX3" fmla="*/ 1836507 w 2764339"/>
                <a:gd name="connsiteY3" fmla="*/ 1698451 h 2400339"/>
                <a:gd name="connsiteX4" fmla="*/ 2669059 w 2764339"/>
                <a:gd name="connsiteY4" fmla="*/ 130334 h 2400339"/>
                <a:gd name="connsiteX5" fmla="*/ 2059303 w 2764339"/>
                <a:gd name="connsiteY5" fmla="*/ 98409 h 2400339"/>
                <a:gd name="connsiteX6" fmla="*/ 2034991 w 2764339"/>
                <a:gd name="connsiteY6" fmla="*/ 303 h 2400339"/>
                <a:gd name="connsiteX7" fmla="*/ 1903182 w 2764339"/>
                <a:gd name="connsiteY7" fmla="*/ 22051 h 2400339"/>
                <a:gd name="connsiteX8" fmla="*/ 1905330 w 2764339"/>
                <a:gd name="connsiteY8" fmla="*/ 783060 h 2400339"/>
                <a:gd name="connsiteX9" fmla="*/ 1231587 w 2764339"/>
                <a:gd name="connsiteY9" fmla="*/ 497145 h 2400339"/>
                <a:gd name="connsiteX10" fmla="*/ 1135780 w 2764339"/>
                <a:gd name="connsiteY10" fmla="*/ 572491 h 2400339"/>
                <a:gd name="connsiteX11" fmla="*/ 226782 w 2764339"/>
                <a:gd name="connsiteY11" fmla="*/ 183976 h 2400339"/>
                <a:gd name="connsiteX0" fmla="*/ 231749 w 2769306"/>
                <a:gd name="connsiteY0" fmla="*/ 183976 h 2390955"/>
                <a:gd name="connsiteX1" fmla="*/ 138828 w 2769306"/>
                <a:gd name="connsiteY1" fmla="*/ 2064983 h 2390955"/>
                <a:gd name="connsiteX2" fmla="*/ 1878728 w 2769306"/>
                <a:gd name="connsiteY2" fmla="*/ 2390955 h 2390955"/>
                <a:gd name="connsiteX3" fmla="*/ 1841474 w 2769306"/>
                <a:gd name="connsiteY3" fmla="*/ 1698451 h 2390955"/>
                <a:gd name="connsiteX4" fmla="*/ 2674026 w 2769306"/>
                <a:gd name="connsiteY4" fmla="*/ 130334 h 2390955"/>
                <a:gd name="connsiteX5" fmla="*/ 2064270 w 2769306"/>
                <a:gd name="connsiteY5" fmla="*/ 98409 h 2390955"/>
                <a:gd name="connsiteX6" fmla="*/ 2039958 w 2769306"/>
                <a:gd name="connsiteY6" fmla="*/ 303 h 2390955"/>
                <a:gd name="connsiteX7" fmla="*/ 1908149 w 2769306"/>
                <a:gd name="connsiteY7" fmla="*/ 22051 h 2390955"/>
                <a:gd name="connsiteX8" fmla="*/ 1910297 w 2769306"/>
                <a:gd name="connsiteY8" fmla="*/ 783060 h 2390955"/>
                <a:gd name="connsiteX9" fmla="*/ 1236554 w 2769306"/>
                <a:gd name="connsiteY9" fmla="*/ 497145 h 2390955"/>
                <a:gd name="connsiteX10" fmla="*/ 1140747 w 2769306"/>
                <a:gd name="connsiteY10" fmla="*/ 572491 h 2390955"/>
                <a:gd name="connsiteX11" fmla="*/ 231749 w 2769306"/>
                <a:gd name="connsiteY11" fmla="*/ 183976 h 2390955"/>
                <a:gd name="connsiteX0" fmla="*/ 221873 w 2759430"/>
                <a:gd name="connsiteY0" fmla="*/ 183976 h 2390955"/>
                <a:gd name="connsiteX1" fmla="*/ 128952 w 2759430"/>
                <a:gd name="connsiteY1" fmla="*/ 2064983 h 2390955"/>
                <a:gd name="connsiteX2" fmla="*/ 1868852 w 2759430"/>
                <a:gd name="connsiteY2" fmla="*/ 2390955 h 2390955"/>
                <a:gd name="connsiteX3" fmla="*/ 1831598 w 2759430"/>
                <a:gd name="connsiteY3" fmla="*/ 1698451 h 2390955"/>
                <a:gd name="connsiteX4" fmla="*/ 2664150 w 2759430"/>
                <a:gd name="connsiteY4" fmla="*/ 130334 h 2390955"/>
                <a:gd name="connsiteX5" fmla="*/ 2054394 w 2759430"/>
                <a:gd name="connsiteY5" fmla="*/ 98409 h 2390955"/>
                <a:gd name="connsiteX6" fmla="*/ 2030082 w 2759430"/>
                <a:gd name="connsiteY6" fmla="*/ 303 h 2390955"/>
                <a:gd name="connsiteX7" fmla="*/ 1898273 w 2759430"/>
                <a:gd name="connsiteY7" fmla="*/ 22051 h 2390955"/>
                <a:gd name="connsiteX8" fmla="*/ 1900421 w 2759430"/>
                <a:gd name="connsiteY8" fmla="*/ 783060 h 2390955"/>
                <a:gd name="connsiteX9" fmla="*/ 1226678 w 2759430"/>
                <a:gd name="connsiteY9" fmla="*/ 497145 h 2390955"/>
                <a:gd name="connsiteX10" fmla="*/ 1130871 w 2759430"/>
                <a:gd name="connsiteY10" fmla="*/ 572491 h 2390955"/>
                <a:gd name="connsiteX11" fmla="*/ 221873 w 2759430"/>
                <a:gd name="connsiteY11" fmla="*/ 183976 h 2390955"/>
                <a:gd name="connsiteX0" fmla="*/ 221873 w 2759430"/>
                <a:gd name="connsiteY0" fmla="*/ 183976 h 2065462"/>
                <a:gd name="connsiteX1" fmla="*/ 128952 w 2759430"/>
                <a:gd name="connsiteY1" fmla="*/ 2064983 h 2065462"/>
                <a:gd name="connsiteX2" fmla="*/ 1852414 w 2759430"/>
                <a:gd name="connsiteY2" fmla="*/ 2065462 h 2065462"/>
                <a:gd name="connsiteX3" fmla="*/ 1831598 w 2759430"/>
                <a:gd name="connsiteY3" fmla="*/ 1698451 h 2065462"/>
                <a:gd name="connsiteX4" fmla="*/ 2664150 w 2759430"/>
                <a:gd name="connsiteY4" fmla="*/ 130334 h 2065462"/>
                <a:gd name="connsiteX5" fmla="*/ 2054394 w 2759430"/>
                <a:gd name="connsiteY5" fmla="*/ 98409 h 2065462"/>
                <a:gd name="connsiteX6" fmla="*/ 2030082 w 2759430"/>
                <a:gd name="connsiteY6" fmla="*/ 303 h 2065462"/>
                <a:gd name="connsiteX7" fmla="*/ 1898273 w 2759430"/>
                <a:gd name="connsiteY7" fmla="*/ 22051 h 2065462"/>
                <a:gd name="connsiteX8" fmla="*/ 1900421 w 2759430"/>
                <a:gd name="connsiteY8" fmla="*/ 783060 h 2065462"/>
                <a:gd name="connsiteX9" fmla="*/ 1226678 w 2759430"/>
                <a:gd name="connsiteY9" fmla="*/ 497145 h 2065462"/>
                <a:gd name="connsiteX10" fmla="*/ 1130871 w 2759430"/>
                <a:gd name="connsiteY10" fmla="*/ 572491 h 2065462"/>
                <a:gd name="connsiteX11" fmla="*/ 221873 w 2759430"/>
                <a:gd name="connsiteY11" fmla="*/ 183976 h 2065462"/>
                <a:gd name="connsiteX0" fmla="*/ 221873 w 2759430"/>
                <a:gd name="connsiteY0" fmla="*/ 183976 h 2068751"/>
                <a:gd name="connsiteX1" fmla="*/ 128952 w 2759430"/>
                <a:gd name="connsiteY1" fmla="*/ 2064983 h 2068751"/>
                <a:gd name="connsiteX2" fmla="*/ 1852414 w 2759430"/>
                <a:gd name="connsiteY2" fmla="*/ 2068751 h 2068751"/>
                <a:gd name="connsiteX3" fmla="*/ 1831598 w 2759430"/>
                <a:gd name="connsiteY3" fmla="*/ 1698451 h 2068751"/>
                <a:gd name="connsiteX4" fmla="*/ 2664150 w 2759430"/>
                <a:gd name="connsiteY4" fmla="*/ 130334 h 2068751"/>
                <a:gd name="connsiteX5" fmla="*/ 2054394 w 2759430"/>
                <a:gd name="connsiteY5" fmla="*/ 98409 h 2068751"/>
                <a:gd name="connsiteX6" fmla="*/ 2030082 w 2759430"/>
                <a:gd name="connsiteY6" fmla="*/ 303 h 2068751"/>
                <a:gd name="connsiteX7" fmla="*/ 1898273 w 2759430"/>
                <a:gd name="connsiteY7" fmla="*/ 22051 h 2068751"/>
                <a:gd name="connsiteX8" fmla="*/ 1900421 w 2759430"/>
                <a:gd name="connsiteY8" fmla="*/ 783060 h 2068751"/>
                <a:gd name="connsiteX9" fmla="*/ 1226678 w 2759430"/>
                <a:gd name="connsiteY9" fmla="*/ 497145 h 2068751"/>
                <a:gd name="connsiteX10" fmla="*/ 1130871 w 2759430"/>
                <a:gd name="connsiteY10" fmla="*/ 572491 h 2068751"/>
                <a:gd name="connsiteX11" fmla="*/ 221873 w 2759430"/>
                <a:gd name="connsiteY11" fmla="*/ 183976 h 2068751"/>
                <a:gd name="connsiteX0" fmla="*/ 221873 w 2759430"/>
                <a:gd name="connsiteY0" fmla="*/ 183976 h 2077670"/>
                <a:gd name="connsiteX1" fmla="*/ 128952 w 2759430"/>
                <a:gd name="connsiteY1" fmla="*/ 2064983 h 2077670"/>
                <a:gd name="connsiteX2" fmla="*/ 1861333 w 2759430"/>
                <a:gd name="connsiteY2" fmla="*/ 2077670 h 2077670"/>
                <a:gd name="connsiteX3" fmla="*/ 1831598 w 2759430"/>
                <a:gd name="connsiteY3" fmla="*/ 1698451 h 2077670"/>
                <a:gd name="connsiteX4" fmla="*/ 2664150 w 2759430"/>
                <a:gd name="connsiteY4" fmla="*/ 130334 h 2077670"/>
                <a:gd name="connsiteX5" fmla="*/ 2054394 w 2759430"/>
                <a:gd name="connsiteY5" fmla="*/ 98409 h 2077670"/>
                <a:gd name="connsiteX6" fmla="*/ 2030082 w 2759430"/>
                <a:gd name="connsiteY6" fmla="*/ 303 h 2077670"/>
                <a:gd name="connsiteX7" fmla="*/ 1898273 w 2759430"/>
                <a:gd name="connsiteY7" fmla="*/ 22051 h 2077670"/>
                <a:gd name="connsiteX8" fmla="*/ 1900421 w 2759430"/>
                <a:gd name="connsiteY8" fmla="*/ 783060 h 2077670"/>
                <a:gd name="connsiteX9" fmla="*/ 1226678 w 2759430"/>
                <a:gd name="connsiteY9" fmla="*/ 497145 h 2077670"/>
                <a:gd name="connsiteX10" fmla="*/ 1130871 w 2759430"/>
                <a:gd name="connsiteY10" fmla="*/ 572491 h 2077670"/>
                <a:gd name="connsiteX11" fmla="*/ 221873 w 2759430"/>
                <a:gd name="connsiteY11" fmla="*/ 183976 h 2077670"/>
                <a:gd name="connsiteX0" fmla="*/ 221873 w 2759430"/>
                <a:gd name="connsiteY0" fmla="*/ 183976 h 2359188"/>
                <a:gd name="connsiteX1" fmla="*/ 128952 w 2759430"/>
                <a:gd name="connsiteY1" fmla="*/ 2064983 h 2359188"/>
                <a:gd name="connsiteX2" fmla="*/ 1945789 w 2759430"/>
                <a:gd name="connsiteY2" fmla="*/ 2359188 h 2359188"/>
                <a:gd name="connsiteX3" fmla="*/ 1831598 w 2759430"/>
                <a:gd name="connsiteY3" fmla="*/ 1698451 h 2359188"/>
                <a:gd name="connsiteX4" fmla="*/ 2664150 w 2759430"/>
                <a:gd name="connsiteY4" fmla="*/ 130334 h 2359188"/>
                <a:gd name="connsiteX5" fmla="*/ 2054394 w 2759430"/>
                <a:gd name="connsiteY5" fmla="*/ 98409 h 2359188"/>
                <a:gd name="connsiteX6" fmla="*/ 2030082 w 2759430"/>
                <a:gd name="connsiteY6" fmla="*/ 303 h 2359188"/>
                <a:gd name="connsiteX7" fmla="*/ 1898273 w 2759430"/>
                <a:gd name="connsiteY7" fmla="*/ 22051 h 2359188"/>
                <a:gd name="connsiteX8" fmla="*/ 1900421 w 2759430"/>
                <a:gd name="connsiteY8" fmla="*/ 783060 h 2359188"/>
                <a:gd name="connsiteX9" fmla="*/ 1226678 w 2759430"/>
                <a:gd name="connsiteY9" fmla="*/ 497145 h 2359188"/>
                <a:gd name="connsiteX10" fmla="*/ 1130871 w 2759430"/>
                <a:gd name="connsiteY10" fmla="*/ 572491 h 2359188"/>
                <a:gd name="connsiteX11" fmla="*/ 221873 w 2759430"/>
                <a:gd name="connsiteY11" fmla="*/ 183976 h 2359188"/>
                <a:gd name="connsiteX0" fmla="*/ 204528 w 2742085"/>
                <a:gd name="connsiteY0" fmla="*/ 183976 h 2359188"/>
                <a:gd name="connsiteX1" fmla="*/ 177295 w 2742085"/>
                <a:gd name="connsiteY1" fmla="*/ 2346501 h 2359188"/>
                <a:gd name="connsiteX2" fmla="*/ 1928444 w 2742085"/>
                <a:gd name="connsiteY2" fmla="*/ 2359188 h 2359188"/>
                <a:gd name="connsiteX3" fmla="*/ 1814253 w 2742085"/>
                <a:gd name="connsiteY3" fmla="*/ 1698451 h 2359188"/>
                <a:gd name="connsiteX4" fmla="*/ 2646805 w 2742085"/>
                <a:gd name="connsiteY4" fmla="*/ 130334 h 2359188"/>
                <a:gd name="connsiteX5" fmla="*/ 2037049 w 2742085"/>
                <a:gd name="connsiteY5" fmla="*/ 98409 h 2359188"/>
                <a:gd name="connsiteX6" fmla="*/ 2012737 w 2742085"/>
                <a:gd name="connsiteY6" fmla="*/ 303 h 2359188"/>
                <a:gd name="connsiteX7" fmla="*/ 1880928 w 2742085"/>
                <a:gd name="connsiteY7" fmla="*/ 22051 h 2359188"/>
                <a:gd name="connsiteX8" fmla="*/ 1883076 w 2742085"/>
                <a:gd name="connsiteY8" fmla="*/ 783060 h 2359188"/>
                <a:gd name="connsiteX9" fmla="*/ 1209333 w 2742085"/>
                <a:gd name="connsiteY9" fmla="*/ 497145 h 2359188"/>
                <a:gd name="connsiteX10" fmla="*/ 1113526 w 2742085"/>
                <a:gd name="connsiteY10" fmla="*/ 572491 h 2359188"/>
                <a:gd name="connsiteX11" fmla="*/ 204528 w 2742085"/>
                <a:gd name="connsiteY11" fmla="*/ 183976 h 235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2085" h="2359188">
                  <a:moveTo>
                    <a:pt x="204528" y="183976"/>
                  </a:moveTo>
                  <a:cubicBezTo>
                    <a:pt x="-274897" y="923751"/>
                    <a:pt x="248499" y="2120543"/>
                    <a:pt x="177295" y="2346501"/>
                  </a:cubicBezTo>
                  <a:lnTo>
                    <a:pt x="1928444" y="2359188"/>
                  </a:lnTo>
                  <a:cubicBezTo>
                    <a:pt x="1918532" y="2232782"/>
                    <a:pt x="1824165" y="1824857"/>
                    <a:pt x="1814253" y="1698451"/>
                  </a:cubicBezTo>
                  <a:cubicBezTo>
                    <a:pt x="2560139" y="1720658"/>
                    <a:pt x="2930335" y="1991050"/>
                    <a:pt x="2646805" y="130334"/>
                  </a:cubicBezTo>
                  <a:cubicBezTo>
                    <a:pt x="2238128" y="54071"/>
                    <a:pt x="2174254" y="89110"/>
                    <a:pt x="2037049" y="98409"/>
                  </a:cubicBezTo>
                  <a:cubicBezTo>
                    <a:pt x="2029033" y="39791"/>
                    <a:pt x="2036036" y="49121"/>
                    <a:pt x="2012737" y="303"/>
                  </a:cubicBezTo>
                  <a:cubicBezTo>
                    <a:pt x="1947153" y="-945"/>
                    <a:pt x="1983584" y="826"/>
                    <a:pt x="1880928" y="22051"/>
                  </a:cubicBezTo>
                  <a:cubicBezTo>
                    <a:pt x="1887278" y="280813"/>
                    <a:pt x="1873551" y="525885"/>
                    <a:pt x="1883076" y="783060"/>
                  </a:cubicBezTo>
                  <a:cubicBezTo>
                    <a:pt x="1732383" y="751246"/>
                    <a:pt x="1500167" y="597607"/>
                    <a:pt x="1209333" y="497145"/>
                  </a:cubicBezTo>
                  <a:cubicBezTo>
                    <a:pt x="1209205" y="618676"/>
                    <a:pt x="1247519" y="688113"/>
                    <a:pt x="1113526" y="572491"/>
                  </a:cubicBezTo>
                  <a:cubicBezTo>
                    <a:pt x="749388" y="481334"/>
                    <a:pt x="637598" y="385765"/>
                    <a:pt x="204528" y="183976"/>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3" name="Freeform 11">
              <a:extLst>
                <a:ext uri="{FF2B5EF4-FFF2-40B4-BE49-F238E27FC236}">
                  <a16:creationId xmlns:a16="http://schemas.microsoft.com/office/drawing/2014/main" id="{C26572E5-68EF-DED1-D92B-496E09594E5D}"/>
                </a:ext>
              </a:extLst>
            </p:cNvPr>
            <p:cNvSpPr/>
            <p:nvPr/>
          </p:nvSpPr>
          <p:spPr>
            <a:xfrm>
              <a:off x="1346402" y="4188188"/>
              <a:ext cx="1094108" cy="581411"/>
            </a:xfrm>
            <a:custGeom>
              <a:avLst/>
              <a:gdLst>
                <a:gd name="connsiteX0" fmla="*/ 0 w 1094108"/>
                <a:gd name="connsiteY0" fmla="*/ 200851 h 581411"/>
                <a:gd name="connsiteX1" fmla="*/ 95139 w 1094108"/>
                <a:gd name="connsiteY1" fmla="*/ 0 h 581411"/>
                <a:gd name="connsiteX2" fmla="*/ 1025396 w 1094108"/>
                <a:gd name="connsiteY2" fmla="*/ 338276 h 581411"/>
                <a:gd name="connsiteX3" fmla="*/ 1094108 w 1094108"/>
                <a:gd name="connsiteY3" fmla="*/ 412273 h 581411"/>
                <a:gd name="connsiteX4" fmla="*/ 1078252 w 1094108"/>
                <a:gd name="connsiteY4" fmla="*/ 517984 h 581411"/>
                <a:gd name="connsiteX5" fmla="*/ 1014825 w 1094108"/>
                <a:gd name="connsiteY5" fmla="*/ 480985 h 581411"/>
                <a:gd name="connsiteX6" fmla="*/ 998968 w 1094108"/>
                <a:gd name="connsiteY6" fmla="*/ 581411 h 581411"/>
                <a:gd name="connsiteX7" fmla="*/ 0 w 1094108"/>
                <a:gd name="connsiteY7" fmla="*/ 200851 h 581411"/>
                <a:gd name="connsiteX0" fmla="*/ 0 w 1094108"/>
                <a:gd name="connsiteY0" fmla="*/ 200851 h 581411"/>
                <a:gd name="connsiteX1" fmla="*/ 95139 w 1094108"/>
                <a:gd name="connsiteY1" fmla="*/ 0 h 581411"/>
                <a:gd name="connsiteX2" fmla="*/ 1025396 w 1094108"/>
                <a:gd name="connsiteY2" fmla="*/ 338276 h 581411"/>
                <a:gd name="connsiteX3" fmla="*/ 1094108 w 1094108"/>
                <a:gd name="connsiteY3" fmla="*/ 412273 h 581411"/>
                <a:gd name="connsiteX4" fmla="*/ 1078252 w 1094108"/>
                <a:gd name="connsiteY4" fmla="*/ 517984 h 581411"/>
                <a:gd name="connsiteX5" fmla="*/ 1014825 w 1094108"/>
                <a:gd name="connsiteY5" fmla="*/ 480985 h 581411"/>
                <a:gd name="connsiteX6" fmla="*/ 998968 w 1094108"/>
                <a:gd name="connsiteY6" fmla="*/ 581411 h 581411"/>
                <a:gd name="connsiteX7" fmla="*/ 0 w 1094108"/>
                <a:gd name="connsiteY7" fmla="*/ 200851 h 581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4108" h="581411">
                  <a:moveTo>
                    <a:pt x="0" y="200851"/>
                  </a:moveTo>
                  <a:lnTo>
                    <a:pt x="95139" y="0"/>
                  </a:lnTo>
                  <a:lnTo>
                    <a:pt x="1025396" y="338276"/>
                  </a:lnTo>
                  <a:lnTo>
                    <a:pt x="1094108" y="412273"/>
                  </a:lnTo>
                  <a:lnTo>
                    <a:pt x="1078252" y="517984"/>
                  </a:lnTo>
                  <a:lnTo>
                    <a:pt x="1014825" y="480985"/>
                  </a:lnTo>
                  <a:lnTo>
                    <a:pt x="998968" y="581411"/>
                  </a:lnTo>
                  <a:cubicBezTo>
                    <a:pt x="634554" y="475508"/>
                    <a:pt x="332989" y="327704"/>
                    <a:pt x="0" y="200851"/>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4" name="Freeform 14">
              <a:extLst>
                <a:ext uri="{FF2B5EF4-FFF2-40B4-BE49-F238E27FC236}">
                  <a16:creationId xmlns:a16="http://schemas.microsoft.com/office/drawing/2014/main" id="{B8D15F6A-04F6-33F9-D70A-D2523065D076}"/>
                </a:ext>
              </a:extLst>
            </p:cNvPr>
            <p:cNvSpPr/>
            <p:nvPr/>
          </p:nvSpPr>
          <p:spPr>
            <a:xfrm>
              <a:off x="3006267" y="4007233"/>
              <a:ext cx="628575" cy="227104"/>
            </a:xfrm>
            <a:custGeom>
              <a:avLst/>
              <a:gdLst>
                <a:gd name="connsiteX0" fmla="*/ 5285 w 739976"/>
                <a:gd name="connsiteY0" fmla="*/ 68712 h 206136"/>
                <a:gd name="connsiteX1" fmla="*/ 0 w 739976"/>
                <a:gd name="connsiteY1" fmla="*/ 5285 h 206136"/>
                <a:gd name="connsiteX2" fmla="*/ 158566 w 739976"/>
                <a:gd name="connsiteY2" fmla="*/ 0 h 206136"/>
                <a:gd name="connsiteX3" fmla="*/ 163852 w 739976"/>
                <a:gd name="connsiteY3" fmla="*/ 58141 h 206136"/>
                <a:gd name="connsiteX4" fmla="*/ 739976 w 739976"/>
                <a:gd name="connsiteY4" fmla="*/ 84569 h 206136"/>
                <a:gd name="connsiteX5" fmla="*/ 671264 w 739976"/>
                <a:gd name="connsiteY5" fmla="*/ 206136 h 206136"/>
                <a:gd name="connsiteX6" fmla="*/ 110996 w 739976"/>
                <a:gd name="connsiteY6" fmla="*/ 174423 h 206136"/>
                <a:gd name="connsiteX7" fmla="*/ 89854 w 739976"/>
                <a:gd name="connsiteY7" fmla="*/ 84569 h 206136"/>
                <a:gd name="connsiteX8" fmla="*/ 5285 w 739976"/>
                <a:gd name="connsiteY8" fmla="*/ 68712 h 206136"/>
                <a:gd name="connsiteX0" fmla="*/ 5285 w 739976"/>
                <a:gd name="connsiteY0" fmla="*/ 110997 h 206136"/>
                <a:gd name="connsiteX1" fmla="*/ 0 w 739976"/>
                <a:gd name="connsiteY1" fmla="*/ 5285 h 206136"/>
                <a:gd name="connsiteX2" fmla="*/ 158566 w 739976"/>
                <a:gd name="connsiteY2" fmla="*/ 0 h 206136"/>
                <a:gd name="connsiteX3" fmla="*/ 163852 w 739976"/>
                <a:gd name="connsiteY3" fmla="*/ 58141 h 206136"/>
                <a:gd name="connsiteX4" fmla="*/ 739976 w 739976"/>
                <a:gd name="connsiteY4" fmla="*/ 84569 h 206136"/>
                <a:gd name="connsiteX5" fmla="*/ 671264 w 739976"/>
                <a:gd name="connsiteY5" fmla="*/ 206136 h 206136"/>
                <a:gd name="connsiteX6" fmla="*/ 110996 w 739976"/>
                <a:gd name="connsiteY6" fmla="*/ 174423 h 206136"/>
                <a:gd name="connsiteX7" fmla="*/ 89854 w 739976"/>
                <a:gd name="connsiteY7" fmla="*/ 84569 h 206136"/>
                <a:gd name="connsiteX8" fmla="*/ 5285 w 739976"/>
                <a:gd name="connsiteY8" fmla="*/ 110997 h 206136"/>
                <a:gd name="connsiteX0" fmla="*/ 5285 w 739976"/>
                <a:gd name="connsiteY0" fmla="*/ 110997 h 206136"/>
                <a:gd name="connsiteX1" fmla="*/ 0 w 739976"/>
                <a:gd name="connsiteY1" fmla="*/ 5285 h 206136"/>
                <a:gd name="connsiteX2" fmla="*/ 158566 w 739976"/>
                <a:gd name="connsiteY2" fmla="*/ 0 h 206136"/>
                <a:gd name="connsiteX3" fmla="*/ 163852 w 739976"/>
                <a:gd name="connsiteY3" fmla="*/ 58141 h 206136"/>
                <a:gd name="connsiteX4" fmla="*/ 739976 w 739976"/>
                <a:gd name="connsiteY4" fmla="*/ 84569 h 206136"/>
                <a:gd name="connsiteX5" fmla="*/ 671264 w 739976"/>
                <a:gd name="connsiteY5" fmla="*/ 206136 h 206136"/>
                <a:gd name="connsiteX6" fmla="*/ 110996 w 739976"/>
                <a:gd name="connsiteY6" fmla="*/ 174423 h 206136"/>
                <a:gd name="connsiteX7" fmla="*/ 89854 w 739976"/>
                <a:gd name="connsiteY7" fmla="*/ 84569 h 206136"/>
                <a:gd name="connsiteX8" fmla="*/ 5285 w 739976"/>
                <a:gd name="connsiteY8" fmla="*/ 110997 h 206136"/>
                <a:gd name="connsiteX0" fmla="*/ 5285 w 671264"/>
                <a:gd name="connsiteY0" fmla="*/ 110997 h 206136"/>
                <a:gd name="connsiteX1" fmla="*/ 0 w 671264"/>
                <a:gd name="connsiteY1" fmla="*/ 5285 h 206136"/>
                <a:gd name="connsiteX2" fmla="*/ 158566 w 671264"/>
                <a:gd name="connsiteY2" fmla="*/ 0 h 206136"/>
                <a:gd name="connsiteX3" fmla="*/ 163852 w 671264"/>
                <a:gd name="connsiteY3" fmla="*/ 58141 h 206136"/>
                <a:gd name="connsiteX4" fmla="*/ 581409 w 671264"/>
                <a:gd name="connsiteY4" fmla="*/ 52856 h 206136"/>
                <a:gd name="connsiteX5" fmla="*/ 671264 w 671264"/>
                <a:gd name="connsiteY5" fmla="*/ 206136 h 206136"/>
                <a:gd name="connsiteX6" fmla="*/ 110996 w 671264"/>
                <a:gd name="connsiteY6" fmla="*/ 174423 h 206136"/>
                <a:gd name="connsiteX7" fmla="*/ 89854 w 671264"/>
                <a:gd name="connsiteY7" fmla="*/ 84569 h 206136"/>
                <a:gd name="connsiteX8" fmla="*/ 5285 w 671264"/>
                <a:gd name="connsiteY8" fmla="*/ 110997 h 206136"/>
                <a:gd name="connsiteX0" fmla="*/ 5285 w 591981"/>
                <a:gd name="connsiteY0" fmla="*/ 110997 h 190279"/>
                <a:gd name="connsiteX1" fmla="*/ 0 w 591981"/>
                <a:gd name="connsiteY1" fmla="*/ 5285 h 190279"/>
                <a:gd name="connsiteX2" fmla="*/ 158566 w 591981"/>
                <a:gd name="connsiteY2" fmla="*/ 0 h 190279"/>
                <a:gd name="connsiteX3" fmla="*/ 163852 w 591981"/>
                <a:gd name="connsiteY3" fmla="*/ 58141 h 190279"/>
                <a:gd name="connsiteX4" fmla="*/ 581409 w 591981"/>
                <a:gd name="connsiteY4" fmla="*/ 52856 h 190279"/>
                <a:gd name="connsiteX5" fmla="*/ 591981 w 591981"/>
                <a:gd name="connsiteY5" fmla="*/ 190279 h 190279"/>
                <a:gd name="connsiteX6" fmla="*/ 110996 w 591981"/>
                <a:gd name="connsiteY6" fmla="*/ 174423 h 190279"/>
                <a:gd name="connsiteX7" fmla="*/ 89854 w 591981"/>
                <a:gd name="connsiteY7" fmla="*/ 84569 h 190279"/>
                <a:gd name="connsiteX8" fmla="*/ 5285 w 591981"/>
                <a:gd name="connsiteY8" fmla="*/ 110997 h 190279"/>
                <a:gd name="connsiteX0" fmla="*/ 5285 w 591981"/>
                <a:gd name="connsiteY0" fmla="*/ 110997 h 190279"/>
                <a:gd name="connsiteX1" fmla="*/ 0 w 591981"/>
                <a:gd name="connsiteY1" fmla="*/ 5285 h 190279"/>
                <a:gd name="connsiteX2" fmla="*/ 158566 w 591981"/>
                <a:gd name="connsiteY2" fmla="*/ 0 h 190279"/>
                <a:gd name="connsiteX3" fmla="*/ 163852 w 591981"/>
                <a:gd name="connsiteY3" fmla="*/ 58141 h 190279"/>
                <a:gd name="connsiteX4" fmla="*/ 581409 w 591981"/>
                <a:gd name="connsiteY4" fmla="*/ 52856 h 190279"/>
                <a:gd name="connsiteX5" fmla="*/ 591981 w 591981"/>
                <a:gd name="connsiteY5" fmla="*/ 190279 h 190279"/>
                <a:gd name="connsiteX6" fmla="*/ 110996 w 591981"/>
                <a:gd name="connsiteY6" fmla="*/ 174423 h 190279"/>
                <a:gd name="connsiteX7" fmla="*/ 89854 w 591981"/>
                <a:gd name="connsiteY7" fmla="*/ 84569 h 190279"/>
                <a:gd name="connsiteX8" fmla="*/ 5285 w 591981"/>
                <a:gd name="connsiteY8" fmla="*/ 110997 h 190279"/>
                <a:gd name="connsiteX0" fmla="*/ 5285 w 591981"/>
                <a:gd name="connsiteY0" fmla="*/ 142240 h 221522"/>
                <a:gd name="connsiteX1" fmla="*/ 0 w 591981"/>
                <a:gd name="connsiteY1" fmla="*/ 36528 h 221522"/>
                <a:gd name="connsiteX2" fmla="*/ 163774 w 591981"/>
                <a:gd name="connsiteY2" fmla="*/ 0 h 221522"/>
                <a:gd name="connsiteX3" fmla="*/ 163852 w 591981"/>
                <a:gd name="connsiteY3" fmla="*/ 89384 h 221522"/>
                <a:gd name="connsiteX4" fmla="*/ 581409 w 591981"/>
                <a:gd name="connsiteY4" fmla="*/ 84099 h 221522"/>
                <a:gd name="connsiteX5" fmla="*/ 591981 w 591981"/>
                <a:gd name="connsiteY5" fmla="*/ 221522 h 221522"/>
                <a:gd name="connsiteX6" fmla="*/ 110996 w 591981"/>
                <a:gd name="connsiteY6" fmla="*/ 205666 h 221522"/>
                <a:gd name="connsiteX7" fmla="*/ 89854 w 591981"/>
                <a:gd name="connsiteY7" fmla="*/ 115812 h 221522"/>
                <a:gd name="connsiteX8" fmla="*/ 5285 w 591981"/>
                <a:gd name="connsiteY8" fmla="*/ 142240 h 221522"/>
                <a:gd name="connsiteX0" fmla="*/ 5285 w 591981"/>
                <a:gd name="connsiteY0" fmla="*/ 142240 h 221522"/>
                <a:gd name="connsiteX1" fmla="*/ 0 w 591981"/>
                <a:gd name="connsiteY1" fmla="*/ 36528 h 221522"/>
                <a:gd name="connsiteX2" fmla="*/ 163774 w 591981"/>
                <a:gd name="connsiteY2" fmla="*/ 0 h 221522"/>
                <a:gd name="connsiteX3" fmla="*/ 163852 w 591981"/>
                <a:gd name="connsiteY3" fmla="*/ 89384 h 221522"/>
                <a:gd name="connsiteX4" fmla="*/ 581409 w 591981"/>
                <a:gd name="connsiteY4" fmla="*/ 84099 h 221522"/>
                <a:gd name="connsiteX5" fmla="*/ 591981 w 591981"/>
                <a:gd name="connsiteY5" fmla="*/ 221522 h 221522"/>
                <a:gd name="connsiteX6" fmla="*/ 110996 w 591981"/>
                <a:gd name="connsiteY6" fmla="*/ 205666 h 221522"/>
                <a:gd name="connsiteX7" fmla="*/ 105475 w 591981"/>
                <a:gd name="connsiteY7" fmla="*/ 136641 h 221522"/>
                <a:gd name="connsiteX8" fmla="*/ 5285 w 591981"/>
                <a:gd name="connsiteY8" fmla="*/ 142240 h 221522"/>
                <a:gd name="connsiteX0" fmla="*/ 5285 w 591981"/>
                <a:gd name="connsiteY0" fmla="*/ 142240 h 227104"/>
                <a:gd name="connsiteX1" fmla="*/ 0 w 591981"/>
                <a:gd name="connsiteY1" fmla="*/ 36528 h 227104"/>
                <a:gd name="connsiteX2" fmla="*/ 163774 w 591981"/>
                <a:gd name="connsiteY2" fmla="*/ 0 h 227104"/>
                <a:gd name="connsiteX3" fmla="*/ 163852 w 591981"/>
                <a:gd name="connsiteY3" fmla="*/ 89384 h 227104"/>
                <a:gd name="connsiteX4" fmla="*/ 581409 w 591981"/>
                <a:gd name="connsiteY4" fmla="*/ 84099 h 227104"/>
                <a:gd name="connsiteX5" fmla="*/ 591981 w 591981"/>
                <a:gd name="connsiteY5" fmla="*/ 221522 h 227104"/>
                <a:gd name="connsiteX6" fmla="*/ 116204 w 591981"/>
                <a:gd name="connsiteY6" fmla="*/ 226495 h 227104"/>
                <a:gd name="connsiteX7" fmla="*/ 105475 w 591981"/>
                <a:gd name="connsiteY7" fmla="*/ 136641 h 227104"/>
                <a:gd name="connsiteX8" fmla="*/ 5285 w 591981"/>
                <a:gd name="connsiteY8" fmla="*/ 142240 h 227104"/>
                <a:gd name="connsiteX0" fmla="*/ 5285 w 591981"/>
                <a:gd name="connsiteY0" fmla="*/ 142240 h 227104"/>
                <a:gd name="connsiteX1" fmla="*/ 0 w 591981"/>
                <a:gd name="connsiteY1" fmla="*/ 36528 h 227104"/>
                <a:gd name="connsiteX2" fmla="*/ 163774 w 591981"/>
                <a:gd name="connsiteY2" fmla="*/ 0 h 227104"/>
                <a:gd name="connsiteX3" fmla="*/ 195095 w 591981"/>
                <a:gd name="connsiteY3" fmla="*/ 84177 h 227104"/>
                <a:gd name="connsiteX4" fmla="*/ 581409 w 591981"/>
                <a:gd name="connsiteY4" fmla="*/ 84099 h 227104"/>
                <a:gd name="connsiteX5" fmla="*/ 591981 w 591981"/>
                <a:gd name="connsiteY5" fmla="*/ 221522 h 227104"/>
                <a:gd name="connsiteX6" fmla="*/ 116204 w 591981"/>
                <a:gd name="connsiteY6" fmla="*/ 226495 h 227104"/>
                <a:gd name="connsiteX7" fmla="*/ 105475 w 591981"/>
                <a:gd name="connsiteY7" fmla="*/ 136641 h 227104"/>
                <a:gd name="connsiteX8" fmla="*/ 5285 w 591981"/>
                <a:gd name="connsiteY8" fmla="*/ 142240 h 227104"/>
                <a:gd name="connsiteX0" fmla="*/ 5285 w 591981"/>
                <a:gd name="connsiteY0" fmla="*/ 142240 h 227104"/>
                <a:gd name="connsiteX1" fmla="*/ 0 w 591981"/>
                <a:gd name="connsiteY1" fmla="*/ 36528 h 227104"/>
                <a:gd name="connsiteX2" fmla="*/ 163774 w 591981"/>
                <a:gd name="connsiteY2" fmla="*/ 0 h 227104"/>
                <a:gd name="connsiteX3" fmla="*/ 195095 w 591981"/>
                <a:gd name="connsiteY3" fmla="*/ 84177 h 227104"/>
                <a:gd name="connsiteX4" fmla="*/ 581409 w 591981"/>
                <a:gd name="connsiteY4" fmla="*/ 84099 h 227104"/>
                <a:gd name="connsiteX5" fmla="*/ 591981 w 591981"/>
                <a:gd name="connsiteY5" fmla="*/ 221522 h 227104"/>
                <a:gd name="connsiteX6" fmla="*/ 116204 w 591981"/>
                <a:gd name="connsiteY6" fmla="*/ 226495 h 227104"/>
                <a:gd name="connsiteX7" fmla="*/ 105475 w 591981"/>
                <a:gd name="connsiteY7" fmla="*/ 136641 h 227104"/>
                <a:gd name="connsiteX8" fmla="*/ 5285 w 591981"/>
                <a:gd name="connsiteY8" fmla="*/ 142240 h 22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981" h="227104">
                  <a:moveTo>
                    <a:pt x="5285" y="142240"/>
                  </a:moveTo>
                  <a:lnTo>
                    <a:pt x="0" y="36528"/>
                  </a:lnTo>
                  <a:lnTo>
                    <a:pt x="163774" y="0"/>
                  </a:lnTo>
                  <a:cubicBezTo>
                    <a:pt x="163800" y="29795"/>
                    <a:pt x="195069" y="54382"/>
                    <a:pt x="195095" y="84177"/>
                  </a:cubicBezTo>
                  <a:cubicBezTo>
                    <a:pt x="397943" y="29168"/>
                    <a:pt x="389368" y="75290"/>
                    <a:pt x="581409" y="84099"/>
                  </a:cubicBezTo>
                  <a:lnTo>
                    <a:pt x="591981" y="221522"/>
                  </a:lnTo>
                  <a:cubicBezTo>
                    <a:pt x="431653" y="200380"/>
                    <a:pt x="276532" y="231780"/>
                    <a:pt x="116204" y="226495"/>
                  </a:cubicBezTo>
                  <a:lnTo>
                    <a:pt x="105475" y="136641"/>
                  </a:lnTo>
                  <a:lnTo>
                    <a:pt x="5285" y="14224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grpSp>
      <p:sp>
        <p:nvSpPr>
          <p:cNvPr id="75" name="Diamond 5">
            <a:extLst>
              <a:ext uri="{FF2B5EF4-FFF2-40B4-BE49-F238E27FC236}">
                <a16:creationId xmlns:a16="http://schemas.microsoft.com/office/drawing/2014/main" id="{56C338F1-21CC-A515-41CA-0B8CA7DB1ED0}"/>
              </a:ext>
            </a:extLst>
          </p:cNvPr>
          <p:cNvSpPr/>
          <p:nvPr/>
        </p:nvSpPr>
        <p:spPr>
          <a:xfrm rot="948352">
            <a:off x="9473525" y="5438109"/>
            <a:ext cx="943537" cy="1026450"/>
          </a:xfrm>
          <a:custGeom>
            <a:avLst/>
            <a:gdLst/>
            <a:ahLst/>
            <a:cxnLst/>
            <a:rect l="l" t="t" r="r" b="b"/>
            <a:pathLst>
              <a:path w="3240001" h="3249575">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76" name="Isosceles Triangle 51">
            <a:extLst>
              <a:ext uri="{FF2B5EF4-FFF2-40B4-BE49-F238E27FC236}">
                <a16:creationId xmlns:a16="http://schemas.microsoft.com/office/drawing/2014/main" id="{C6C135C5-3FF4-E94D-41F4-75B1471110D6}"/>
              </a:ext>
            </a:extLst>
          </p:cNvPr>
          <p:cNvSpPr/>
          <p:nvPr/>
        </p:nvSpPr>
        <p:spPr>
          <a:xfrm rot="20753110">
            <a:off x="223300" y="2923695"/>
            <a:ext cx="782100" cy="608260"/>
          </a:xfrm>
          <a:custGeom>
            <a:avLst/>
            <a:gdLst/>
            <a:ahLst/>
            <a:cxnLst/>
            <a:rect l="l" t="t" r="r" b="b"/>
            <a:pathLst>
              <a:path w="3240001" h="2375905">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8" name="Freeform 32">
            <a:extLst>
              <a:ext uri="{FF2B5EF4-FFF2-40B4-BE49-F238E27FC236}">
                <a16:creationId xmlns:a16="http://schemas.microsoft.com/office/drawing/2014/main" id="{6C3A8CEA-9193-4BF7-8E47-CF9BBF950F92}"/>
              </a:ext>
            </a:extLst>
          </p:cNvPr>
          <p:cNvSpPr/>
          <p:nvPr/>
        </p:nvSpPr>
        <p:spPr>
          <a:xfrm>
            <a:off x="9307801" y="-1168627"/>
            <a:ext cx="1043947" cy="998563"/>
          </a:xfrm>
          <a:custGeom>
            <a:avLst/>
            <a:gdLst/>
            <a:ahLst/>
            <a:cxnLst/>
            <a:rect l="l" t="t" r="r" b="b"/>
            <a:pathLst>
              <a:path w="3210745" h="2940925">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0" name="Rectangle 7">
            <a:extLst>
              <a:ext uri="{FF2B5EF4-FFF2-40B4-BE49-F238E27FC236}">
                <a16:creationId xmlns:a16="http://schemas.microsoft.com/office/drawing/2014/main" id="{461588EE-3066-F7F0-BCB5-B100732AF51D}"/>
              </a:ext>
            </a:extLst>
          </p:cNvPr>
          <p:cNvSpPr/>
          <p:nvPr/>
        </p:nvSpPr>
        <p:spPr>
          <a:xfrm>
            <a:off x="-2966137" y="1030355"/>
            <a:ext cx="1297485" cy="887501"/>
          </a:xfrm>
          <a:custGeom>
            <a:avLst/>
            <a:gdLst/>
            <a:ahLst/>
            <a:cxnLst/>
            <a:rect l="l" t="t" r="r" b="b"/>
            <a:pathLst>
              <a:path w="3240000" h="3240000">
                <a:moveTo>
                  <a:pt x="401869" y="2055482"/>
                </a:moveTo>
                <a:lnTo>
                  <a:pt x="869869" y="2055482"/>
                </a:lnTo>
                <a:lnTo>
                  <a:pt x="869869" y="2919482"/>
                </a:lnTo>
                <a:lnTo>
                  <a:pt x="401869" y="2919482"/>
                </a:lnTo>
                <a:close/>
                <a:moveTo>
                  <a:pt x="1121949" y="1695482"/>
                </a:moveTo>
                <a:lnTo>
                  <a:pt x="1589949" y="1695482"/>
                </a:lnTo>
                <a:lnTo>
                  <a:pt x="1589949" y="2919482"/>
                </a:lnTo>
                <a:lnTo>
                  <a:pt x="1121949" y="2919482"/>
                </a:lnTo>
                <a:close/>
                <a:moveTo>
                  <a:pt x="1842029" y="1335482"/>
                </a:moveTo>
                <a:lnTo>
                  <a:pt x="2310029" y="1335482"/>
                </a:lnTo>
                <a:lnTo>
                  <a:pt x="2310029" y="2919482"/>
                </a:lnTo>
                <a:lnTo>
                  <a:pt x="1842029" y="2919482"/>
                </a:lnTo>
                <a:close/>
                <a:moveTo>
                  <a:pt x="2562109" y="975482"/>
                </a:moveTo>
                <a:lnTo>
                  <a:pt x="3030109" y="975482"/>
                </a:lnTo>
                <a:lnTo>
                  <a:pt x="3030109" y="2919482"/>
                </a:lnTo>
                <a:lnTo>
                  <a:pt x="2562109" y="2919482"/>
                </a:lnTo>
                <a:close/>
                <a:moveTo>
                  <a:pt x="2321888" y="224805"/>
                </a:moveTo>
                <a:lnTo>
                  <a:pt x="2880631" y="247420"/>
                </a:lnTo>
                <a:lnTo>
                  <a:pt x="2620844" y="742612"/>
                </a:lnTo>
                <a:lnTo>
                  <a:pt x="2546105" y="613161"/>
                </a:lnTo>
                <a:lnTo>
                  <a:pt x="541555" y="1770488"/>
                </a:lnTo>
                <a:lnTo>
                  <a:pt x="392077" y="1511585"/>
                </a:lnTo>
                <a:lnTo>
                  <a:pt x="2396627" y="354257"/>
                </a:lnTo>
                <a:close/>
                <a:moveTo>
                  <a:pt x="0" y="0"/>
                </a:moveTo>
                <a:lnTo>
                  <a:pt x="180000" y="0"/>
                </a:lnTo>
                <a:lnTo>
                  <a:pt x="180000" y="3059999"/>
                </a:lnTo>
                <a:lnTo>
                  <a:pt x="3240000" y="3059999"/>
                </a:lnTo>
                <a:lnTo>
                  <a:pt x="3240000" y="3239999"/>
                </a:lnTo>
                <a:lnTo>
                  <a:pt x="180000" y="3239999"/>
                </a:lnTo>
                <a:lnTo>
                  <a:pt x="180000" y="3240000"/>
                </a:lnTo>
                <a:lnTo>
                  <a:pt x="0" y="3240000"/>
                </a:lnTo>
                <a:lnTo>
                  <a:pt x="0" y="3239999"/>
                </a:lnTo>
                <a:lnTo>
                  <a:pt x="0" y="3059999"/>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8540806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F8D02F9D-ABE6-22FC-5B42-B580EC5FB763}"/>
              </a:ext>
            </a:extLst>
          </p:cNvPr>
          <p:cNvSpPr txBox="1"/>
          <p:nvPr/>
        </p:nvSpPr>
        <p:spPr>
          <a:xfrm>
            <a:off x="12855559" y="-777195"/>
            <a:ext cx="7543213" cy="3293209"/>
          </a:xfrm>
          <a:prstGeom prst="rect">
            <a:avLst/>
          </a:prstGeom>
          <a:noFill/>
        </p:spPr>
        <p:txBody>
          <a:bodyPr wrap="square">
            <a:spAutoFit/>
          </a:bodyPr>
          <a:lstStyle/>
          <a:p>
            <a:pPr marL="285750" indent="-285750" algn="just">
              <a:buClr>
                <a:schemeClr val="accent4"/>
              </a:buClr>
              <a:buSzPct val="100000"/>
              <a:buFont typeface="Wingdings" panose="05000000000000000000" pitchFamily="2" charset="2"/>
              <a:buChar char="ü"/>
            </a:pPr>
            <a:r>
              <a:rPr lang="en-US" sz="2600" dirty="0">
                <a:solidFill>
                  <a:schemeClr val="bg1"/>
                </a:solidFill>
              </a:rPr>
              <a:t>Blue is the color that is widely accepted by both men and women.</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 Hence, taking the monochromatic combination of Grayish-blue, Occur-yellow, and White.</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This color combination gives the website a modern, polished appearance.</a:t>
            </a:r>
          </a:p>
        </p:txBody>
      </p:sp>
      <p:sp>
        <p:nvSpPr>
          <p:cNvPr id="37" name="TextBox 36">
            <a:extLst>
              <a:ext uri="{FF2B5EF4-FFF2-40B4-BE49-F238E27FC236}">
                <a16:creationId xmlns:a16="http://schemas.microsoft.com/office/drawing/2014/main" id="{2F9D1CF1-9546-7497-CCFA-1E506334B2C9}"/>
              </a:ext>
            </a:extLst>
          </p:cNvPr>
          <p:cNvSpPr txBox="1"/>
          <p:nvPr/>
        </p:nvSpPr>
        <p:spPr>
          <a:xfrm>
            <a:off x="1215129" y="1417141"/>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Customer Empathy</a:t>
            </a:r>
          </a:p>
        </p:txBody>
      </p:sp>
      <p:sp>
        <p:nvSpPr>
          <p:cNvPr id="41" name="Block Arc 25">
            <a:extLst>
              <a:ext uri="{FF2B5EF4-FFF2-40B4-BE49-F238E27FC236}">
                <a16:creationId xmlns:a16="http://schemas.microsoft.com/office/drawing/2014/main" id="{EA096BB1-8363-4C53-3720-D0CD85C4A2C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70" name="TextBox 69">
            <a:extLst>
              <a:ext uri="{FF2B5EF4-FFF2-40B4-BE49-F238E27FC236}">
                <a16:creationId xmlns:a16="http://schemas.microsoft.com/office/drawing/2014/main" id="{48313E72-5C55-22EF-0F23-8A6837B136CB}"/>
              </a:ext>
            </a:extLst>
          </p:cNvPr>
          <p:cNvSpPr txBox="1"/>
          <p:nvPr/>
        </p:nvSpPr>
        <p:spPr>
          <a:xfrm>
            <a:off x="1122574" y="2237759"/>
            <a:ext cx="7975291" cy="1292662"/>
          </a:xfrm>
          <a:prstGeom prst="rect">
            <a:avLst/>
          </a:prstGeom>
          <a:noFill/>
        </p:spPr>
        <p:txBody>
          <a:bodyPr wrap="square">
            <a:spAutoFit/>
          </a:bodyPr>
          <a:lstStyle/>
          <a:p>
            <a:pPr marL="457200" indent="-457200" algn="just">
              <a:buClr>
                <a:schemeClr val="accent4"/>
              </a:buClr>
              <a:buSzPct val="100000"/>
              <a:buFont typeface="Wingdings" panose="05000000000000000000" pitchFamily="2" charset="2"/>
              <a:buChar char="ü"/>
            </a:pPr>
            <a:r>
              <a:rPr lang="en-US" sz="2600" dirty="0">
                <a:solidFill>
                  <a:schemeClr val="bg1"/>
                </a:solidFill>
              </a:rPr>
              <a:t>The user must get verification of their activities. This gives the user confidence, which makes him feel satisfied.</a:t>
            </a:r>
          </a:p>
        </p:txBody>
      </p:sp>
      <p:grpSp>
        <p:nvGrpSpPr>
          <p:cNvPr id="21" name="Group 20">
            <a:extLst>
              <a:ext uri="{FF2B5EF4-FFF2-40B4-BE49-F238E27FC236}">
                <a16:creationId xmlns:a16="http://schemas.microsoft.com/office/drawing/2014/main" id="{AFCCEC73-60A7-C8C2-39B3-D250D0066A87}"/>
              </a:ext>
            </a:extLst>
          </p:cNvPr>
          <p:cNvGrpSpPr/>
          <p:nvPr/>
        </p:nvGrpSpPr>
        <p:grpSpPr>
          <a:xfrm flipH="1">
            <a:off x="5568737" y="3101337"/>
            <a:ext cx="3352032" cy="3766551"/>
            <a:chOff x="1100103" y="2793247"/>
            <a:chExt cx="3462029" cy="3687030"/>
          </a:xfrm>
        </p:grpSpPr>
        <p:sp>
          <p:nvSpPr>
            <p:cNvPr id="52" name="Freeform 18">
              <a:extLst>
                <a:ext uri="{FF2B5EF4-FFF2-40B4-BE49-F238E27FC236}">
                  <a16:creationId xmlns:a16="http://schemas.microsoft.com/office/drawing/2014/main" id="{6BEAF61A-F524-DFA9-8E86-33ADDDE1112A}"/>
                </a:ext>
              </a:extLst>
            </p:cNvPr>
            <p:cNvSpPr>
              <a:spLocks/>
            </p:cNvSpPr>
            <p:nvPr/>
          </p:nvSpPr>
          <p:spPr bwMode="auto">
            <a:xfrm flipH="1">
              <a:off x="1259632" y="2793247"/>
              <a:ext cx="1656184" cy="1741475"/>
            </a:xfrm>
            <a:custGeom>
              <a:avLst/>
              <a:gdLst/>
              <a:ahLst/>
              <a:cxnLst/>
              <a:rect l="l" t="t" r="r" b="b"/>
              <a:pathLst>
                <a:path w="1656184" h="1741475">
                  <a:moveTo>
                    <a:pt x="853425" y="0"/>
                  </a:moveTo>
                  <a:lnTo>
                    <a:pt x="789249" y="5234"/>
                  </a:lnTo>
                  <a:lnTo>
                    <a:pt x="628247" y="41869"/>
                  </a:lnTo>
                  <a:lnTo>
                    <a:pt x="580396" y="59896"/>
                  </a:lnTo>
                  <a:lnTo>
                    <a:pt x="533110" y="80250"/>
                  </a:lnTo>
                  <a:lnTo>
                    <a:pt x="486948" y="104673"/>
                  </a:lnTo>
                  <a:lnTo>
                    <a:pt x="444164" y="132005"/>
                  </a:lnTo>
                  <a:lnTo>
                    <a:pt x="403069" y="162825"/>
                  </a:lnTo>
                  <a:lnTo>
                    <a:pt x="365352" y="196553"/>
                  </a:lnTo>
                  <a:lnTo>
                    <a:pt x="330449" y="233188"/>
                  </a:lnTo>
                  <a:lnTo>
                    <a:pt x="298924" y="273313"/>
                  </a:lnTo>
                  <a:lnTo>
                    <a:pt x="271340" y="315764"/>
                  </a:lnTo>
                  <a:lnTo>
                    <a:pt x="247696" y="361123"/>
                  </a:lnTo>
                  <a:lnTo>
                    <a:pt x="227993" y="409970"/>
                  </a:lnTo>
                  <a:lnTo>
                    <a:pt x="196468" y="544301"/>
                  </a:lnTo>
                  <a:lnTo>
                    <a:pt x="193653" y="576865"/>
                  </a:lnTo>
                  <a:cubicBezTo>
                    <a:pt x="193278" y="587139"/>
                    <a:pt x="192903" y="597412"/>
                    <a:pt x="192528" y="607686"/>
                  </a:cubicBezTo>
                  <a:cubicBezTo>
                    <a:pt x="192903" y="617184"/>
                    <a:pt x="193278" y="626682"/>
                    <a:pt x="193653" y="636180"/>
                  </a:cubicBezTo>
                  <a:cubicBezTo>
                    <a:pt x="193840" y="645678"/>
                    <a:pt x="194028" y="655177"/>
                    <a:pt x="194216" y="664674"/>
                  </a:cubicBezTo>
                  <a:lnTo>
                    <a:pt x="194216" y="691424"/>
                  </a:lnTo>
                  <a:lnTo>
                    <a:pt x="191402" y="716430"/>
                  </a:lnTo>
                  <a:lnTo>
                    <a:pt x="182958" y="742016"/>
                  </a:lnTo>
                  <a:lnTo>
                    <a:pt x="167758" y="772837"/>
                  </a:lnTo>
                  <a:lnTo>
                    <a:pt x="149181" y="801331"/>
                  </a:lnTo>
                  <a:lnTo>
                    <a:pt x="128915" y="826336"/>
                  </a:lnTo>
                  <a:lnTo>
                    <a:pt x="107523" y="851923"/>
                  </a:lnTo>
                  <a:lnTo>
                    <a:pt x="85005" y="875184"/>
                  </a:lnTo>
                  <a:lnTo>
                    <a:pt x="62487" y="898445"/>
                  </a:lnTo>
                  <a:lnTo>
                    <a:pt x="41095" y="924031"/>
                  </a:lnTo>
                  <a:lnTo>
                    <a:pt x="33777" y="931009"/>
                  </a:lnTo>
                  <a:lnTo>
                    <a:pt x="24769" y="939732"/>
                  </a:lnTo>
                  <a:lnTo>
                    <a:pt x="15200" y="950199"/>
                  </a:lnTo>
                  <a:lnTo>
                    <a:pt x="7319" y="960666"/>
                  </a:lnTo>
                  <a:lnTo>
                    <a:pt x="2252" y="973460"/>
                  </a:lnTo>
                  <a:lnTo>
                    <a:pt x="0" y="987416"/>
                  </a:lnTo>
                  <a:lnTo>
                    <a:pt x="2815" y="1001955"/>
                  </a:lnTo>
                  <a:lnTo>
                    <a:pt x="10133" y="1015911"/>
                  </a:lnTo>
                  <a:lnTo>
                    <a:pt x="22518" y="1027541"/>
                  </a:lnTo>
                  <a:lnTo>
                    <a:pt x="36592" y="1035682"/>
                  </a:lnTo>
                  <a:lnTo>
                    <a:pt x="54043" y="1043243"/>
                  </a:lnTo>
                  <a:lnTo>
                    <a:pt x="72621" y="1049639"/>
                  </a:lnTo>
                  <a:lnTo>
                    <a:pt x="91197" y="1056035"/>
                  </a:lnTo>
                  <a:lnTo>
                    <a:pt x="109212" y="1062432"/>
                  </a:lnTo>
                  <a:lnTo>
                    <a:pt x="126663" y="1069992"/>
                  </a:lnTo>
                  <a:lnTo>
                    <a:pt x="142425" y="1078133"/>
                  </a:lnTo>
                  <a:lnTo>
                    <a:pt x="153685" y="1088601"/>
                  </a:lnTo>
                  <a:lnTo>
                    <a:pt x="150306" y="1102557"/>
                  </a:lnTo>
                  <a:lnTo>
                    <a:pt x="144114" y="1115351"/>
                  </a:lnTo>
                  <a:lnTo>
                    <a:pt x="137921" y="1128725"/>
                  </a:lnTo>
                  <a:lnTo>
                    <a:pt x="131166" y="1141518"/>
                  </a:lnTo>
                  <a:lnTo>
                    <a:pt x="124974" y="1154312"/>
                  </a:lnTo>
                  <a:lnTo>
                    <a:pt x="120471" y="1167105"/>
                  </a:lnTo>
                  <a:lnTo>
                    <a:pt x="118781" y="1178735"/>
                  </a:lnTo>
                  <a:lnTo>
                    <a:pt x="119907" y="1191529"/>
                  </a:lnTo>
                  <a:lnTo>
                    <a:pt x="126100" y="1203159"/>
                  </a:lnTo>
                  <a:lnTo>
                    <a:pt x="137359" y="1214790"/>
                  </a:lnTo>
                  <a:lnTo>
                    <a:pt x="153685" y="1226420"/>
                  </a:lnTo>
                  <a:lnTo>
                    <a:pt x="150306" y="1235725"/>
                  </a:lnTo>
                  <a:lnTo>
                    <a:pt x="145240" y="1245029"/>
                  </a:lnTo>
                  <a:lnTo>
                    <a:pt x="141300" y="1256077"/>
                  </a:lnTo>
                  <a:lnTo>
                    <a:pt x="140174" y="1267708"/>
                  </a:lnTo>
                  <a:lnTo>
                    <a:pt x="142425" y="1279339"/>
                  </a:lnTo>
                  <a:lnTo>
                    <a:pt x="148618" y="1289806"/>
                  </a:lnTo>
                  <a:lnTo>
                    <a:pt x="156499" y="1297947"/>
                  </a:lnTo>
                  <a:lnTo>
                    <a:pt x="166632" y="1305506"/>
                  </a:lnTo>
                  <a:lnTo>
                    <a:pt x="176765" y="1310740"/>
                  </a:lnTo>
                  <a:lnTo>
                    <a:pt x="186335" y="1317137"/>
                  </a:lnTo>
                  <a:lnTo>
                    <a:pt x="195343" y="1325860"/>
                  </a:lnTo>
                  <a:lnTo>
                    <a:pt x="200408" y="1335164"/>
                  </a:lnTo>
                  <a:lnTo>
                    <a:pt x="205475" y="1352028"/>
                  </a:lnTo>
                  <a:lnTo>
                    <a:pt x="205475" y="1371218"/>
                  </a:lnTo>
                  <a:lnTo>
                    <a:pt x="203787" y="1389245"/>
                  </a:lnTo>
                  <a:lnTo>
                    <a:pt x="199283" y="1407854"/>
                  </a:lnTo>
                  <a:lnTo>
                    <a:pt x="195343" y="1425881"/>
                  </a:lnTo>
                  <a:lnTo>
                    <a:pt x="192528" y="1442163"/>
                  </a:lnTo>
                  <a:lnTo>
                    <a:pt x="190276" y="1465424"/>
                  </a:lnTo>
                  <a:lnTo>
                    <a:pt x="192528" y="1486358"/>
                  </a:lnTo>
                  <a:lnTo>
                    <a:pt x="198719" y="1505548"/>
                  </a:lnTo>
                  <a:lnTo>
                    <a:pt x="206601" y="1522413"/>
                  </a:lnTo>
                  <a:lnTo>
                    <a:pt x="217860" y="1535787"/>
                  </a:lnTo>
                  <a:lnTo>
                    <a:pt x="232497" y="1548581"/>
                  </a:lnTo>
                  <a:lnTo>
                    <a:pt x="246570" y="1559048"/>
                  </a:lnTo>
                  <a:lnTo>
                    <a:pt x="262896" y="1567771"/>
                  </a:lnTo>
                  <a:lnTo>
                    <a:pt x="279221" y="1575331"/>
                  </a:lnTo>
                  <a:lnTo>
                    <a:pt x="295546" y="1579401"/>
                  </a:lnTo>
                  <a:lnTo>
                    <a:pt x="325383" y="1584635"/>
                  </a:lnTo>
                  <a:lnTo>
                    <a:pt x="356908" y="1586961"/>
                  </a:lnTo>
                  <a:lnTo>
                    <a:pt x="390121" y="1585798"/>
                  </a:lnTo>
                  <a:lnTo>
                    <a:pt x="422772" y="1582309"/>
                  </a:lnTo>
                  <a:lnTo>
                    <a:pt x="455423" y="1578238"/>
                  </a:lnTo>
                  <a:lnTo>
                    <a:pt x="486385" y="1571841"/>
                  </a:lnTo>
                  <a:lnTo>
                    <a:pt x="513969" y="1564281"/>
                  </a:lnTo>
                  <a:lnTo>
                    <a:pt x="529900" y="1558923"/>
                  </a:lnTo>
                  <a:lnTo>
                    <a:pt x="609866" y="1741475"/>
                  </a:lnTo>
                  <a:lnTo>
                    <a:pt x="699234" y="1702328"/>
                  </a:lnTo>
                  <a:lnTo>
                    <a:pt x="697686" y="1708838"/>
                  </a:lnTo>
                  <a:lnTo>
                    <a:pt x="1413007" y="1487444"/>
                  </a:lnTo>
                  <a:lnTo>
                    <a:pt x="1412429" y="1485195"/>
                  </a:lnTo>
                  <a:lnTo>
                    <a:pt x="1405111" y="1455538"/>
                  </a:lnTo>
                  <a:lnTo>
                    <a:pt x="1398918" y="1425881"/>
                  </a:lnTo>
                  <a:lnTo>
                    <a:pt x="1394978" y="1398549"/>
                  </a:lnTo>
                  <a:lnTo>
                    <a:pt x="1392163" y="1372381"/>
                  </a:lnTo>
                  <a:lnTo>
                    <a:pt x="1391037" y="1350865"/>
                  </a:lnTo>
                  <a:lnTo>
                    <a:pt x="1392163" y="1332837"/>
                  </a:lnTo>
                  <a:lnTo>
                    <a:pt x="1401171" y="1295039"/>
                  </a:lnTo>
                  <a:lnTo>
                    <a:pt x="1412429" y="1260148"/>
                  </a:lnTo>
                  <a:lnTo>
                    <a:pt x="1426503" y="1227001"/>
                  </a:lnTo>
                  <a:lnTo>
                    <a:pt x="1443954" y="1197926"/>
                  </a:lnTo>
                  <a:lnTo>
                    <a:pt x="1469849" y="1161872"/>
                  </a:lnTo>
                  <a:lnTo>
                    <a:pt x="1496308" y="1125818"/>
                  </a:lnTo>
                  <a:lnTo>
                    <a:pt x="1522767" y="1090926"/>
                  </a:lnTo>
                  <a:lnTo>
                    <a:pt x="1549788" y="1053710"/>
                  </a:lnTo>
                  <a:lnTo>
                    <a:pt x="1573995" y="1015911"/>
                  </a:lnTo>
                  <a:lnTo>
                    <a:pt x="1597637" y="976949"/>
                  </a:lnTo>
                  <a:lnTo>
                    <a:pt x="1617341" y="934499"/>
                  </a:lnTo>
                  <a:lnTo>
                    <a:pt x="1633666" y="889140"/>
                  </a:lnTo>
                  <a:lnTo>
                    <a:pt x="1646051" y="836222"/>
                  </a:lnTo>
                  <a:lnTo>
                    <a:pt x="1652807" y="782141"/>
                  </a:lnTo>
                  <a:lnTo>
                    <a:pt x="1656184" y="726897"/>
                  </a:lnTo>
                  <a:cubicBezTo>
                    <a:pt x="1655809" y="708289"/>
                    <a:pt x="1655434" y="689680"/>
                    <a:pt x="1655059" y="671072"/>
                  </a:cubicBezTo>
                  <a:lnTo>
                    <a:pt x="1651118" y="616409"/>
                  </a:lnTo>
                  <a:lnTo>
                    <a:pt x="1642674" y="563490"/>
                  </a:lnTo>
                  <a:lnTo>
                    <a:pt x="1631415" y="511736"/>
                  </a:lnTo>
                  <a:lnTo>
                    <a:pt x="1617341" y="464051"/>
                  </a:lnTo>
                  <a:lnTo>
                    <a:pt x="1601579" y="420438"/>
                  </a:lnTo>
                  <a:lnTo>
                    <a:pt x="1583565" y="381475"/>
                  </a:lnTo>
                  <a:lnTo>
                    <a:pt x="1556543" y="334954"/>
                  </a:lnTo>
                  <a:lnTo>
                    <a:pt x="1527270" y="290759"/>
                  </a:lnTo>
                  <a:lnTo>
                    <a:pt x="1494056" y="249471"/>
                  </a:lnTo>
                  <a:lnTo>
                    <a:pt x="1458590" y="209928"/>
                  </a:lnTo>
                  <a:lnTo>
                    <a:pt x="1419747" y="174455"/>
                  </a:lnTo>
                  <a:lnTo>
                    <a:pt x="1376400" y="141309"/>
                  </a:lnTo>
                  <a:lnTo>
                    <a:pt x="1331365" y="111652"/>
                  </a:lnTo>
                  <a:lnTo>
                    <a:pt x="1283515" y="85483"/>
                  </a:lnTo>
                  <a:lnTo>
                    <a:pt x="1231161" y="63386"/>
                  </a:lnTo>
                  <a:lnTo>
                    <a:pt x="1177119" y="43033"/>
                  </a:lnTo>
                  <a:lnTo>
                    <a:pt x="1118572" y="27332"/>
                  </a:lnTo>
                  <a:lnTo>
                    <a:pt x="1057210" y="14538"/>
                  </a:lnTo>
                  <a:lnTo>
                    <a:pt x="993036" y="5815"/>
                  </a:lnTo>
                  <a:lnTo>
                    <a:pt x="925482" y="582"/>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ko-KR" altLang="en-US" sz="2701"/>
            </a:p>
          </p:txBody>
        </p:sp>
        <p:sp>
          <p:nvSpPr>
            <p:cNvPr id="54" name="Rounded Rectangle 18">
              <a:extLst>
                <a:ext uri="{FF2B5EF4-FFF2-40B4-BE49-F238E27FC236}">
                  <a16:creationId xmlns:a16="http://schemas.microsoft.com/office/drawing/2014/main" id="{C5800BC5-8E18-5CA9-0A7C-5A8B03F58631}"/>
                </a:ext>
              </a:extLst>
            </p:cNvPr>
            <p:cNvSpPr/>
            <p:nvPr/>
          </p:nvSpPr>
          <p:spPr>
            <a:xfrm>
              <a:off x="2733332" y="3284983"/>
              <a:ext cx="1828800" cy="648072"/>
            </a:xfrm>
            <a:custGeom>
              <a:avLst/>
              <a:gdLst/>
              <a:ahLst/>
              <a:cxnLst/>
              <a:rect l="l" t="t" r="r" b="b"/>
              <a:pathLst>
                <a:path w="1828800" h="648072">
                  <a:moveTo>
                    <a:pt x="1605221" y="0"/>
                  </a:moveTo>
                  <a:lnTo>
                    <a:pt x="1764347" y="0"/>
                  </a:lnTo>
                  <a:cubicBezTo>
                    <a:pt x="1799943" y="0"/>
                    <a:pt x="1828800" y="28857"/>
                    <a:pt x="1828800" y="64453"/>
                  </a:cubicBezTo>
                  <a:lnTo>
                    <a:pt x="1828800" y="583619"/>
                  </a:lnTo>
                  <a:cubicBezTo>
                    <a:pt x="1828800" y="619215"/>
                    <a:pt x="1799943" y="648072"/>
                    <a:pt x="1764347" y="648072"/>
                  </a:cubicBezTo>
                  <a:lnTo>
                    <a:pt x="1605221" y="648072"/>
                  </a:lnTo>
                  <a:cubicBezTo>
                    <a:pt x="1569625" y="648072"/>
                    <a:pt x="1540768" y="619215"/>
                    <a:pt x="1540768" y="583619"/>
                  </a:cubicBezTo>
                  <a:lnTo>
                    <a:pt x="1540768" y="581685"/>
                  </a:lnTo>
                  <a:lnTo>
                    <a:pt x="250059" y="581685"/>
                  </a:lnTo>
                  <a:cubicBezTo>
                    <a:pt x="224426" y="581685"/>
                    <a:pt x="203646" y="560905"/>
                    <a:pt x="203646" y="535272"/>
                  </a:cubicBezTo>
                  <a:lnTo>
                    <a:pt x="203646" y="466247"/>
                  </a:lnTo>
                  <a:cubicBezTo>
                    <a:pt x="203230" y="466497"/>
                    <a:pt x="202808" y="466502"/>
                    <a:pt x="202384" y="466502"/>
                  </a:cubicBezTo>
                  <a:lnTo>
                    <a:pt x="49692" y="466502"/>
                  </a:lnTo>
                  <a:cubicBezTo>
                    <a:pt x="22248" y="466502"/>
                    <a:pt x="0" y="444254"/>
                    <a:pt x="0" y="416810"/>
                  </a:cubicBezTo>
                  <a:lnTo>
                    <a:pt x="0" y="193708"/>
                  </a:lnTo>
                  <a:cubicBezTo>
                    <a:pt x="0" y="166264"/>
                    <a:pt x="22248" y="144016"/>
                    <a:pt x="49692" y="144016"/>
                  </a:cubicBezTo>
                  <a:lnTo>
                    <a:pt x="202384" y="144016"/>
                  </a:lnTo>
                  <a:lnTo>
                    <a:pt x="203646" y="144271"/>
                  </a:lnTo>
                  <a:lnTo>
                    <a:pt x="203646" y="112801"/>
                  </a:lnTo>
                  <a:cubicBezTo>
                    <a:pt x="203646" y="87168"/>
                    <a:pt x="224426" y="66388"/>
                    <a:pt x="250059" y="66388"/>
                  </a:cubicBezTo>
                  <a:lnTo>
                    <a:pt x="1540768" y="66388"/>
                  </a:lnTo>
                  <a:lnTo>
                    <a:pt x="1540768" y="64453"/>
                  </a:lnTo>
                  <a:cubicBezTo>
                    <a:pt x="1540768" y="28857"/>
                    <a:pt x="1569625" y="0"/>
                    <a:pt x="1605221"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1" name="Freeform 15">
              <a:extLst>
                <a:ext uri="{FF2B5EF4-FFF2-40B4-BE49-F238E27FC236}">
                  <a16:creationId xmlns:a16="http://schemas.microsoft.com/office/drawing/2014/main" id="{264A81FB-CA40-CC2A-43E9-C0B6D223C41D}"/>
                </a:ext>
              </a:extLst>
            </p:cNvPr>
            <p:cNvSpPr/>
            <p:nvPr/>
          </p:nvSpPr>
          <p:spPr>
            <a:xfrm>
              <a:off x="2940573" y="3339509"/>
              <a:ext cx="669512" cy="864666"/>
            </a:xfrm>
            <a:custGeom>
              <a:avLst/>
              <a:gdLst>
                <a:gd name="connsiteX0" fmla="*/ 237850 w 650123"/>
                <a:gd name="connsiteY0" fmla="*/ 850974 h 866830"/>
                <a:gd name="connsiteX1" fmla="*/ 0 w 650123"/>
                <a:gd name="connsiteY1" fmla="*/ 63427 h 866830"/>
                <a:gd name="connsiteX2" fmla="*/ 153281 w 650123"/>
                <a:gd name="connsiteY2" fmla="*/ 184994 h 866830"/>
                <a:gd name="connsiteX3" fmla="*/ 216708 w 650123"/>
                <a:gd name="connsiteY3" fmla="*/ 5286 h 866830"/>
                <a:gd name="connsiteX4" fmla="*/ 317133 w 650123"/>
                <a:gd name="connsiteY4" fmla="*/ 184994 h 866830"/>
                <a:gd name="connsiteX5" fmla="*/ 359418 w 650123"/>
                <a:gd name="connsiteY5" fmla="*/ 0 h 866830"/>
                <a:gd name="connsiteX6" fmla="*/ 475700 w 650123"/>
                <a:gd name="connsiteY6" fmla="*/ 126853 h 866830"/>
                <a:gd name="connsiteX7" fmla="*/ 539126 w 650123"/>
                <a:gd name="connsiteY7" fmla="*/ 36999 h 866830"/>
                <a:gd name="connsiteX8" fmla="*/ 650123 w 650123"/>
                <a:gd name="connsiteY8" fmla="*/ 866830 h 866830"/>
                <a:gd name="connsiteX9" fmla="*/ 237850 w 650123"/>
                <a:gd name="connsiteY9" fmla="*/ 850974 h 866830"/>
                <a:gd name="connsiteX0" fmla="*/ 197028 w 609301"/>
                <a:gd name="connsiteY0" fmla="*/ 850974 h 866830"/>
                <a:gd name="connsiteX1" fmla="*/ 0 w 609301"/>
                <a:gd name="connsiteY1" fmla="*/ 60706 h 866830"/>
                <a:gd name="connsiteX2" fmla="*/ 112459 w 609301"/>
                <a:gd name="connsiteY2" fmla="*/ 184994 h 866830"/>
                <a:gd name="connsiteX3" fmla="*/ 175886 w 609301"/>
                <a:gd name="connsiteY3" fmla="*/ 5286 h 866830"/>
                <a:gd name="connsiteX4" fmla="*/ 276311 w 609301"/>
                <a:gd name="connsiteY4" fmla="*/ 184994 h 866830"/>
                <a:gd name="connsiteX5" fmla="*/ 318596 w 609301"/>
                <a:gd name="connsiteY5" fmla="*/ 0 h 866830"/>
                <a:gd name="connsiteX6" fmla="*/ 434878 w 609301"/>
                <a:gd name="connsiteY6" fmla="*/ 126853 h 866830"/>
                <a:gd name="connsiteX7" fmla="*/ 498304 w 609301"/>
                <a:gd name="connsiteY7" fmla="*/ 36999 h 866830"/>
                <a:gd name="connsiteX8" fmla="*/ 609301 w 609301"/>
                <a:gd name="connsiteY8" fmla="*/ 866830 h 866830"/>
                <a:gd name="connsiteX9" fmla="*/ 197028 w 609301"/>
                <a:gd name="connsiteY9" fmla="*/ 850974 h 866830"/>
                <a:gd name="connsiteX0" fmla="*/ 208370 w 620643"/>
                <a:gd name="connsiteY0" fmla="*/ 850974 h 866830"/>
                <a:gd name="connsiteX1" fmla="*/ 11342 w 620643"/>
                <a:gd name="connsiteY1" fmla="*/ 60706 h 866830"/>
                <a:gd name="connsiteX2" fmla="*/ 123801 w 620643"/>
                <a:gd name="connsiteY2" fmla="*/ 184994 h 866830"/>
                <a:gd name="connsiteX3" fmla="*/ 187228 w 620643"/>
                <a:gd name="connsiteY3" fmla="*/ 5286 h 866830"/>
                <a:gd name="connsiteX4" fmla="*/ 287653 w 620643"/>
                <a:gd name="connsiteY4" fmla="*/ 184994 h 866830"/>
                <a:gd name="connsiteX5" fmla="*/ 329938 w 620643"/>
                <a:gd name="connsiteY5" fmla="*/ 0 h 866830"/>
                <a:gd name="connsiteX6" fmla="*/ 446220 w 620643"/>
                <a:gd name="connsiteY6" fmla="*/ 126853 h 866830"/>
                <a:gd name="connsiteX7" fmla="*/ 509646 w 620643"/>
                <a:gd name="connsiteY7" fmla="*/ 36999 h 866830"/>
                <a:gd name="connsiteX8" fmla="*/ 620643 w 620643"/>
                <a:gd name="connsiteY8" fmla="*/ 866830 h 866830"/>
                <a:gd name="connsiteX9" fmla="*/ 208370 w 620643"/>
                <a:gd name="connsiteY9" fmla="*/ 850974 h 866830"/>
                <a:gd name="connsiteX0" fmla="*/ 208370 w 620643"/>
                <a:gd name="connsiteY0" fmla="*/ 850974 h 866830"/>
                <a:gd name="connsiteX1" fmla="*/ 11342 w 620643"/>
                <a:gd name="connsiteY1" fmla="*/ 60706 h 866830"/>
                <a:gd name="connsiteX2" fmla="*/ 123801 w 620643"/>
                <a:gd name="connsiteY2" fmla="*/ 184994 h 866830"/>
                <a:gd name="connsiteX3" fmla="*/ 187228 w 620643"/>
                <a:gd name="connsiteY3" fmla="*/ 5286 h 866830"/>
                <a:gd name="connsiteX4" fmla="*/ 287653 w 620643"/>
                <a:gd name="connsiteY4" fmla="*/ 184994 h 866830"/>
                <a:gd name="connsiteX5" fmla="*/ 329938 w 620643"/>
                <a:gd name="connsiteY5" fmla="*/ 0 h 866830"/>
                <a:gd name="connsiteX6" fmla="*/ 446220 w 620643"/>
                <a:gd name="connsiteY6" fmla="*/ 126853 h 866830"/>
                <a:gd name="connsiteX7" fmla="*/ 509646 w 620643"/>
                <a:gd name="connsiteY7" fmla="*/ 36999 h 866830"/>
                <a:gd name="connsiteX8" fmla="*/ 620643 w 620643"/>
                <a:gd name="connsiteY8" fmla="*/ 866830 h 866830"/>
                <a:gd name="connsiteX9" fmla="*/ 208370 w 620643"/>
                <a:gd name="connsiteY9" fmla="*/ 850974 h 866830"/>
                <a:gd name="connsiteX0" fmla="*/ 209189 w 621462"/>
                <a:gd name="connsiteY0" fmla="*/ 850974 h 866830"/>
                <a:gd name="connsiteX1" fmla="*/ 12161 w 621462"/>
                <a:gd name="connsiteY1" fmla="*/ 60706 h 866830"/>
                <a:gd name="connsiteX2" fmla="*/ 124620 w 621462"/>
                <a:gd name="connsiteY2" fmla="*/ 184994 h 866830"/>
                <a:gd name="connsiteX3" fmla="*/ 188047 w 621462"/>
                <a:gd name="connsiteY3" fmla="*/ 5286 h 866830"/>
                <a:gd name="connsiteX4" fmla="*/ 288472 w 621462"/>
                <a:gd name="connsiteY4" fmla="*/ 184994 h 866830"/>
                <a:gd name="connsiteX5" fmla="*/ 330757 w 621462"/>
                <a:gd name="connsiteY5" fmla="*/ 0 h 866830"/>
                <a:gd name="connsiteX6" fmla="*/ 447039 w 621462"/>
                <a:gd name="connsiteY6" fmla="*/ 126853 h 866830"/>
                <a:gd name="connsiteX7" fmla="*/ 510465 w 621462"/>
                <a:gd name="connsiteY7" fmla="*/ 36999 h 866830"/>
                <a:gd name="connsiteX8" fmla="*/ 621462 w 621462"/>
                <a:gd name="connsiteY8" fmla="*/ 866830 h 866830"/>
                <a:gd name="connsiteX9" fmla="*/ 209189 w 621462"/>
                <a:gd name="connsiteY9" fmla="*/ 850974 h 866830"/>
                <a:gd name="connsiteX0" fmla="*/ 160744 w 624724"/>
                <a:gd name="connsiteY0" fmla="*/ 812874 h 866830"/>
                <a:gd name="connsiteX1" fmla="*/ 15423 w 624724"/>
                <a:gd name="connsiteY1" fmla="*/ 60706 h 866830"/>
                <a:gd name="connsiteX2" fmla="*/ 127882 w 624724"/>
                <a:gd name="connsiteY2" fmla="*/ 184994 h 866830"/>
                <a:gd name="connsiteX3" fmla="*/ 191309 w 624724"/>
                <a:gd name="connsiteY3" fmla="*/ 5286 h 866830"/>
                <a:gd name="connsiteX4" fmla="*/ 291734 w 624724"/>
                <a:gd name="connsiteY4" fmla="*/ 184994 h 866830"/>
                <a:gd name="connsiteX5" fmla="*/ 334019 w 624724"/>
                <a:gd name="connsiteY5" fmla="*/ 0 h 866830"/>
                <a:gd name="connsiteX6" fmla="*/ 450301 w 624724"/>
                <a:gd name="connsiteY6" fmla="*/ 126853 h 866830"/>
                <a:gd name="connsiteX7" fmla="*/ 513727 w 624724"/>
                <a:gd name="connsiteY7" fmla="*/ 36999 h 866830"/>
                <a:gd name="connsiteX8" fmla="*/ 624724 w 624724"/>
                <a:gd name="connsiteY8" fmla="*/ 866830 h 866830"/>
                <a:gd name="connsiteX9" fmla="*/ 160744 w 624724"/>
                <a:gd name="connsiteY9" fmla="*/ 812874 h 866830"/>
                <a:gd name="connsiteX0" fmla="*/ 206607 w 621601"/>
                <a:gd name="connsiteY0" fmla="*/ 853696 h 866830"/>
                <a:gd name="connsiteX1" fmla="*/ 12300 w 621601"/>
                <a:gd name="connsiteY1" fmla="*/ 60706 h 866830"/>
                <a:gd name="connsiteX2" fmla="*/ 124759 w 621601"/>
                <a:gd name="connsiteY2" fmla="*/ 184994 h 866830"/>
                <a:gd name="connsiteX3" fmla="*/ 188186 w 621601"/>
                <a:gd name="connsiteY3" fmla="*/ 5286 h 866830"/>
                <a:gd name="connsiteX4" fmla="*/ 288611 w 621601"/>
                <a:gd name="connsiteY4" fmla="*/ 184994 h 866830"/>
                <a:gd name="connsiteX5" fmla="*/ 330896 w 621601"/>
                <a:gd name="connsiteY5" fmla="*/ 0 h 866830"/>
                <a:gd name="connsiteX6" fmla="*/ 447178 w 621601"/>
                <a:gd name="connsiteY6" fmla="*/ 126853 h 866830"/>
                <a:gd name="connsiteX7" fmla="*/ 510604 w 621601"/>
                <a:gd name="connsiteY7" fmla="*/ 36999 h 866830"/>
                <a:gd name="connsiteX8" fmla="*/ 621601 w 621601"/>
                <a:gd name="connsiteY8" fmla="*/ 866830 h 866830"/>
                <a:gd name="connsiteX9" fmla="*/ 206607 w 621601"/>
                <a:gd name="connsiteY9" fmla="*/ 853696 h 866830"/>
                <a:gd name="connsiteX0" fmla="*/ 206607 w 621601"/>
                <a:gd name="connsiteY0" fmla="*/ 853696 h 866830"/>
                <a:gd name="connsiteX1" fmla="*/ 12300 w 621601"/>
                <a:gd name="connsiteY1" fmla="*/ 60706 h 866830"/>
                <a:gd name="connsiteX2" fmla="*/ 124759 w 621601"/>
                <a:gd name="connsiteY2" fmla="*/ 184994 h 866830"/>
                <a:gd name="connsiteX3" fmla="*/ 188186 w 621601"/>
                <a:gd name="connsiteY3" fmla="*/ 5286 h 866830"/>
                <a:gd name="connsiteX4" fmla="*/ 288611 w 621601"/>
                <a:gd name="connsiteY4" fmla="*/ 184994 h 866830"/>
                <a:gd name="connsiteX5" fmla="*/ 330896 w 621601"/>
                <a:gd name="connsiteY5" fmla="*/ 0 h 866830"/>
                <a:gd name="connsiteX6" fmla="*/ 447178 w 621601"/>
                <a:gd name="connsiteY6" fmla="*/ 126853 h 866830"/>
                <a:gd name="connsiteX7" fmla="*/ 510604 w 621601"/>
                <a:gd name="connsiteY7" fmla="*/ 36999 h 866830"/>
                <a:gd name="connsiteX8" fmla="*/ 621601 w 621601"/>
                <a:gd name="connsiteY8" fmla="*/ 866830 h 866830"/>
                <a:gd name="connsiteX9" fmla="*/ 206607 w 621601"/>
                <a:gd name="connsiteY9" fmla="*/ 853696 h 866830"/>
                <a:gd name="connsiteX0" fmla="*/ 206607 w 621601"/>
                <a:gd name="connsiteY0" fmla="*/ 853696 h 866830"/>
                <a:gd name="connsiteX1" fmla="*/ 12300 w 621601"/>
                <a:gd name="connsiteY1" fmla="*/ 60706 h 866830"/>
                <a:gd name="connsiteX2" fmla="*/ 124759 w 621601"/>
                <a:gd name="connsiteY2" fmla="*/ 184994 h 866830"/>
                <a:gd name="connsiteX3" fmla="*/ 188186 w 621601"/>
                <a:gd name="connsiteY3" fmla="*/ 5286 h 866830"/>
                <a:gd name="connsiteX4" fmla="*/ 288611 w 621601"/>
                <a:gd name="connsiteY4" fmla="*/ 184994 h 866830"/>
                <a:gd name="connsiteX5" fmla="*/ 330896 w 621601"/>
                <a:gd name="connsiteY5" fmla="*/ 0 h 866830"/>
                <a:gd name="connsiteX6" fmla="*/ 447178 w 621601"/>
                <a:gd name="connsiteY6" fmla="*/ 126853 h 866830"/>
                <a:gd name="connsiteX7" fmla="*/ 510604 w 621601"/>
                <a:gd name="connsiteY7" fmla="*/ 36999 h 866830"/>
                <a:gd name="connsiteX8" fmla="*/ 621601 w 621601"/>
                <a:gd name="connsiteY8" fmla="*/ 866830 h 866830"/>
                <a:gd name="connsiteX9" fmla="*/ 206607 w 621601"/>
                <a:gd name="connsiteY9" fmla="*/ 853696 h 866830"/>
                <a:gd name="connsiteX0" fmla="*/ 209190 w 621463"/>
                <a:gd name="connsiteY0" fmla="*/ 864582 h 866830"/>
                <a:gd name="connsiteX1" fmla="*/ 12162 w 621463"/>
                <a:gd name="connsiteY1" fmla="*/ 60706 h 866830"/>
                <a:gd name="connsiteX2" fmla="*/ 124621 w 621463"/>
                <a:gd name="connsiteY2" fmla="*/ 184994 h 866830"/>
                <a:gd name="connsiteX3" fmla="*/ 188048 w 621463"/>
                <a:gd name="connsiteY3" fmla="*/ 5286 h 866830"/>
                <a:gd name="connsiteX4" fmla="*/ 288473 w 621463"/>
                <a:gd name="connsiteY4" fmla="*/ 184994 h 866830"/>
                <a:gd name="connsiteX5" fmla="*/ 330758 w 621463"/>
                <a:gd name="connsiteY5" fmla="*/ 0 h 866830"/>
                <a:gd name="connsiteX6" fmla="*/ 447040 w 621463"/>
                <a:gd name="connsiteY6" fmla="*/ 126853 h 866830"/>
                <a:gd name="connsiteX7" fmla="*/ 510466 w 621463"/>
                <a:gd name="connsiteY7" fmla="*/ 36999 h 866830"/>
                <a:gd name="connsiteX8" fmla="*/ 621463 w 621463"/>
                <a:gd name="connsiteY8" fmla="*/ 866830 h 866830"/>
                <a:gd name="connsiteX9" fmla="*/ 209190 w 621463"/>
                <a:gd name="connsiteY9" fmla="*/ 864582 h 866830"/>
                <a:gd name="connsiteX0" fmla="*/ 209190 w 586084"/>
                <a:gd name="connsiteY0" fmla="*/ 864582 h 869551"/>
                <a:gd name="connsiteX1" fmla="*/ 12162 w 586084"/>
                <a:gd name="connsiteY1" fmla="*/ 60706 h 869551"/>
                <a:gd name="connsiteX2" fmla="*/ 124621 w 586084"/>
                <a:gd name="connsiteY2" fmla="*/ 184994 h 869551"/>
                <a:gd name="connsiteX3" fmla="*/ 188048 w 586084"/>
                <a:gd name="connsiteY3" fmla="*/ 5286 h 869551"/>
                <a:gd name="connsiteX4" fmla="*/ 288473 w 586084"/>
                <a:gd name="connsiteY4" fmla="*/ 184994 h 869551"/>
                <a:gd name="connsiteX5" fmla="*/ 330758 w 586084"/>
                <a:gd name="connsiteY5" fmla="*/ 0 h 869551"/>
                <a:gd name="connsiteX6" fmla="*/ 447040 w 586084"/>
                <a:gd name="connsiteY6" fmla="*/ 126853 h 869551"/>
                <a:gd name="connsiteX7" fmla="*/ 510466 w 586084"/>
                <a:gd name="connsiteY7" fmla="*/ 36999 h 869551"/>
                <a:gd name="connsiteX8" fmla="*/ 586084 w 586084"/>
                <a:gd name="connsiteY8" fmla="*/ 869551 h 869551"/>
                <a:gd name="connsiteX9" fmla="*/ 209190 w 586084"/>
                <a:gd name="connsiteY9" fmla="*/ 864582 h 869551"/>
                <a:gd name="connsiteX0" fmla="*/ 209190 w 602413"/>
                <a:gd name="connsiteY0" fmla="*/ 864582 h 864582"/>
                <a:gd name="connsiteX1" fmla="*/ 12162 w 602413"/>
                <a:gd name="connsiteY1" fmla="*/ 60706 h 864582"/>
                <a:gd name="connsiteX2" fmla="*/ 124621 w 602413"/>
                <a:gd name="connsiteY2" fmla="*/ 184994 h 864582"/>
                <a:gd name="connsiteX3" fmla="*/ 188048 w 602413"/>
                <a:gd name="connsiteY3" fmla="*/ 5286 h 864582"/>
                <a:gd name="connsiteX4" fmla="*/ 288473 w 602413"/>
                <a:gd name="connsiteY4" fmla="*/ 184994 h 864582"/>
                <a:gd name="connsiteX5" fmla="*/ 330758 w 602413"/>
                <a:gd name="connsiteY5" fmla="*/ 0 h 864582"/>
                <a:gd name="connsiteX6" fmla="*/ 447040 w 602413"/>
                <a:gd name="connsiteY6" fmla="*/ 126853 h 864582"/>
                <a:gd name="connsiteX7" fmla="*/ 510466 w 602413"/>
                <a:gd name="connsiteY7" fmla="*/ 36999 h 864582"/>
                <a:gd name="connsiteX8" fmla="*/ 602413 w 602413"/>
                <a:gd name="connsiteY8" fmla="*/ 864109 h 864582"/>
                <a:gd name="connsiteX9" fmla="*/ 209190 w 602413"/>
                <a:gd name="connsiteY9" fmla="*/ 864582 h 864582"/>
                <a:gd name="connsiteX0" fmla="*/ 209190 w 618742"/>
                <a:gd name="connsiteY0" fmla="*/ 864582 h 864582"/>
                <a:gd name="connsiteX1" fmla="*/ 12162 w 618742"/>
                <a:gd name="connsiteY1" fmla="*/ 60706 h 864582"/>
                <a:gd name="connsiteX2" fmla="*/ 124621 w 618742"/>
                <a:gd name="connsiteY2" fmla="*/ 184994 h 864582"/>
                <a:gd name="connsiteX3" fmla="*/ 188048 w 618742"/>
                <a:gd name="connsiteY3" fmla="*/ 5286 h 864582"/>
                <a:gd name="connsiteX4" fmla="*/ 288473 w 618742"/>
                <a:gd name="connsiteY4" fmla="*/ 184994 h 864582"/>
                <a:gd name="connsiteX5" fmla="*/ 330758 w 618742"/>
                <a:gd name="connsiteY5" fmla="*/ 0 h 864582"/>
                <a:gd name="connsiteX6" fmla="*/ 447040 w 618742"/>
                <a:gd name="connsiteY6" fmla="*/ 126853 h 864582"/>
                <a:gd name="connsiteX7" fmla="*/ 510466 w 618742"/>
                <a:gd name="connsiteY7" fmla="*/ 36999 h 864582"/>
                <a:gd name="connsiteX8" fmla="*/ 618742 w 618742"/>
                <a:gd name="connsiteY8" fmla="*/ 578595 h 864582"/>
                <a:gd name="connsiteX9" fmla="*/ 602413 w 618742"/>
                <a:gd name="connsiteY9" fmla="*/ 864109 h 864582"/>
                <a:gd name="connsiteX10" fmla="*/ 209190 w 618742"/>
                <a:gd name="connsiteY10" fmla="*/ 864582 h 864582"/>
                <a:gd name="connsiteX0" fmla="*/ 209190 w 618742"/>
                <a:gd name="connsiteY0" fmla="*/ 864582 h 864582"/>
                <a:gd name="connsiteX1" fmla="*/ 12162 w 618742"/>
                <a:gd name="connsiteY1" fmla="*/ 60706 h 864582"/>
                <a:gd name="connsiteX2" fmla="*/ 124621 w 618742"/>
                <a:gd name="connsiteY2" fmla="*/ 184994 h 864582"/>
                <a:gd name="connsiteX3" fmla="*/ 188048 w 618742"/>
                <a:gd name="connsiteY3" fmla="*/ 5286 h 864582"/>
                <a:gd name="connsiteX4" fmla="*/ 288473 w 618742"/>
                <a:gd name="connsiteY4" fmla="*/ 184994 h 864582"/>
                <a:gd name="connsiteX5" fmla="*/ 330758 w 618742"/>
                <a:gd name="connsiteY5" fmla="*/ 0 h 864582"/>
                <a:gd name="connsiteX6" fmla="*/ 447040 w 618742"/>
                <a:gd name="connsiteY6" fmla="*/ 126853 h 864582"/>
                <a:gd name="connsiteX7" fmla="*/ 510466 w 618742"/>
                <a:gd name="connsiteY7" fmla="*/ 36999 h 864582"/>
                <a:gd name="connsiteX8" fmla="*/ 618742 w 618742"/>
                <a:gd name="connsiteY8" fmla="*/ 578595 h 864582"/>
                <a:gd name="connsiteX9" fmla="*/ 602413 w 618742"/>
                <a:gd name="connsiteY9" fmla="*/ 864109 h 864582"/>
                <a:gd name="connsiteX10" fmla="*/ 209190 w 618742"/>
                <a:gd name="connsiteY10" fmla="*/ 864582 h 864582"/>
                <a:gd name="connsiteX0" fmla="*/ 209190 w 618742"/>
                <a:gd name="connsiteY0" fmla="*/ 864582 h 864582"/>
                <a:gd name="connsiteX1" fmla="*/ 12162 w 618742"/>
                <a:gd name="connsiteY1" fmla="*/ 60706 h 864582"/>
                <a:gd name="connsiteX2" fmla="*/ 124621 w 618742"/>
                <a:gd name="connsiteY2" fmla="*/ 184994 h 864582"/>
                <a:gd name="connsiteX3" fmla="*/ 188048 w 618742"/>
                <a:gd name="connsiteY3" fmla="*/ 5286 h 864582"/>
                <a:gd name="connsiteX4" fmla="*/ 288473 w 618742"/>
                <a:gd name="connsiteY4" fmla="*/ 184994 h 864582"/>
                <a:gd name="connsiteX5" fmla="*/ 330758 w 618742"/>
                <a:gd name="connsiteY5" fmla="*/ 0 h 864582"/>
                <a:gd name="connsiteX6" fmla="*/ 447040 w 618742"/>
                <a:gd name="connsiteY6" fmla="*/ 126853 h 864582"/>
                <a:gd name="connsiteX7" fmla="*/ 510466 w 618742"/>
                <a:gd name="connsiteY7" fmla="*/ 36999 h 864582"/>
                <a:gd name="connsiteX8" fmla="*/ 618742 w 618742"/>
                <a:gd name="connsiteY8" fmla="*/ 578595 h 864582"/>
                <a:gd name="connsiteX9" fmla="*/ 602413 w 618742"/>
                <a:gd name="connsiteY9" fmla="*/ 864109 h 864582"/>
                <a:gd name="connsiteX10" fmla="*/ 209190 w 618742"/>
                <a:gd name="connsiteY10" fmla="*/ 864582 h 864582"/>
                <a:gd name="connsiteX0" fmla="*/ 209190 w 619592"/>
                <a:gd name="connsiteY0" fmla="*/ 864582 h 864582"/>
                <a:gd name="connsiteX1" fmla="*/ 12162 w 619592"/>
                <a:gd name="connsiteY1" fmla="*/ 60706 h 864582"/>
                <a:gd name="connsiteX2" fmla="*/ 124621 w 619592"/>
                <a:gd name="connsiteY2" fmla="*/ 184994 h 864582"/>
                <a:gd name="connsiteX3" fmla="*/ 188048 w 619592"/>
                <a:gd name="connsiteY3" fmla="*/ 5286 h 864582"/>
                <a:gd name="connsiteX4" fmla="*/ 288473 w 619592"/>
                <a:gd name="connsiteY4" fmla="*/ 184994 h 864582"/>
                <a:gd name="connsiteX5" fmla="*/ 330758 w 619592"/>
                <a:gd name="connsiteY5" fmla="*/ 0 h 864582"/>
                <a:gd name="connsiteX6" fmla="*/ 447040 w 619592"/>
                <a:gd name="connsiteY6" fmla="*/ 126853 h 864582"/>
                <a:gd name="connsiteX7" fmla="*/ 510466 w 619592"/>
                <a:gd name="connsiteY7" fmla="*/ 36999 h 864582"/>
                <a:gd name="connsiteX8" fmla="*/ 618742 w 619592"/>
                <a:gd name="connsiteY8" fmla="*/ 578595 h 864582"/>
                <a:gd name="connsiteX9" fmla="*/ 602413 w 619592"/>
                <a:gd name="connsiteY9" fmla="*/ 864109 h 864582"/>
                <a:gd name="connsiteX10" fmla="*/ 209190 w 619592"/>
                <a:gd name="connsiteY10" fmla="*/ 864582 h 864582"/>
                <a:gd name="connsiteX0" fmla="*/ 209190 w 620629"/>
                <a:gd name="connsiteY0" fmla="*/ 864582 h 864582"/>
                <a:gd name="connsiteX1" fmla="*/ 12162 w 620629"/>
                <a:gd name="connsiteY1" fmla="*/ 60706 h 864582"/>
                <a:gd name="connsiteX2" fmla="*/ 124621 w 620629"/>
                <a:gd name="connsiteY2" fmla="*/ 184994 h 864582"/>
                <a:gd name="connsiteX3" fmla="*/ 188048 w 620629"/>
                <a:gd name="connsiteY3" fmla="*/ 5286 h 864582"/>
                <a:gd name="connsiteX4" fmla="*/ 288473 w 620629"/>
                <a:gd name="connsiteY4" fmla="*/ 184994 h 864582"/>
                <a:gd name="connsiteX5" fmla="*/ 330758 w 620629"/>
                <a:gd name="connsiteY5" fmla="*/ 0 h 864582"/>
                <a:gd name="connsiteX6" fmla="*/ 447040 w 620629"/>
                <a:gd name="connsiteY6" fmla="*/ 126853 h 864582"/>
                <a:gd name="connsiteX7" fmla="*/ 510466 w 620629"/>
                <a:gd name="connsiteY7" fmla="*/ 36999 h 864582"/>
                <a:gd name="connsiteX8" fmla="*/ 618742 w 620629"/>
                <a:gd name="connsiteY8" fmla="*/ 578595 h 864582"/>
                <a:gd name="connsiteX9" fmla="*/ 602413 w 620629"/>
                <a:gd name="connsiteY9" fmla="*/ 864109 h 864582"/>
                <a:gd name="connsiteX10" fmla="*/ 209190 w 620629"/>
                <a:gd name="connsiteY10" fmla="*/ 864582 h 864582"/>
                <a:gd name="connsiteX0" fmla="*/ 209190 w 618743"/>
                <a:gd name="connsiteY0" fmla="*/ 864582 h 864582"/>
                <a:gd name="connsiteX1" fmla="*/ 12162 w 618743"/>
                <a:gd name="connsiteY1" fmla="*/ 60706 h 864582"/>
                <a:gd name="connsiteX2" fmla="*/ 124621 w 618743"/>
                <a:gd name="connsiteY2" fmla="*/ 184994 h 864582"/>
                <a:gd name="connsiteX3" fmla="*/ 188048 w 618743"/>
                <a:gd name="connsiteY3" fmla="*/ 5286 h 864582"/>
                <a:gd name="connsiteX4" fmla="*/ 288473 w 618743"/>
                <a:gd name="connsiteY4" fmla="*/ 184994 h 864582"/>
                <a:gd name="connsiteX5" fmla="*/ 330758 w 618743"/>
                <a:gd name="connsiteY5" fmla="*/ 0 h 864582"/>
                <a:gd name="connsiteX6" fmla="*/ 447040 w 618743"/>
                <a:gd name="connsiteY6" fmla="*/ 126853 h 864582"/>
                <a:gd name="connsiteX7" fmla="*/ 510466 w 618743"/>
                <a:gd name="connsiteY7" fmla="*/ 36999 h 864582"/>
                <a:gd name="connsiteX8" fmla="*/ 618742 w 618743"/>
                <a:gd name="connsiteY8" fmla="*/ 578595 h 864582"/>
                <a:gd name="connsiteX9" fmla="*/ 602413 w 618743"/>
                <a:gd name="connsiteY9" fmla="*/ 864109 h 864582"/>
                <a:gd name="connsiteX10" fmla="*/ 209190 w 618743"/>
                <a:gd name="connsiteY10" fmla="*/ 864582 h 864582"/>
                <a:gd name="connsiteX0" fmla="*/ 209190 w 618743"/>
                <a:gd name="connsiteY0" fmla="*/ 864582 h 864582"/>
                <a:gd name="connsiteX1" fmla="*/ 12162 w 618743"/>
                <a:gd name="connsiteY1" fmla="*/ 60706 h 864582"/>
                <a:gd name="connsiteX2" fmla="*/ 124621 w 618743"/>
                <a:gd name="connsiteY2" fmla="*/ 184994 h 864582"/>
                <a:gd name="connsiteX3" fmla="*/ 188048 w 618743"/>
                <a:gd name="connsiteY3" fmla="*/ 5286 h 864582"/>
                <a:gd name="connsiteX4" fmla="*/ 288473 w 618743"/>
                <a:gd name="connsiteY4" fmla="*/ 184994 h 864582"/>
                <a:gd name="connsiteX5" fmla="*/ 330758 w 618743"/>
                <a:gd name="connsiteY5" fmla="*/ 0 h 864582"/>
                <a:gd name="connsiteX6" fmla="*/ 447040 w 618743"/>
                <a:gd name="connsiteY6" fmla="*/ 126853 h 864582"/>
                <a:gd name="connsiteX7" fmla="*/ 510466 w 618743"/>
                <a:gd name="connsiteY7" fmla="*/ 36999 h 864582"/>
                <a:gd name="connsiteX8" fmla="*/ 618742 w 618743"/>
                <a:gd name="connsiteY8" fmla="*/ 578595 h 864582"/>
                <a:gd name="connsiteX9" fmla="*/ 602413 w 618743"/>
                <a:gd name="connsiteY9" fmla="*/ 864109 h 864582"/>
                <a:gd name="connsiteX10" fmla="*/ 209190 w 618743"/>
                <a:gd name="connsiteY10" fmla="*/ 864582 h 864582"/>
                <a:gd name="connsiteX0" fmla="*/ 209190 w 618745"/>
                <a:gd name="connsiteY0" fmla="*/ 864582 h 864582"/>
                <a:gd name="connsiteX1" fmla="*/ 12162 w 618745"/>
                <a:gd name="connsiteY1" fmla="*/ 60706 h 864582"/>
                <a:gd name="connsiteX2" fmla="*/ 124621 w 618745"/>
                <a:gd name="connsiteY2" fmla="*/ 184994 h 864582"/>
                <a:gd name="connsiteX3" fmla="*/ 188048 w 618745"/>
                <a:gd name="connsiteY3" fmla="*/ 5286 h 864582"/>
                <a:gd name="connsiteX4" fmla="*/ 288473 w 618745"/>
                <a:gd name="connsiteY4" fmla="*/ 184994 h 864582"/>
                <a:gd name="connsiteX5" fmla="*/ 330758 w 618745"/>
                <a:gd name="connsiteY5" fmla="*/ 0 h 864582"/>
                <a:gd name="connsiteX6" fmla="*/ 447040 w 618745"/>
                <a:gd name="connsiteY6" fmla="*/ 126853 h 864582"/>
                <a:gd name="connsiteX7" fmla="*/ 510466 w 618745"/>
                <a:gd name="connsiteY7" fmla="*/ 36999 h 864582"/>
                <a:gd name="connsiteX8" fmla="*/ 618742 w 618745"/>
                <a:gd name="connsiteY8" fmla="*/ 578595 h 864582"/>
                <a:gd name="connsiteX9" fmla="*/ 602413 w 618745"/>
                <a:gd name="connsiteY9" fmla="*/ 864109 h 864582"/>
                <a:gd name="connsiteX10" fmla="*/ 209190 w 618745"/>
                <a:gd name="connsiteY10" fmla="*/ 864582 h 864582"/>
                <a:gd name="connsiteX0" fmla="*/ 209190 w 618745"/>
                <a:gd name="connsiteY0" fmla="*/ 864582 h 864582"/>
                <a:gd name="connsiteX1" fmla="*/ 12162 w 618745"/>
                <a:gd name="connsiteY1" fmla="*/ 60706 h 864582"/>
                <a:gd name="connsiteX2" fmla="*/ 124621 w 618745"/>
                <a:gd name="connsiteY2" fmla="*/ 184994 h 864582"/>
                <a:gd name="connsiteX3" fmla="*/ 188048 w 618745"/>
                <a:gd name="connsiteY3" fmla="*/ 5286 h 864582"/>
                <a:gd name="connsiteX4" fmla="*/ 288473 w 618745"/>
                <a:gd name="connsiteY4" fmla="*/ 184994 h 864582"/>
                <a:gd name="connsiteX5" fmla="*/ 330758 w 618745"/>
                <a:gd name="connsiteY5" fmla="*/ 0 h 864582"/>
                <a:gd name="connsiteX6" fmla="*/ 430711 w 618745"/>
                <a:gd name="connsiteY6" fmla="*/ 121410 h 864582"/>
                <a:gd name="connsiteX7" fmla="*/ 510466 w 618745"/>
                <a:gd name="connsiteY7" fmla="*/ 36999 h 864582"/>
                <a:gd name="connsiteX8" fmla="*/ 618742 w 618745"/>
                <a:gd name="connsiteY8" fmla="*/ 578595 h 864582"/>
                <a:gd name="connsiteX9" fmla="*/ 602413 w 618745"/>
                <a:gd name="connsiteY9" fmla="*/ 864109 h 864582"/>
                <a:gd name="connsiteX10" fmla="*/ 209190 w 618745"/>
                <a:gd name="connsiteY10" fmla="*/ 864582 h 864582"/>
                <a:gd name="connsiteX0" fmla="*/ 209190 w 618745"/>
                <a:gd name="connsiteY0" fmla="*/ 864582 h 864582"/>
                <a:gd name="connsiteX1" fmla="*/ 12162 w 618745"/>
                <a:gd name="connsiteY1" fmla="*/ 60706 h 864582"/>
                <a:gd name="connsiteX2" fmla="*/ 124621 w 618745"/>
                <a:gd name="connsiteY2" fmla="*/ 184994 h 864582"/>
                <a:gd name="connsiteX3" fmla="*/ 188048 w 618745"/>
                <a:gd name="connsiteY3" fmla="*/ 5286 h 864582"/>
                <a:gd name="connsiteX4" fmla="*/ 288473 w 618745"/>
                <a:gd name="connsiteY4" fmla="*/ 184994 h 864582"/>
                <a:gd name="connsiteX5" fmla="*/ 330758 w 618745"/>
                <a:gd name="connsiteY5" fmla="*/ 0 h 864582"/>
                <a:gd name="connsiteX6" fmla="*/ 430711 w 618745"/>
                <a:gd name="connsiteY6" fmla="*/ 121410 h 864582"/>
                <a:gd name="connsiteX7" fmla="*/ 510466 w 618745"/>
                <a:gd name="connsiteY7" fmla="*/ 36999 h 864582"/>
                <a:gd name="connsiteX8" fmla="*/ 618742 w 618745"/>
                <a:gd name="connsiteY8" fmla="*/ 578595 h 864582"/>
                <a:gd name="connsiteX9" fmla="*/ 602413 w 618745"/>
                <a:gd name="connsiteY9" fmla="*/ 864109 h 864582"/>
                <a:gd name="connsiteX10" fmla="*/ 209190 w 618745"/>
                <a:gd name="connsiteY10" fmla="*/ 864582 h 864582"/>
                <a:gd name="connsiteX0" fmla="*/ 209190 w 618782"/>
                <a:gd name="connsiteY0" fmla="*/ 864582 h 864582"/>
                <a:gd name="connsiteX1" fmla="*/ 12162 w 618782"/>
                <a:gd name="connsiteY1" fmla="*/ 60706 h 864582"/>
                <a:gd name="connsiteX2" fmla="*/ 124621 w 618782"/>
                <a:gd name="connsiteY2" fmla="*/ 184994 h 864582"/>
                <a:gd name="connsiteX3" fmla="*/ 188048 w 618782"/>
                <a:gd name="connsiteY3" fmla="*/ 5286 h 864582"/>
                <a:gd name="connsiteX4" fmla="*/ 288473 w 618782"/>
                <a:gd name="connsiteY4" fmla="*/ 184994 h 864582"/>
                <a:gd name="connsiteX5" fmla="*/ 330758 w 618782"/>
                <a:gd name="connsiteY5" fmla="*/ 0 h 864582"/>
                <a:gd name="connsiteX6" fmla="*/ 430711 w 618782"/>
                <a:gd name="connsiteY6" fmla="*/ 121410 h 864582"/>
                <a:gd name="connsiteX7" fmla="*/ 510466 w 618782"/>
                <a:gd name="connsiteY7" fmla="*/ 36999 h 864582"/>
                <a:gd name="connsiteX8" fmla="*/ 618742 w 618782"/>
                <a:gd name="connsiteY8" fmla="*/ 578595 h 864582"/>
                <a:gd name="connsiteX9" fmla="*/ 602413 w 618782"/>
                <a:gd name="connsiteY9" fmla="*/ 864109 h 864582"/>
                <a:gd name="connsiteX10" fmla="*/ 209190 w 618782"/>
                <a:gd name="connsiteY10" fmla="*/ 864582 h 864582"/>
                <a:gd name="connsiteX0" fmla="*/ 209190 w 618782"/>
                <a:gd name="connsiteY0" fmla="*/ 864664 h 864664"/>
                <a:gd name="connsiteX1" fmla="*/ 12162 w 618782"/>
                <a:gd name="connsiteY1" fmla="*/ 60788 h 864664"/>
                <a:gd name="connsiteX2" fmla="*/ 124621 w 618782"/>
                <a:gd name="connsiteY2" fmla="*/ 185076 h 864664"/>
                <a:gd name="connsiteX3" fmla="*/ 188048 w 618782"/>
                <a:gd name="connsiteY3" fmla="*/ 5368 h 864664"/>
                <a:gd name="connsiteX4" fmla="*/ 288473 w 618782"/>
                <a:gd name="connsiteY4" fmla="*/ 185076 h 864664"/>
                <a:gd name="connsiteX5" fmla="*/ 330758 w 618782"/>
                <a:gd name="connsiteY5" fmla="*/ 82 h 864664"/>
                <a:gd name="connsiteX6" fmla="*/ 430711 w 618782"/>
                <a:gd name="connsiteY6" fmla="*/ 121492 h 864664"/>
                <a:gd name="connsiteX7" fmla="*/ 510466 w 618782"/>
                <a:gd name="connsiteY7" fmla="*/ 37081 h 864664"/>
                <a:gd name="connsiteX8" fmla="*/ 618742 w 618782"/>
                <a:gd name="connsiteY8" fmla="*/ 578677 h 864664"/>
                <a:gd name="connsiteX9" fmla="*/ 602413 w 618782"/>
                <a:gd name="connsiteY9" fmla="*/ 864191 h 864664"/>
                <a:gd name="connsiteX10" fmla="*/ 209190 w 618782"/>
                <a:gd name="connsiteY10" fmla="*/ 864664 h 864664"/>
                <a:gd name="connsiteX0" fmla="*/ 209190 w 618782"/>
                <a:gd name="connsiteY0" fmla="*/ 864664 h 864664"/>
                <a:gd name="connsiteX1" fmla="*/ 12162 w 618782"/>
                <a:gd name="connsiteY1" fmla="*/ 60788 h 864664"/>
                <a:gd name="connsiteX2" fmla="*/ 124621 w 618782"/>
                <a:gd name="connsiteY2" fmla="*/ 185076 h 864664"/>
                <a:gd name="connsiteX3" fmla="*/ 188048 w 618782"/>
                <a:gd name="connsiteY3" fmla="*/ 5368 h 864664"/>
                <a:gd name="connsiteX4" fmla="*/ 288473 w 618782"/>
                <a:gd name="connsiteY4" fmla="*/ 185076 h 864664"/>
                <a:gd name="connsiteX5" fmla="*/ 330758 w 618782"/>
                <a:gd name="connsiteY5" fmla="*/ 82 h 864664"/>
                <a:gd name="connsiteX6" fmla="*/ 430711 w 618782"/>
                <a:gd name="connsiteY6" fmla="*/ 121492 h 864664"/>
                <a:gd name="connsiteX7" fmla="*/ 510466 w 618782"/>
                <a:gd name="connsiteY7" fmla="*/ 37081 h 864664"/>
                <a:gd name="connsiteX8" fmla="*/ 618742 w 618782"/>
                <a:gd name="connsiteY8" fmla="*/ 578677 h 864664"/>
                <a:gd name="connsiteX9" fmla="*/ 602413 w 618782"/>
                <a:gd name="connsiteY9" fmla="*/ 864191 h 864664"/>
                <a:gd name="connsiteX10" fmla="*/ 209190 w 618782"/>
                <a:gd name="connsiteY10" fmla="*/ 864664 h 864664"/>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88473 w 618782"/>
                <a:gd name="connsiteY4" fmla="*/ 185078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88473 w 618782"/>
                <a:gd name="connsiteY4" fmla="*/ 185078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85752 w 618782"/>
                <a:gd name="connsiteY4" fmla="*/ 149700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85752 w 618782"/>
                <a:gd name="connsiteY4" fmla="*/ 149700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09190 w 618782"/>
                <a:gd name="connsiteY0" fmla="*/ 864666 h 864666"/>
                <a:gd name="connsiteX1" fmla="*/ 12162 w 618782"/>
                <a:gd name="connsiteY1" fmla="*/ 60790 h 864666"/>
                <a:gd name="connsiteX2" fmla="*/ 124621 w 618782"/>
                <a:gd name="connsiteY2" fmla="*/ 185078 h 864666"/>
                <a:gd name="connsiteX3" fmla="*/ 188048 w 618782"/>
                <a:gd name="connsiteY3" fmla="*/ 5370 h 864666"/>
                <a:gd name="connsiteX4" fmla="*/ 274866 w 618782"/>
                <a:gd name="connsiteY4" fmla="*/ 144257 h 864666"/>
                <a:gd name="connsiteX5" fmla="*/ 330758 w 618782"/>
                <a:gd name="connsiteY5" fmla="*/ 84 h 864666"/>
                <a:gd name="connsiteX6" fmla="*/ 430711 w 618782"/>
                <a:gd name="connsiteY6" fmla="*/ 121494 h 864666"/>
                <a:gd name="connsiteX7" fmla="*/ 510466 w 618782"/>
                <a:gd name="connsiteY7" fmla="*/ 37083 h 864666"/>
                <a:gd name="connsiteX8" fmla="*/ 618742 w 618782"/>
                <a:gd name="connsiteY8" fmla="*/ 578679 h 864666"/>
                <a:gd name="connsiteX9" fmla="*/ 602413 w 618782"/>
                <a:gd name="connsiteY9" fmla="*/ 864193 h 864666"/>
                <a:gd name="connsiteX10" fmla="*/ 209190 w 618782"/>
                <a:gd name="connsiteY10" fmla="*/ 864666 h 864666"/>
                <a:gd name="connsiteX0" fmla="*/ 212601 w 622193"/>
                <a:gd name="connsiteY0" fmla="*/ 864666 h 864666"/>
                <a:gd name="connsiteX1" fmla="*/ 15573 w 622193"/>
                <a:gd name="connsiteY1" fmla="*/ 60790 h 864666"/>
                <a:gd name="connsiteX2" fmla="*/ 128032 w 622193"/>
                <a:gd name="connsiteY2" fmla="*/ 185078 h 864666"/>
                <a:gd name="connsiteX3" fmla="*/ 191459 w 622193"/>
                <a:gd name="connsiteY3" fmla="*/ 5370 h 864666"/>
                <a:gd name="connsiteX4" fmla="*/ 278277 w 622193"/>
                <a:gd name="connsiteY4" fmla="*/ 144257 h 864666"/>
                <a:gd name="connsiteX5" fmla="*/ 334169 w 622193"/>
                <a:gd name="connsiteY5" fmla="*/ 84 h 864666"/>
                <a:gd name="connsiteX6" fmla="*/ 434122 w 622193"/>
                <a:gd name="connsiteY6" fmla="*/ 121494 h 864666"/>
                <a:gd name="connsiteX7" fmla="*/ 513877 w 622193"/>
                <a:gd name="connsiteY7" fmla="*/ 37083 h 864666"/>
                <a:gd name="connsiteX8" fmla="*/ 622153 w 622193"/>
                <a:gd name="connsiteY8" fmla="*/ 578679 h 864666"/>
                <a:gd name="connsiteX9" fmla="*/ 605824 w 622193"/>
                <a:gd name="connsiteY9" fmla="*/ 864193 h 864666"/>
                <a:gd name="connsiteX10" fmla="*/ 212601 w 622193"/>
                <a:gd name="connsiteY10" fmla="*/ 864666 h 864666"/>
                <a:gd name="connsiteX0" fmla="*/ 198912 w 608504"/>
                <a:gd name="connsiteY0" fmla="*/ 864666 h 864666"/>
                <a:gd name="connsiteX1" fmla="*/ 28798 w 608504"/>
                <a:gd name="connsiteY1" fmla="*/ 510643 h 864666"/>
                <a:gd name="connsiteX2" fmla="*/ 1884 w 608504"/>
                <a:gd name="connsiteY2" fmla="*/ 60790 h 864666"/>
                <a:gd name="connsiteX3" fmla="*/ 114343 w 608504"/>
                <a:gd name="connsiteY3" fmla="*/ 185078 h 864666"/>
                <a:gd name="connsiteX4" fmla="*/ 177770 w 608504"/>
                <a:gd name="connsiteY4" fmla="*/ 5370 h 864666"/>
                <a:gd name="connsiteX5" fmla="*/ 264588 w 608504"/>
                <a:gd name="connsiteY5" fmla="*/ 144257 h 864666"/>
                <a:gd name="connsiteX6" fmla="*/ 320480 w 608504"/>
                <a:gd name="connsiteY6" fmla="*/ 84 h 864666"/>
                <a:gd name="connsiteX7" fmla="*/ 420433 w 608504"/>
                <a:gd name="connsiteY7" fmla="*/ 121494 h 864666"/>
                <a:gd name="connsiteX8" fmla="*/ 500188 w 608504"/>
                <a:gd name="connsiteY8" fmla="*/ 37083 h 864666"/>
                <a:gd name="connsiteX9" fmla="*/ 608464 w 608504"/>
                <a:gd name="connsiteY9" fmla="*/ 578679 h 864666"/>
                <a:gd name="connsiteX10" fmla="*/ 592135 w 608504"/>
                <a:gd name="connsiteY10" fmla="*/ 864193 h 864666"/>
                <a:gd name="connsiteX11" fmla="*/ 198912 w 608504"/>
                <a:gd name="connsiteY11" fmla="*/ 864666 h 864666"/>
                <a:gd name="connsiteX0" fmla="*/ 201622 w 611214"/>
                <a:gd name="connsiteY0" fmla="*/ 864666 h 864666"/>
                <a:gd name="connsiteX1" fmla="*/ 31508 w 611214"/>
                <a:gd name="connsiteY1" fmla="*/ 510643 h 864666"/>
                <a:gd name="connsiteX2" fmla="*/ 4594 w 611214"/>
                <a:gd name="connsiteY2" fmla="*/ 60790 h 864666"/>
                <a:gd name="connsiteX3" fmla="*/ 117053 w 611214"/>
                <a:gd name="connsiteY3" fmla="*/ 185078 h 864666"/>
                <a:gd name="connsiteX4" fmla="*/ 180480 w 611214"/>
                <a:gd name="connsiteY4" fmla="*/ 5370 h 864666"/>
                <a:gd name="connsiteX5" fmla="*/ 267298 w 611214"/>
                <a:gd name="connsiteY5" fmla="*/ 144257 h 864666"/>
                <a:gd name="connsiteX6" fmla="*/ 323190 w 611214"/>
                <a:gd name="connsiteY6" fmla="*/ 84 h 864666"/>
                <a:gd name="connsiteX7" fmla="*/ 423143 w 611214"/>
                <a:gd name="connsiteY7" fmla="*/ 121494 h 864666"/>
                <a:gd name="connsiteX8" fmla="*/ 502898 w 611214"/>
                <a:gd name="connsiteY8" fmla="*/ 37083 h 864666"/>
                <a:gd name="connsiteX9" fmla="*/ 611174 w 611214"/>
                <a:gd name="connsiteY9" fmla="*/ 578679 h 864666"/>
                <a:gd name="connsiteX10" fmla="*/ 594845 w 611214"/>
                <a:gd name="connsiteY10" fmla="*/ 864193 h 864666"/>
                <a:gd name="connsiteX11" fmla="*/ 201622 w 611214"/>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46998 w 641159"/>
                <a:gd name="connsiteY3" fmla="*/ 185078 h 864666"/>
                <a:gd name="connsiteX4" fmla="*/ 210425 w 641159"/>
                <a:gd name="connsiteY4" fmla="*/ 5370 h 864666"/>
                <a:gd name="connsiteX5" fmla="*/ 297243 w 641159"/>
                <a:gd name="connsiteY5" fmla="*/ 144257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44276 w 641159"/>
                <a:gd name="connsiteY3" fmla="*/ 138814 h 864666"/>
                <a:gd name="connsiteX4" fmla="*/ 210425 w 641159"/>
                <a:gd name="connsiteY4" fmla="*/ 5370 h 864666"/>
                <a:gd name="connsiteX5" fmla="*/ 297243 w 641159"/>
                <a:gd name="connsiteY5" fmla="*/ 144257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97243 w 641159"/>
                <a:gd name="connsiteY5" fmla="*/ 144257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97243 w 641159"/>
                <a:gd name="connsiteY5" fmla="*/ 144257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97243 w 641159"/>
                <a:gd name="connsiteY5" fmla="*/ 117043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76446 w 641159"/>
                <a:gd name="connsiteY5" fmla="*/ 64329 h 864666"/>
                <a:gd name="connsiteX6" fmla="*/ 297243 w 641159"/>
                <a:gd name="connsiteY6" fmla="*/ 117043 h 864666"/>
                <a:gd name="connsiteX7" fmla="*/ 353135 w 641159"/>
                <a:gd name="connsiteY7" fmla="*/ 84 h 864666"/>
                <a:gd name="connsiteX8" fmla="*/ 453088 w 641159"/>
                <a:gd name="connsiteY8" fmla="*/ 121494 h 864666"/>
                <a:gd name="connsiteX9" fmla="*/ 532843 w 641159"/>
                <a:gd name="connsiteY9" fmla="*/ 37083 h 864666"/>
                <a:gd name="connsiteX10" fmla="*/ 641119 w 641159"/>
                <a:gd name="connsiteY10" fmla="*/ 578679 h 864666"/>
                <a:gd name="connsiteX11" fmla="*/ 624790 w 641159"/>
                <a:gd name="connsiteY11" fmla="*/ 864193 h 864666"/>
                <a:gd name="connsiteX12" fmla="*/ 231567 w 641159"/>
                <a:gd name="connsiteY12"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76446 w 641159"/>
                <a:gd name="connsiteY5" fmla="*/ 64329 h 864666"/>
                <a:gd name="connsiteX6" fmla="*/ 297243 w 641159"/>
                <a:gd name="connsiteY6" fmla="*/ 117043 h 864666"/>
                <a:gd name="connsiteX7" fmla="*/ 353135 w 641159"/>
                <a:gd name="connsiteY7" fmla="*/ 84 h 864666"/>
                <a:gd name="connsiteX8" fmla="*/ 453088 w 641159"/>
                <a:gd name="connsiteY8" fmla="*/ 121494 h 864666"/>
                <a:gd name="connsiteX9" fmla="*/ 532843 w 641159"/>
                <a:gd name="connsiteY9" fmla="*/ 37083 h 864666"/>
                <a:gd name="connsiteX10" fmla="*/ 641119 w 641159"/>
                <a:gd name="connsiteY10" fmla="*/ 578679 h 864666"/>
                <a:gd name="connsiteX11" fmla="*/ 624790 w 641159"/>
                <a:gd name="connsiteY11" fmla="*/ 864193 h 864666"/>
                <a:gd name="connsiteX12" fmla="*/ 231567 w 641159"/>
                <a:gd name="connsiteY12"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76446 w 641159"/>
                <a:gd name="connsiteY5" fmla="*/ 64329 h 864666"/>
                <a:gd name="connsiteX6" fmla="*/ 297243 w 641159"/>
                <a:gd name="connsiteY6" fmla="*/ 117043 h 864666"/>
                <a:gd name="connsiteX7" fmla="*/ 353135 w 641159"/>
                <a:gd name="connsiteY7" fmla="*/ 84 h 864666"/>
                <a:gd name="connsiteX8" fmla="*/ 453088 w 641159"/>
                <a:gd name="connsiteY8" fmla="*/ 121494 h 864666"/>
                <a:gd name="connsiteX9" fmla="*/ 532843 w 641159"/>
                <a:gd name="connsiteY9" fmla="*/ 37083 h 864666"/>
                <a:gd name="connsiteX10" fmla="*/ 641119 w 641159"/>
                <a:gd name="connsiteY10" fmla="*/ 578679 h 864666"/>
                <a:gd name="connsiteX11" fmla="*/ 624790 w 641159"/>
                <a:gd name="connsiteY11" fmla="*/ 864193 h 864666"/>
                <a:gd name="connsiteX12" fmla="*/ 231567 w 641159"/>
                <a:gd name="connsiteY12"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97243 w 641159"/>
                <a:gd name="connsiteY5" fmla="*/ 117043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61453 w 641159"/>
                <a:gd name="connsiteY1" fmla="*/ 510643 h 864666"/>
                <a:gd name="connsiteX2" fmla="*/ 34539 w 641159"/>
                <a:gd name="connsiteY2" fmla="*/ 60790 h 864666"/>
                <a:gd name="connsiteX3" fmla="*/ 155162 w 641159"/>
                <a:gd name="connsiteY3" fmla="*/ 130650 h 864666"/>
                <a:gd name="connsiteX4" fmla="*/ 210425 w 641159"/>
                <a:gd name="connsiteY4" fmla="*/ 5370 h 864666"/>
                <a:gd name="connsiteX5" fmla="*/ 297243 w 641159"/>
                <a:gd name="connsiteY5" fmla="*/ 117043 h 864666"/>
                <a:gd name="connsiteX6" fmla="*/ 353135 w 641159"/>
                <a:gd name="connsiteY6" fmla="*/ 84 h 864666"/>
                <a:gd name="connsiteX7" fmla="*/ 453088 w 641159"/>
                <a:gd name="connsiteY7" fmla="*/ 121494 h 864666"/>
                <a:gd name="connsiteX8" fmla="*/ 532843 w 641159"/>
                <a:gd name="connsiteY8" fmla="*/ 37083 h 864666"/>
                <a:gd name="connsiteX9" fmla="*/ 641119 w 641159"/>
                <a:gd name="connsiteY9" fmla="*/ 578679 h 864666"/>
                <a:gd name="connsiteX10" fmla="*/ 624790 w 641159"/>
                <a:gd name="connsiteY10" fmla="*/ 864193 h 864666"/>
                <a:gd name="connsiteX11" fmla="*/ 231567 w 641159"/>
                <a:gd name="connsiteY11" fmla="*/ 864666 h 864666"/>
                <a:gd name="connsiteX0" fmla="*/ 231567 w 641159"/>
                <a:gd name="connsiteY0" fmla="*/ 864666 h 864666"/>
                <a:gd name="connsiteX1" fmla="*/ 99553 w 641159"/>
                <a:gd name="connsiteY1" fmla="*/ 807279 h 864666"/>
                <a:gd name="connsiteX2" fmla="*/ 61453 w 641159"/>
                <a:gd name="connsiteY2" fmla="*/ 510643 h 864666"/>
                <a:gd name="connsiteX3" fmla="*/ 34539 w 641159"/>
                <a:gd name="connsiteY3" fmla="*/ 60790 h 864666"/>
                <a:gd name="connsiteX4" fmla="*/ 155162 w 641159"/>
                <a:gd name="connsiteY4" fmla="*/ 130650 h 864666"/>
                <a:gd name="connsiteX5" fmla="*/ 210425 w 641159"/>
                <a:gd name="connsiteY5" fmla="*/ 5370 h 864666"/>
                <a:gd name="connsiteX6" fmla="*/ 297243 w 641159"/>
                <a:gd name="connsiteY6" fmla="*/ 117043 h 864666"/>
                <a:gd name="connsiteX7" fmla="*/ 353135 w 641159"/>
                <a:gd name="connsiteY7" fmla="*/ 84 h 864666"/>
                <a:gd name="connsiteX8" fmla="*/ 453088 w 641159"/>
                <a:gd name="connsiteY8" fmla="*/ 121494 h 864666"/>
                <a:gd name="connsiteX9" fmla="*/ 532843 w 641159"/>
                <a:gd name="connsiteY9" fmla="*/ 37083 h 864666"/>
                <a:gd name="connsiteX10" fmla="*/ 641119 w 641159"/>
                <a:gd name="connsiteY10" fmla="*/ 578679 h 864666"/>
                <a:gd name="connsiteX11" fmla="*/ 624790 w 641159"/>
                <a:gd name="connsiteY11" fmla="*/ 864193 h 864666"/>
                <a:gd name="connsiteX12" fmla="*/ 231567 w 641159"/>
                <a:gd name="connsiteY12" fmla="*/ 864666 h 864666"/>
                <a:gd name="connsiteX0" fmla="*/ 231567 w 641159"/>
                <a:gd name="connsiteY0" fmla="*/ 864666 h 864666"/>
                <a:gd name="connsiteX1" fmla="*/ 99553 w 641159"/>
                <a:gd name="connsiteY1" fmla="*/ 807279 h 864666"/>
                <a:gd name="connsiteX2" fmla="*/ 61453 w 641159"/>
                <a:gd name="connsiteY2" fmla="*/ 510643 h 864666"/>
                <a:gd name="connsiteX3" fmla="*/ 34539 w 641159"/>
                <a:gd name="connsiteY3" fmla="*/ 60790 h 864666"/>
                <a:gd name="connsiteX4" fmla="*/ 155162 w 641159"/>
                <a:gd name="connsiteY4" fmla="*/ 130650 h 864666"/>
                <a:gd name="connsiteX5" fmla="*/ 210425 w 641159"/>
                <a:gd name="connsiteY5" fmla="*/ 5370 h 864666"/>
                <a:gd name="connsiteX6" fmla="*/ 297243 w 641159"/>
                <a:gd name="connsiteY6" fmla="*/ 117043 h 864666"/>
                <a:gd name="connsiteX7" fmla="*/ 353135 w 641159"/>
                <a:gd name="connsiteY7" fmla="*/ 84 h 864666"/>
                <a:gd name="connsiteX8" fmla="*/ 453088 w 641159"/>
                <a:gd name="connsiteY8" fmla="*/ 121494 h 864666"/>
                <a:gd name="connsiteX9" fmla="*/ 532843 w 641159"/>
                <a:gd name="connsiteY9" fmla="*/ 37083 h 864666"/>
                <a:gd name="connsiteX10" fmla="*/ 641119 w 641159"/>
                <a:gd name="connsiteY10" fmla="*/ 578679 h 864666"/>
                <a:gd name="connsiteX11" fmla="*/ 624790 w 641159"/>
                <a:gd name="connsiteY11" fmla="*/ 864193 h 864666"/>
                <a:gd name="connsiteX12" fmla="*/ 231567 w 641159"/>
                <a:gd name="connsiteY12" fmla="*/ 864666 h 864666"/>
                <a:gd name="connsiteX0" fmla="*/ 231567 w 641159"/>
                <a:gd name="connsiteY0" fmla="*/ 864666 h 864666"/>
                <a:gd name="connsiteX1" fmla="*/ 197525 w 641159"/>
                <a:gd name="connsiteY1" fmla="*/ 793672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31567 w 641159"/>
                <a:gd name="connsiteY0" fmla="*/ 864666 h 864666"/>
                <a:gd name="connsiteX1" fmla="*/ 202968 w 641159"/>
                <a:gd name="connsiteY1" fmla="*/ 801837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31567 w 641159"/>
                <a:gd name="connsiteY0" fmla="*/ 864666 h 864666"/>
                <a:gd name="connsiteX1" fmla="*/ 202968 w 641159"/>
                <a:gd name="connsiteY1" fmla="*/ 801837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31567 w 641159"/>
                <a:gd name="connsiteY0" fmla="*/ 864666 h 864666"/>
                <a:gd name="connsiteX1" fmla="*/ 202968 w 641159"/>
                <a:gd name="connsiteY1" fmla="*/ 801837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31567 w 641159"/>
                <a:gd name="connsiteY0" fmla="*/ 864666 h 864666"/>
                <a:gd name="connsiteX1" fmla="*/ 202968 w 641159"/>
                <a:gd name="connsiteY1" fmla="*/ 801837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31567 w 641159"/>
                <a:gd name="connsiteY0" fmla="*/ 864666 h 864666"/>
                <a:gd name="connsiteX1" fmla="*/ 202968 w 641159"/>
                <a:gd name="connsiteY1" fmla="*/ 801837 h 864666"/>
                <a:gd name="connsiteX2" fmla="*/ 99553 w 641159"/>
                <a:gd name="connsiteY2" fmla="*/ 807279 h 864666"/>
                <a:gd name="connsiteX3" fmla="*/ 61453 w 641159"/>
                <a:gd name="connsiteY3" fmla="*/ 510643 h 864666"/>
                <a:gd name="connsiteX4" fmla="*/ 34539 w 641159"/>
                <a:gd name="connsiteY4" fmla="*/ 60790 h 864666"/>
                <a:gd name="connsiteX5" fmla="*/ 155162 w 641159"/>
                <a:gd name="connsiteY5" fmla="*/ 130650 h 864666"/>
                <a:gd name="connsiteX6" fmla="*/ 210425 w 641159"/>
                <a:gd name="connsiteY6" fmla="*/ 5370 h 864666"/>
                <a:gd name="connsiteX7" fmla="*/ 297243 w 641159"/>
                <a:gd name="connsiteY7" fmla="*/ 117043 h 864666"/>
                <a:gd name="connsiteX8" fmla="*/ 353135 w 641159"/>
                <a:gd name="connsiteY8" fmla="*/ 84 h 864666"/>
                <a:gd name="connsiteX9" fmla="*/ 453088 w 641159"/>
                <a:gd name="connsiteY9" fmla="*/ 121494 h 864666"/>
                <a:gd name="connsiteX10" fmla="*/ 532843 w 641159"/>
                <a:gd name="connsiteY10" fmla="*/ 37083 h 864666"/>
                <a:gd name="connsiteX11" fmla="*/ 641119 w 641159"/>
                <a:gd name="connsiteY11" fmla="*/ 578679 h 864666"/>
                <a:gd name="connsiteX12" fmla="*/ 624790 w 641159"/>
                <a:gd name="connsiteY12" fmla="*/ 864193 h 864666"/>
                <a:gd name="connsiteX13" fmla="*/ 231567 w 641159"/>
                <a:gd name="connsiteY13" fmla="*/ 864666 h 864666"/>
                <a:gd name="connsiteX0" fmla="*/ 257487 w 667079"/>
                <a:gd name="connsiteY0" fmla="*/ 864666 h 864666"/>
                <a:gd name="connsiteX1" fmla="*/ 228888 w 667079"/>
                <a:gd name="connsiteY1" fmla="*/ 801837 h 864666"/>
                <a:gd name="connsiteX2" fmla="*/ 125473 w 667079"/>
                <a:gd name="connsiteY2" fmla="*/ 807279 h 864666"/>
                <a:gd name="connsiteX3" fmla="*/ 288 w 667079"/>
                <a:gd name="connsiteY3" fmla="*/ 595007 h 864666"/>
                <a:gd name="connsiteX4" fmla="*/ 87373 w 667079"/>
                <a:gd name="connsiteY4" fmla="*/ 510643 h 864666"/>
                <a:gd name="connsiteX5" fmla="*/ 60459 w 667079"/>
                <a:gd name="connsiteY5" fmla="*/ 60790 h 864666"/>
                <a:gd name="connsiteX6" fmla="*/ 181082 w 667079"/>
                <a:gd name="connsiteY6" fmla="*/ 130650 h 864666"/>
                <a:gd name="connsiteX7" fmla="*/ 236345 w 667079"/>
                <a:gd name="connsiteY7" fmla="*/ 5370 h 864666"/>
                <a:gd name="connsiteX8" fmla="*/ 323163 w 667079"/>
                <a:gd name="connsiteY8" fmla="*/ 117043 h 864666"/>
                <a:gd name="connsiteX9" fmla="*/ 379055 w 667079"/>
                <a:gd name="connsiteY9" fmla="*/ 84 h 864666"/>
                <a:gd name="connsiteX10" fmla="*/ 479008 w 667079"/>
                <a:gd name="connsiteY10" fmla="*/ 121494 h 864666"/>
                <a:gd name="connsiteX11" fmla="*/ 558763 w 667079"/>
                <a:gd name="connsiteY11" fmla="*/ 37083 h 864666"/>
                <a:gd name="connsiteX12" fmla="*/ 667039 w 667079"/>
                <a:gd name="connsiteY12" fmla="*/ 578679 h 864666"/>
                <a:gd name="connsiteX13" fmla="*/ 650710 w 667079"/>
                <a:gd name="connsiteY13" fmla="*/ 864193 h 864666"/>
                <a:gd name="connsiteX14" fmla="*/ 257487 w 667079"/>
                <a:gd name="connsiteY14" fmla="*/ 864666 h 864666"/>
                <a:gd name="connsiteX0" fmla="*/ 260201 w 669793"/>
                <a:gd name="connsiteY0" fmla="*/ 864666 h 864666"/>
                <a:gd name="connsiteX1" fmla="*/ 231602 w 669793"/>
                <a:gd name="connsiteY1" fmla="*/ 801837 h 864666"/>
                <a:gd name="connsiteX2" fmla="*/ 128187 w 669793"/>
                <a:gd name="connsiteY2" fmla="*/ 807279 h 864666"/>
                <a:gd name="connsiteX3" fmla="*/ 281 w 669793"/>
                <a:gd name="connsiteY3" fmla="*/ 526971 h 864666"/>
                <a:gd name="connsiteX4" fmla="*/ 90087 w 669793"/>
                <a:gd name="connsiteY4" fmla="*/ 510643 h 864666"/>
                <a:gd name="connsiteX5" fmla="*/ 63173 w 669793"/>
                <a:gd name="connsiteY5" fmla="*/ 60790 h 864666"/>
                <a:gd name="connsiteX6" fmla="*/ 183796 w 669793"/>
                <a:gd name="connsiteY6" fmla="*/ 130650 h 864666"/>
                <a:gd name="connsiteX7" fmla="*/ 239059 w 669793"/>
                <a:gd name="connsiteY7" fmla="*/ 5370 h 864666"/>
                <a:gd name="connsiteX8" fmla="*/ 325877 w 669793"/>
                <a:gd name="connsiteY8" fmla="*/ 117043 h 864666"/>
                <a:gd name="connsiteX9" fmla="*/ 381769 w 669793"/>
                <a:gd name="connsiteY9" fmla="*/ 84 h 864666"/>
                <a:gd name="connsiteX10" fmla="*/ 481722 w 669793"/>
                <a:gd name="connsiteY10" fmla="*/ 121494 h 864666"/>
                <a:gd name="connsiteX11" fmla="*/ 561477 w 669793"/>
                <a:gd name="connsiteY11" fmla="*/ 37083 h 864666"/>
                <a:gd name="connsiteX12" fmla="*/ 669753 w 669793"/>
                <a:gd name="connsiteY12" fmla="*/ 578679 h 864666"/>
                <a:gd name="connsiteX13" fmla="*/ 653424 w 669793"/>
                <a:gd name="connsiteY13" fmla="*/ 864193 h 864666"/>
                <a:gd name="connsiteX14" fmla="*/ 260201 w 669793"/>
                <a:gd name="connsiteY14" fmla="*/ 864666 h 864666"/>
                <a:gd name="connsiteX0" fmla="*/ 259920 w 669512"/>
                <a:gd name="connsiteY0" fmla="*/ 864666 h 864666"/>
                <a:gd name="connsiteX1" fmla="*/ 231321 w 669512"/>
                <a:gd name="connsiteY1" fmla="*/ 801837 h 864666"/>
                <a:gd name="connsiteX2" fmla="*/ 127906 w 669512"/>
                <a:gd name="connsiteY2" fmla="*/ 807279 h 864666"/>
                <a:gd name="connsiteX3" fmla="*/ 0 w 669512"/>
                <a:gd name="connsiteY3" fmla="*/ 526971 h 864666"/>
                <a:gd name="connsiteX4" fmla="*/ 89806 w 669512"/>
                <a:gd name="connsiteY4" fmla="*/ 510643 h 864666"/>
                <a:gd name="connsiteX5" fmla="*/ 62892 w 669512"/>
                <a:gd name="connsiteY5" fmla="*/ 60790 h 864666"/>
                <a:gd name="connsiteX6" fmla="*/ 183515 w 669512"/>
                <a:gd name="connsiteY6" fmla="*/ 130650 h 864666"/>
                <a:gd name="connsiteX7" fmla="*/ 238778 w 669512"/>
                <a:gd name="connsiteY7" fmla="*/ 5370 h 864666"/>
                <a:gd name="connsiteX8" fmla="*/ 325596 w 669512"/>
                <a:gd name="connsiteY8" fmla="*/ 117043 h 864666"/>
                <a:gd name="connsiteX9" fmla="*/ 381488 w 669512"/>
                <a:gd name="connsiteY9" fmla="*/ 84 h 864666"/>
                <a:gd name="connsiteX10" fmla="*/ 481441 w 669512"/>
                <a:gd name="connsiteY10" fmla="*/ 121494 h 864666"/>
                <a:gd name="connsiteX11" fmla="*/ 561196 w 669512"/>
                <a:gd name="connsiteY11" fmla="*/ 37083 h 864666"/>
                <a:gd name="connsiteX12" fmla="*/ 669472 w 669512"/>
                <a:gd name="connsiteY12" fmla="*/ 578679 h 864666"/>
                <a:gd name="connsiteX13" fmla="*/ 653143 w 669512"/>
                <a:gd name="connsiteY13" fmla="*/ 864193 h 864666"/>
                <a:gd name="connsiteX14" fmla="*/ 259920 w 669512"/>
                <a:gd name="connsiteY14" fmla="*/ 864666 h 864666"/>
                <a:gd name="connsiteX0" fmla="*/ 259920 w 669512"/>
                <a:gd name="connsiteY0" fmla="*/ 864666 h 864666"/>
                <a:gd name="connsiteX1" fmla="*/ 231321 w 669512"/>
                <a:gd name="connsiteY1" fmla="*/ 801837 h 864666"/>
                <a:gd name="connsiteX2" fmla="*/ 127906 w 669512"/>
                <a:gd name="connsiteY2" fmla="*/ 807279 h 864666"/>
                <a:gd name="connsiteX3" fmla="*/ 0 w 669512"/>
                <a:gd name="connsiteY3" fmla="*/ 526971 h 864666"/>
                <a:gd name="connsiteX4" fmla="*/ 89806 w 669512"/>
                <a:gd name="connsiteY4" fmla="*/ 510643 h 864666"/>
                <a:gd name="connsiteX5" fmla="*/ 62892 w 669512"/>
                <a:gd name="connsiteY5" fmla="*/ 60790 h 864666"/>
                <a:gd name="connsiteX6" fmla="*/ 183515 w 669512"/>
                <a:gd name="connsiteY6" fmla="*/ 130650 h 864666"/>
                <a:gd name="connsiteX7" fmla="*/ 238778 w 669512"/>
                <a:gd name="connsiteY7" fmla="*/ 5370 h 864666"/>
                <a:gd name="connsiteX8" fmla="*/ 325596 w 669512"/>
                <a:gd name="connsiteY8" fmla="*/ 117043 h 864666"/>
                <a:gd name="connsiteX9" fmla="*/ 381488 w 669512"/>
                <a:gd name="connsiteY9" fmla="*/ 84 h 864666"/>
                <a:gd name="connsiteX10" fmla="*/ 481441 w 669512"/>
                <a:gd name="connsiteY10" fmla="*/ 121494 h 864666"/>
                <a:gd name="connsiteX11" fmla="*/ 561196 w 669512"/>
                <a:gd name="connsiteY11" fmla="*/ 37083 h 864666"/>
                <a:gd name="connsiteX12" fmla="*/ 669472 w 669512"/>
                <a:gd name="connsiteY12" fmla="*/ 578679 h 864666"/>
                <a:gd name="connsiteX13" fmla="*/ 653143 w 669512"/>
                <a:gd name="connsiteY13" fmla="*/ 864193 h 864666"/>
                <a:gd name="connsiteX14" fmla="*/ 259920 w 669512"/>
                <a:gd name="connsiteY14" fmla="*/ 864666 h 864666"/>
                <a:gd name="connsiteX0" fmla="*/ 259920 w 669512"/>
                <a:gd name="connsiteY0" fmla="*/ 864666 h 864666"/>
                <a:gd name="connsiteX1" fmla="*/ 231321 w 669512"/>
                <a:gd name="connsiteY1" fmla="*/ 801837 h 864666"/>
                <a:gd name="connsiteX2" fmla="*/ 127906 w 669512"/>
                <a:gd name="connsiteY2" fmla="*/ 807279 h 864666"/>
                <a:gd name="connsiteX3" fmla="*/ 0 w 669512"/>
                <a:gd name="connsiteY3" fmla="*/ 526971 h 864666"/>
                <a:gd name="connsiteX4" fmla="*/ 89806 w 669512"/>
                <a:gd name="connsiteY4" fmla="*/ 510643 h 864666"/>
                <a:gd name="connsiteX5" fmla="*/ 62892 w 669512"/>
                <a:gd name="connsiteY5" fmla="*/ 60790 h 864666"/>
                <a:gd name="connsiteX6" fmla="*/ 183515 w 669512"/>
                <a:gd name="connsiteY6" fmla="*/ 130650 h 864666"/>
                <a:gd name="connsiteX7" fmla="*/ 238778 w 669512"/>
                <a:gd name="connsiteY7" fmla="*/ 5370 h 864666"/>
                <a:gd name="connsiteX8" fmla="*/ 325596 w 669512"/>
                <a:gd name="connsiteY8" fmla="*/ 117043 h 864666"/>
                <a:gd name="connsiteX9" fmla="*/ 381488 w 669512"/>
                <a:gd name="connsiteY9" fmla="*/ 84 h 864666"/>
                <a:gd name="connsiteX10" fmla="*/ 481441 w 669512"/>
                <a:gd name="connsiteY10" fmla="*/ 121494 h 864666"/>
                <a:gd name="connsiteX11" fmla="*/ 561196 w 669512"/>
                <a:gd name="connsiteY11" fmla="*/ 37083 h 864666"/>
                <a:gd name="connsiteX12" fmla="*/ 669472 w 669512"/>
                <a:gd name="connsiteY12" fmla="*/ 578679 h 864666"/>
                <a:gd name="connsiteX13" fmla="*/ 653143 w 669512"/>
                <a:gd name="connsiteY13" fmla="*/ 864193 h 864666"/>
                <a:gd name="connsiteX14" fmla="*/ 259920 w 669512"/>
                <a:gd name="connsiteY14" fmla="*/ 864666 h 864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9512" h="864666">
                  <a:moveTo>
                    <a:pt x="259920" y="864666"/>
                  </a:moveTo>
                  <a:cubicBezTo>
                    <a:pt x="237695" y="826606"/>
                    <a:pt x="245159" y="825008"/>
                    <a:pt x="231321" y="801837"/>
                  </a:cubicBezTo>
                  <a:cubicBezTo>
                    <a:pt x="184826" y="794994"/>
                    <a:pt x="202292" y="803651"/>
                    <a:pt x="127906" y="807279"/>
                  </a:cubicBezTo>
                  <a:cubicBezTo>
                    <a:pt x="107042" y="780972"/>
                    <a:pt x="6350" y="576410"/>
                    <a:pt x="0" y="526971"/>
                  </a:cubicBezTo>
                  <a:cubicBezTo>
                    <a:pt x="58964" y="502024"/>
                    <a:pt x="28977" y="523479"/>
                    <a:pt x="89806" y="510643"/>
                  </a:cubicBezTo>
                  <a:cubicBezTo>
                    <a:pt x="46082" y="333121"/>
                    <a:pt x="-8516" y="81486"/>
                    <a:pt x="62892" y="60790"/>
                  </a:cubicBezTo>
                  <a:cubicBezTo>
                    <a:pt x="138478" y="39627"/>
                    <a:pt x="162358" y="62006"/>
                    <a:pt x="183515" y="130650"/>
                  </a:cubicBezTo>
                  <a:cubicBezTo>
                    <a:pt x="185607" y="62583"/>
                    <a:pt x="163207" y="19009"/>
                    <a:pt x="238778" y="5370"/>
                  </a:cubicBezTo>
                  <a:cubicBezTo>
                    <a:pt x="335937" y="-2341"/>
                    <a:pt x="301811" y="117924"/>
                    <a:pt x="325596" y="117043"/>
                  </a:cubicBezTo>
                  <a:cubicBezTo>
                    <a:pt x="328806" y="55378"/>
                    <a:pt x="299358" y="7320"/>
                    <a:pt x="381488" y="84"/>
                  </a:cubicBezTo>
                  <a:cubicBezTo>
                    <a:pt x="488285" y="-2989"/>
                    <a:pt x="459008" y="78303"/>
                    <a:pt x="481441" y="121494"/>
                  </a:cubicBezTo>
                  <a:cubicBezTo>
                    <a:pt x="497140" y="80657"/>
                    <a:pt x="482904" y="31655"/>
                    <a:pt x="561196" y="37083"/>
                  </a:cubicBezTo>
                  <a:cubicBezTo>
                    <a:pt x="672580" y="39816"/>
                    <a:pt x="669666" y="488862"/>
                    <a:pt x="669472" y="578679"/>
                  </a:cubicBezTo>
                  <a:cubicBezTo>
                    <a:pt x="666751" y="690178"/>
                    <a:pt x="672193" y="766300"/>
                    <a:pt x="653143" y="864193"/>
                  </a:cubicBezTo>
                  <a:cubicBezTo>
                    <a:pt x="514812" y="859815"/>
                    <a:pt x="460845" y="856509"/>
                    <a:pt x="259920" y="864666"/>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2" name="Freeform 10">
              <a:extLst>
                <a:ext uri="{FF2B5EF4-FFF2-40B4-BE49-F238E27FC236}">
                  <a16:creationId xmlns:a16="http://schemas.microsoft.com/office/drawing/2014/main" id="{2D15DCEE-9C8E-64CA-7FCC-8C8978D3A572}"/>
                </a:ext>
              </a:extLst>
            </p:cNvPr>
            <p:cNvSpPr/>
            <p:nvPr/>
          </p:nvSpPr>
          <p:spPr>
            <a:xfrm>
              <a:off x="1100103" y="4121089"/>
              <a:ext cx="2742086" cy="2359188"/>
            </a:xfrm>
            <a:custGeom>
              <a:avLst/>
              <a:gdLst>
                <a:gd name="connsiteX0" fmla="*/ 19050 w 2628900"/>
                <a:gd name="connsiteY0" fmla="*/ 95250 h 2085975"/>
                <a:gd name="connsiteX1" fmla="*/ 0 w 2628900"/>
                <a:gd name="connsiteY1" fmla="*/ 2085975 h 2085975"/>
                <a:gd name="connsiteX2" fmla="*/ 1685925 w 2628900"/>
                <a:gd name="connsiteY2" fmla="*/ 2085975 h 2085975"/>
                <a:gd name="connsiteX3" fmla="*/ 1704975 w 2628900"/>
                <a:gd name="connsiteY3" fmla="*/ 1581150 h 2085975"/>
                <a:gd name="connsiteX4" fmla="*/ 2628900 w 2628900"/>
                <a:gd name="connsiteY4" fmla="*/ 47625 h 2085975"/>
                <a:gd name="connsiteX5" fmla="*/ 1914525 w 2628900"/>
                <a:gd name="connsiteY5" fmla="*/ 0 h 2085975"/>
                <a:gd name="connsiteX6" fmla="*/ 1914525 w 2628900"/>
                <a:gd name="connsiteY6" fmla="*/ 762000 h 2085975"/>
                <a:gd name="connsiteX7" fmla="*/ 1133475 w 2628900"/>
                <a:gd name="connsiteY7" fmla="*/ 533400 h 2085975"/>
                <a:gd name="connsiteX8" fmla="*/ 19050 w 2628900"/>
                <a:gd name="connsiteY8" fmla="*/ 95250 h 2085975"/>
                <a:gd name="connsiteX0" fmla="*/ 95250 w 2628900"/>
                <a:gd name="connsiteY0" fmla="*/ 66675 h 2085975"/>
                <a:gd name="connsiteX1" fmla="*/ 0 w 2628900"/>
                <a:gd name="connsiteY1" fmla="*/ 2085975 h 2085975"/>
                <a:gd name="connsiteX2" fmla="*/ 1685925 w 2628900"/>
                <a:gd name="connsiteY2" fmla="*/ 2085975 h 2085975"/>
                <a:gd name="connsiteX3" fmla="*/ 1704975 w 2628900"/>
                <a:gd name="connsiteY3" fmla="*/ 1581150 h 2085975"/>
                <a:gd name="connsiteX4" fmla="*/ 2628900 w 2628900"/>
                <a:gd name="connsiteY4" fmla="*/ 47625 h 2085975"/>
                <a:gd name="connsiteX5" fmla="*/ 1914525 w 2628900"/>
                <a:gd name="connsiteY5" fmla="*/ 0 h 2085975"/>
                <a:gd name="connsiteX6" fmla="*/ 1914525 w 2628900"/>
                <a:gd name="connsiteY6" fmla="*/ 762000 h 2085975"/>
                <a:gd name="connsiteX7" fmla="*/ 1133475 w 2628900"/>
                <a:gd name="connsiteY7" fmla="*/ 533400 h 2085975"/>
                <a:gd name="connsiteX8" fmla="*/ 95250 w 2628900"/>
                <a:gd name="connsiteY8" fmla="*/ 66675 h 2085975"/>
                <a:gd name="connsiteX0" fmla="*/ 232470 w 2766120"/>
                <a:gd name="connsiteY0" fmla="*/ 66675 h 2085975"/>
                <a:gd name="connsiteX1" fmla="*/ 137220 w 2766120"/>
                <a:gd name="connsiteY1" fmla="*/ 2085975 h 2085975"/>
                <a:gd name="connsiteX2" fmla="*/ 1823145 w 2766120"/>
                <a:gd name="connsiteY2" fmla="*/ 2085975 h 2085975"/>
                <a:gd name="connsiteX3" fmla="*/ 1842195 w 2766120"/>
                <a:gd name="connsiteY3" fmla="*/ 1581150 h 2085975"/>
                <a:gd name="connsiteX4" fmla="*/ 2766120 w 2766120"/>
                <a:gd name="connsiteY4" fmla="*/ 47625 h 2085975"/>
                <a:gd name="connsiteX5" fmla="*/ 2051745 w 2766120"/>
                <a:gd name="connsiteY5" fmla="*/ 0 h 2085975"/>
                <a:gd name="connsiteX6" fmla="*/ 2051745 w 2766120"/>
                <a:gd name="connsiteY6" fmla="*/ 762000 h 2085975"/>
                <a:gd name="connsiteX7" fmla="*/ 1270695 w 2766120"/>
                <a:gd name="connsiteY7" fmla="*/ 533400 h 2085975"/>
                <a:gd name="connsiteX8" fmla="*/ 232470 w 2766120"/>
                <a:gd name="connsiteY8" fmla="*/ 66675 h 2085975"/>
                <a:gd name="connsiteX0" fmla="*/ 232470 w 2766120"/>
                <a:gd name="connsiteY0" fmla="*/ 66675 h 2085975"/>
                <a:gd name="connsiteX1" fmla="*/ 137220 w 2766120"/>
                <a:gd name="connsiteY1" fmla="*/ 2085975 h 2085975"/>
                <a:gd name="connsiteX2" fmla="*/ 1823145 w 2766120"/>
                <a:gd name="connsiteY2" fmla="*/ 2085975 h 2085975"/>
                <a:gd name="connsiteX3" fmla="*/ 1842195 w 2766120"/>
                <a:gd name="connsiteY3" fmla="*/ 1581150 h 2085975"/>
                <a:gd name="connsiteX4" fmla="*/ 2766120 w 2766120"/>
                <a:gd name="connsiteY4" fmla="*/ 47625 h 2085975"/>
                <a:gd name="connsiteX5" fmla="*/ 2051745 w 2766120"/>
                <a:gd name="connsiteY5" fmla="*/ 0 h 2085975"/>
                <a:gd name="connsiteX6" fmla="*/ 2051745 w 2766120"/>
                <a:gd name="connsiteY6" fmla="*/ 762000 h 2085975"/>
                <a:gd name="connsiteX7" fmla="*/ 1270695 w 2766120"/>
                <a:gd name="connsiteY7" fmla="*/ 533400 h 2085975"/>
                <a:gd name="connsiteX8" fmla="*/ 232470 w 2766120"/>
                <a:gd name="connsiteY8" fmla="*/ 66675 h 2085975"/>
                <a:gd name="connsiteX0" fmla="*/ 232470 w 2766120"/>
                <a:gd name="connsiteY0" fmla="*/ 66675 h 2085975"/>
                <a:gd name="connsiteX1" fmla="*/ 137220 w 2766120"/>
                <a:gd name="connsiteY1" fmla="*/ 2085975 h 2085975"/>
                <a:gd name="connsiteX2" fmla="*/ 1823145 w 2766120"/>
                <a:gd name="connsiteY2" fmla="*/ 2085975 h 2085975"/>
                <a:gd name="connsiteX3" fmla="*/ 1842195 w 2766120"/>
                <a:gd name="connsiteY3" fmla="*/ 1581150 h 2085975"/>
                <a:gd name="connsiteX4" fmla="*/ 2766120 w 2766120"/>
                <a:gd name="connsiteY4" fmla="*/ 47625 h 2085975"/>
                <a:gd name="connsiteX5" fmla="*/ 2051745 w 2766120"/>
                <a:gd name="connsiteY5" fmla="*/ 0 h 2085975"/>
                <a:gd name="connsiteX6" fmla="*/ 2051745 w 2766120"/>
                <a:gd name="connsiteY6" fmla="*/ 762000 h 2085975"/>
                <a:gd name="connsiteX7" fmla="*/ 1270695 w 2766120"/>
                <a:gd name="connsiteY7" fmla="*/ 533400 h 2085975"/>
                <a:gd name="connsiteX8" fmla="*/ 232470 w 2766120"/>
                <a:gd name="connsiteY8" fmla="*/ 66675 h 2085975"/>
                <a:gd name="connsiteX0" fmla="*/ 232470 w 2766120"/>
                <a:gd name="connsiteY0" fmla="*/ 66675 h 2085975"/>
                <a:gd name="connsiteX1" fmla="*/ 137220 w 2766120"/>
                <a:gd name="connsiteY1" fmla="*/ 2085975 h 2085975"/>
                <a:gd name="connsiteX2" fmla="*/ 1823145 w 2766120"/>
                <a:gd name="connsiteY2" fmla="*/ 2085975 h 2085975"/>
                <a:gd name="connsiteX3" fmla="*/ 1842195 w 2766120"/>
                <a:gd name="connsiteY3" fmla="*/ 1581150 h 2085975"/>
                <a:gd name="connsiteX4" fmla="*/ 2766120 w 2766120"/>
                <a:gd name="connsiteY4" fmla="*/ 47625 h 2085975"/>
                <a:gd name="connsiteX5" fmla="*/ 2051745 w 2766120"/>
                <a:gd name="connsiteY5" fmla="*/ 0 h 2085975"/>
                <a:gd name="connsiteX6" fmla="*/ 2051745 w 2766120"/>
                <a:gd name="connsiteY6" fmla="*/ 762000 h 2085975"/>
                <a:gd name="connsiteX7" fmla="*/ 1270695 w 2766120"/>
                <a:gd name="connsiteY7" fmla="*/ 533400 h 2085975"/>
                <a:gd name="connsiteX8" fmla="*/ 232470 w 2766120"/>
                <a:gd name="connsiteY8" fmla="*/ 66675 h 2085975"/>
                <a:gd name="connsiteX0" fmla="*/ 232470 w 2766120"/>
                <a:gd name="connsiteY0" fmla="*/ 114300 h 2133600"/>
                <a:gd name="connsiteX1" fmla="*/ 137220 w 2766120"/>
                <a:gd name="connsiteY1" fmla="*/ 2133600 h 2133600"/>
                <a:gd name="connsiteX2" fmla="*/ 1823145 w 2766120"/>
                <a:gd name="connsiteY2" fmla="*/ 2133600 h 2133600"/>
                <a:gd name="connsiteX3" fmla="*/ 1842195 w 2766120"/>
                <a:gd name="connsiteY3" fmla="*/ 1628775 h 2133600"/>
                <a:gd name="connsiteX4" fmla="*/ 2766120 w 2766120"/>
                <a:gd name="connsiteY4" fmla="*/ 95250 h 2133600"/>
                <a:gd name="connsiteX5" fmla="*/ 1908870 w 2766120"/>
                <a:gd name="connsiteY5" fmla="*/ 0 h 2133600"/>
                <a:gd name="connsiteX6" fmla="*/ 2051745 w 2766120"/>
                <a:gd name="connsiteY6" fmla="*/ 809625 h 2133600"/>
                <a:gd name="connsiteX7" fmla="*/ 1270695 w 2766120"/>
                <a:gd name="connsiteY7" fmla="*/ 581025 h 2133600"/>
                <a:gd name="connsiteX8" fmla="*/ 232470 w 2766120"/>
                <a:gd name="connsiteY8" fmla="*/ 114300 h 2133600"/>
                <a:gd name="connsiteX0" fmla="*/ 232470 w 2766120"/>
                <a:gd name="connsiteY0" fmla="*/ 151521 h 2170821"/>
                <a:gd name="connsiteX1" fmla="*/ 137220 w 2766120"/>
                <a:gd name="connsiteY1" fmla="*/ 2170821 h 2170821"/>
                <a:gd name="connsiteX2" fmla="*/ 1823145 w 2766120"/>
                <a:gd name="connsiteY2" fmla="*/ 2170821 h 2170821"/>
                <a:gd name="connsiteX3" fmla="*/ 1842195 w 2766120"/>
                <a:gd name="connsiteY3" fmla="*/ 1665996 h 2170821"/>
                <a:gd name="connsiteX4" fmla="*/ 2766120 w 2766120"/>
                <a:gd name="connsiteY4" fmla="*/ 132471 h 2170821"/>
                <a:gd name="connsiteX5" fmla="*/ 1908870 w 2766120"/>
                <a:gd name="connsiteY5" fmla="*/ 37221 h 2170821"/>
                <a:gd name="connsiteX6" fmla="*/ 1937445 w 2766120"/>
                <a:gd name="connsiteY6" fmla="*/ 808746 h 2170821"/>
                <a:gd name="connsiteX7" fmla="*/ 1270695 w 2766120"/>
                <a:gd name="connsiteY7" fmla="*/ 618246 h 2170821"/>
                <a:gd name="connsiteX8" fmla="*/ 232470 w 2766120"/>
                <a:gd name="connsiteY8" fmla="*/ 151521 h 2170821"/>
                <a:gd name="connsiteX0" fmla="*/ 232470 w 2766120"/>
                <a:gd name="connsiteY0" fmla="*/ 176078 h 2195378"/>
                <a:gd name="connsiteX1" fmla="*/ 137220 w 2766120"/>
                <a:gd name="connsiteY1" fmla="*/ 2195378 h 2195378"/>
                <a:gd name="connsiteX2" fmla="*/ 1823145 w 2766120"/>
                <a:gd name="connsiteY2" fmla="*/ 2195378 h 2195378"/>
                <a:gd name="connsiteX3" fmla="*/ 1842195 w 2766120"/>
                <a:gd name="connsiteY3" fmla="*/ 1690553 h 2195378"/>
                <a:gd name="connsiteX4" fmla="*/ 2766120 w 2766120"/>
                <a:gd name="connsiteY4" fmla="*/ 157028 h 2195378"/>
                <a:gd name="connsiteX5" fmla="*/ 1908870 w 2766120"/>
                <a:gd name="connsiteY5" fmla="*/ 61778 h 2195378"/>
                <a:gd name="connsiteX6" fmla="*/ 1937445 w 2766120"/>
                <a:gd name="connsiteY6" fmla="*/ 833303 h 2195378"/>
                <a:gd name="connsiteX7" fmla="*/ 1270695 w 2766120"/>
                <a:gd name="connsiteY7" fmla="*/ 642803 h 2195378"/>
                <a:gd name="connsiteX8" fmla="*/ 232470 w 2766120"/>
                <a:gd name="connsiteY8" fmla="*/ 176078 h 2195378"/>
                <a:gd name="connsiteX0" fmla="*/ 232470 w 2661345"/>
                <a:gd name="connsiteY0" fmla="*/ 155790 h 2175090"/>
                <a:gd name="connsiteX1" fmla="*/ 137220 w 2661345"/>
                <a:gd name="connsiteY1" fmla="*/ 2175090 h 2175090"/>
                <a:gd name="connsiteX2" fmla="*/ 1823145 w 2661345"/>
                <a:gd name="connsiteY2" fmla="*/ 2175090 h 2175090"/>
                <a:gd name="connsiteX3" fmla="*/ 1842195 w 2661345"/>
                <a:gd name="connsiteY3" fmla="*/ 1670265 h 2175090"/>
                <a:gd name="connsiteX4" fmla="*/ 2661345 w 2661345"/>
                <a:gd name="connsiteY4" fmla="*/ 117690 h 2175090"/>
                <a:gd name="connsiteX5" fmla="*/ 1908870 w 2661345"/>
                <a:gd name="connsiteY5" fmla="*/ 41490 h 2175090"/>
                <a:gd name="connsiteX6" fmla="*/ 1937445 w 2661345"/>
                <a:gd name="connsiteY6" fmla="*/ 813015 h 2175090"/>
                <a:gd name="connsiteX7" fmla="*/ 1270695 w 2661345"/>
                <a:gd name="connsiteY7" fmla="*/ 622515 h 2175090"/>
                <a:gd name="connsiteX8" fmla="*/ 232470 w 2661345"/>
                <a:gd name="connsiteY8" fmla="*/ 155790 h 2175090"/>
                <a:gd name="connsiteX0" fmla="*/ 232470 w 2709520"/>
                <a:gd name="connsiteY0" fmla="*/ 155790 h 2175090"/>
                <a:gd name="connsiteX1" fmla="*/ 137220 w 2709520"/>
                <a:gd name="connsiteY1" fmla="*/ 2175090 h 2175090"/>
                <a:gd name="connsiteX2" fmla="*/ 1823145 w 2709520"/>
                <a:gd name="connsiteY2" fmla="*/ 2175090 h 2175090"/>
                <a:gd name="connsiteX3" fmla="*/ 1842195 w 2709520"/>
                <a:gd name="connsiteY3" fmla="*/ 1670265 h 2175090"/>
                <a:gd name="connsiteX4" fmla="*/ 2661345 w 2709520"/>
                <a:gd name="connsiteY4" fmla="*/ 117690 h 2175090"/>
                <a:gd name="connsiteX5" fmla="*/ 1908870 w 2709520"/>
                <a:gd name="connsiteY5" fmla="*/ 41490 h 2175090"/>
                <a:gd name="connsiteX6" fmla="*/ 1937445 w 2709520"/>
                <a:gd name="connsiteY6" fmla="*/ 813015 h 2175090"/>
                <a:gd name="connsiteX7" fmla="*/ 1270695 w 2709520"/>
                <a:gd name="connsiteY7" fmla="*/ 622515 h 2175090"/>
                <a:gd name="connsiteX8" fmla="*/ 232470 w 2709520"/>
                <a:gd name="connsiteY8" fmla="*/ 155790 h 2175090"/>
                <a:gd name="connsiteX0" fmla="*/ 232470 w 2725405"/>
                <a:gd name="connsiteY0" fmla="*/ 155790 h 2175090"/>
                <a:gd name="connsiteX1" fmla="*/ 137220 w 2725405"/>
                <a:gd name="connsiteY1" fmla="*/ 2175090 h 2175090"/>
                <a:gd name="connsiteX2" fmla="*/ 1823145 w 2725405"/>
                <a:gd name="connsiteY2" fmla="*/ 2175090 h 2175090"/>
                <a:gd name="connsiteX3" fmla="*/ 1842195 w 2725405"/>
                <a:gd name="connsiteY3" fmla="*/ 1670265 h 2175090"/>
                <a:gd name="connsiteX4" fmla="*/ 2661345 w 2725405"/>
                <a:gd name="connsiteY4" fmla="*/ 117690 h 2175090"/>
                <a:gd name="connsiteX5" fmla="*/ 1908870 w 2725405"/>
                <a:gd name="connsiteY5" fmla="*/ 41490 h 2175090"/>
                <a:gd name="connsiteX6" fmla="*/ 1937445 w 2725405"/>
                <a:gd name="connsiteY6" fmla="*/ 813015 h 2175090"/>
                <a:gd name="connsiteX7" fmla="*/ 1270695 w 2725405"/>
                <a:gd name="connsiteY7" fmla="*/ 622515 h 2175090"/>
                <a:gd name="connsiteX8" fmla="*/ 232470 w 2725405"/>
                <a:gd name="connsiteY8" fmla="*/ 155790 h 2175090"/>
                <a:gd name="connsiteX0" fmla="*/ 232470 w 2760521"/>
                <a:gd name="connsiteY0" fmla="*/ 155790 h 2175090"/>
                <a:gd name="connsiteX1" fmla="*/ 137220 w 2760521"/>
                <a:gd name="connsiteY1" fmla="*/ 2175090 h 2175090"/>
                <a:gd name="connsiteX2" fmla="*/ 1823145 w 2760521"/>
                <a:gd name="connsiteY2" fmla="*/ 2175090 h 2175090"/>
                <a:gd name="connsiteX3" fmla="*/ 1842195 w 2760521"/>
                <a:gd name="connsiteY3" fmla="*/ 1670265 h 2175090"/>
                <a:gd name="connsiteX4" fmla="*/ 2699445 w 2760521"/>
                <a:gd name="connsiteY4" fmla="*/ 117690 h 2175090"/>
                <a:gd name="connsiteX5" fmla="*/ 1908870 w 2760521"/>
                <a:gd name="connsiteY5" fmla="*/ 41490 h 2175090"/>
                <a:gd name="connsiteX6" fmla="*/ 1937445 w 2760521"/>
                <a:gd name="connsiteY6" fmla="*/ 813015 h 2175090"/>
                <a:gd name="connsiteX7" fmla="*/ 1270695 w 2760521"/>
                <a:gd name="connsiteY7" fmla="*/ 622515 h 2175090"/>
                <a:gd name="connsiteX8" fmla="*/ 232470 w 2760521"/>
                <a:gd name="connsiteY8" fmla="*/ 155790 h 2175090"/>
                <a:gd name="connsiteX0" fmla="*/ 232470 w 2757220"/>
                <a:gd name="connsiteY0" fmla="*/ 155790 h 2175090"/>
                <a:gd name="connsiteX1" fmla="*/ 137220 w 2757220"/>
                <a:gd name="connsiteY1" fmla="*/ 2175090 h 2175090"/>
                <a:gd name="connsiteX2" fmla="*/ 1823145 w 2757220"/>
                <a:gd name="connsiteY2" fmla="*/ 2175090 h 2175090"/>
                <a:gd name="connsiteX3" fmla="*/ 1842195 w 2757220"/>
                <a:gd name="connsiteY3" fmla="*/ 1670265 h 2175090"/>
                <a:gd name="connsiteX4" fmla="*/ 2699445 w 2757220"/>
                <a:gd name="connsiteY4" fmla="*/ 117690 h 2175090"/>
                <a:gd name="connsiteX5" fmla="*/ 1908870 w 2757220"/>
                <a:gd name="connsiteY5" fmla="*/ 41490 h 2175090"/>
                <a:gd name="connsiteX6" fmla="*/ 1937445 w 2757220"/>
                <a:gd name="connsiteY6" fmla="*/ 813015 h 2175090"/>
                <a:gd name="connsiteX7" fmla="*/ 1270695 w 2757220"/>
                <a:gd name="connsiteY7" fmla="*/ 622515 h 2175090"/>
                <a:gd name="connsiteX8" fmla="*/ 232470 w 2757220"/>
                <a:gd name="connsiteY8" fmla="*/ 155790 h 2175090"/>
                <a:gd name="connsiteX0" fmla="*/ 232470 w 2741311"/>
                <a:gd name="connsiteY0" fmla="*/ 155790 h 2175090"/>
                <a:gd name="connsiteX1" fmla="*/ 137220 w 2741311"/>
                <a:gd name="connsiteY1" fmla="*/ 2175090 h 2175090"/>
                <a:gd name="connsiteX2" fmla="*/ 1823145 w 2741311"/>
                <a:gd name="connsiteY2" fmla="*/ 2175090 h 2175090"/>
                <a:gd name="connsiteX3" fmla="*/ 1842195 w 2741311"/>
                <a:gd name="connsiteY3" fmla="*/ 1670265 h 2175090"/>
                <a:gd name="connsiteX4" fmla="*/ 2699445 w 2741311"/>
                <a:gd name="connsiteY4" fmla="*/ 117690 h 2175090"/>
                <a:gd name="connsiteX5" fmla="*/ 1908870 w 2741311"/>
                <a:gd name="connsiteY5" fmla="*/ 41490 h 2175090"/>
                <a:gd name="connsiteX6" fmla="*/ 1937445 w 2741311"/>
                <a:gd name="connsiteY6" fmla="*/ 813015 h 2175090"/>
                <a:gd name="connsiteX7" fmla="*/ 1270695 w 2741311"/>
                <a:gd name="connsiteY7" fmla="*/ 622515 h 2175090"/>
                <a:gd name="connsiteX8" fmla="*/ 232470 w 2741311"/>
                <a:gd name="connsiteY8" fmla="*/ 155790 h 2175090"/>
                <a:gd name="connsiteX0" fmla="*/ 232470 w 2741311"/>
                <a:gd name="connsiteY0" fmla="*/ 155790 h 2175090"/>
                <a:gd name="connsiteX1" fmla="*/ 137220 w 2741311"/>
                <a:gd name="connsiteY1" fmla="*/ 2175090 h 2175090"/>
                <a:gd name="connsiteX2" fmla="*/ 1823145 w 2741311"/>
                <a:gd name="connsiteY2" fmla="*/ 2175090 h 2175090"/>
                <a:gd name="connsiteX3" fmla="*/ 1842195 w 2741311"/>
                <a:gd name="connsiteY3" fmla="*/ 1670265 h 2175090"/>
                <a:gd name="connsiteX4" fmla="*/ 2699445 w 2741311"/>
                <a:gd name="connsiteY4" fmla="*/ 117690 h 2175090"/>
                <a:gd name="connsiteX5" fmla="*/ 1908870 w 2741311"/>
                <a:gd name="connsiteY5" fmla="*/ 41490 h 2175090"/>
                <a:gd name="connsiteX6" fmla="*/ 1937445 w 2741311"/>
                <a:gd name="connsiteY6" fmla="*/ 813015 h 2175090"/>
                <a:gd name="connsiteX7" fmla="*/ 1270695 w 2741311"/>
                <a:gd name="connsiteY7" fmla="*/ 622515 h 2175090"/>
                <a:gd name="connsiteX8" fmla="*/ 232470 w 2741311"/>
                <a:gd name="connsiteY8" fmla="*/ 155790 h 2175090"/>
                <a:gd name="connsiteX0" fmla="*/ 232470 w 2741311"/>
                <a:gd name="connsiteY0" fmla="*/ 155790 h 2175090"/>
                <a:gd name="connsiteX1" fmla="*/ 137220 w 2741311"/>
                <a:gd name="connsiteY1" fmla="*/ 2175090 h 2175090"/>
                <a:gd name="connsiteX2" fmla="*/ 1823145 w 2741311"/>
                <a:gd name="connsiteY2" fmla="*/ 2175090 h 2175090"/>
                <a:gd name="connsiteX3" fmla="*/ 1842195 w 2741311"/>
                <a:gd name="connsiteY3" fmla="*/ 1670265 h 2175090"/>
                <a:gd name="connsiteX4" fmla="*/ 2699445 w 2741311"/>
                <a:gd name="connsiteY4" fmla="*/ 117690 h 2175090"/>
                <a:gd name="connsiteX5" fmla="*/ 1908870 w 2741311"/>
                <a:gd name="connsiteY5" fmla="*/ 41490 h 2175090"/>
                <a:gd name="connsiteX6" fmla="*/ 1937445 w 2741311"/>
                <a:gd name="connsiteY6" fmla="*/ 813015 h 2175090"/>
                <a:gd name="connsiteX7" fmla="*/ 1270695 w 2741311"/>
                <a:gd name="connsiteY7" fmla="*/ 622515 h 2175090"/>
                <a:gd name="connsiteX8" fmla="*/ 232470 w 2741311"/>
                <a:gd name="connsiteY8" fmla="*/ 155790 h 2175090"/>
                <a:gd name="connsiteX0" fmla="*/ 232470 w 2741311"/>
                <a:gd name="connsiteY0" fmla="*/ 147713 h 2167013"/>
                <a:gd name="connsiteX1" fmla="*/ 137220 w 2741311"/>
                <a:gd name="connsiteY1" fmla="*/ 2167013 h 2167013"/>
                <a:gd name="connsiteX2" fmla="*/ 1823145 w 2741311"/>
                <a:gd name="connsiteY2" fmla="*/ 2167013 h 2167013"/>
                <a:gd name="connsiteX3" fmla="*/ 1842195 w 2741311"/>
                <a:gd name="connsiteY3" fmla="*/ 1662188 h 2167013"/>
                <a:gd name="connsiteX4" fmla="*/ 2699445 w 2741311"/>
                <a:gd name="connsiteY4" fmla="*/ 109613 h 2167013"/>
                <a:gd name="connsiteX5" fmla="*/ 1908870 w 2741311"/>
                <a:gd name="connsiteY5" fmla="*/ 33413 h 2167013"/>
                <a:gd name="connsiteX6" fmla="*/ 1937445 w 2741311"/>
                <a:gd name="connsiteY6" fmla="*/ 804938 h 2167013"/>
                <a:gd name="connsiteX7" fmla="*/ 1270695 w 2741311"/>
                <a:gd name="connsiteY7" fmla="*/ 614438 h 2167013"/>
                <a:gd name="connsiteX8" fmla="*/ 232470 w 2741311"/>
                <a:gd name="connsiteY8" fmla="*/ 147713 h 2167013"/>
                <a:gd name="connsiteX0" fmla="*/ 232470 w 2741311"/>
                <a:gd name="connsiteY0" fmla="*/ 95560 h 2114860"/>
                <a:gd name="connsiteX1" fmla="*/ 137220 w 2741311"/>
                <a:gd name="connsiteY1" fmla="*/ 2114860 h 2114860"/>
                <a:gd name="connsiteX2" fmla="*/ 1823145 w 2741311"/>
                <a:gd name="connsiteY2" fmla="*/ 2114860 h 2114860"/>
                <a:gd name="connsiteX3" fmla="*/ 1842195 w 2741311"/>
                <a:gd name="connsiteY3" fmla="*/ 1610035 h 2114860"/>
                <a:gd name="connsiteX4" fmla="*/ 2699445 w 2741311"/>
                <a:gd name="connsiteY4" fmla="*/ 57460 h 2114860"/>
                <a:gd name="connsiteX5" fmla="*/ 1927920 w 2741311"/>
                <a:gd name="connsiteY5" fmla="*/ 47935 h 2114860"/>
                <a:gd name="connsiteX6" fmla="*/ 1937445 w 2741311"/>
                <a:gd name="connsiteY6" fmla="*/ 752785 h 2114860"/>
                <a:gd name="connsiteX7" fmla="*/ 1270695 w 2741311"/>
                <a:gd name="connsiteY7" fmla="*/ 562285 h 2114860"/>
                <a:gd name="connsiteX8" fmla="*/ 232470 w 2741311"/>
                <a:gd name="connsiteY8" fmla="*/ 95560 h 2114860"/>
                <a:gd name="connsiteX0" fmla="*/ 232470 w 2741311"/>
                <a:gd name="connsiteY0" fmla="*/ 189280 h 2208580"/>
                <a:gd name="connsiteX1" fmla="*/ 137220 w 2741311"/>
                <a:gd name="connsiteY1" fmla="*/ 2208580 h 2208580"/>
                <a:gd name="connsiteX2" fmla="*/ 1823145 w 2741311"/>
                <a:gd name="connsiteY2" fmla="*/ 2208580 h 2208580"/>
                <a:gd name="connsiteX3" fmla="*/ 1842195 w 2741311"/>
                <a:gd name="connsiteY3" fmla="*/ 1703755 h 2208580"/>
                <a:gd name="connsiteX4" fmla="*/ 2699445 w 2741311"/>
                <a:gd name="connsiteY4" fmla="*/ 151180 h 2208580"/>
                <a:gd name="connsiteX5" fmla="*/ 1908870 w 2741311"/>
                <a:gd name="connsiteY5" fmla="*/ 27355 h 2208580"/>
                <a:gd name="connsiteX6" fmla="*/ 1937445 w 2741311"/>
                <a:gd name="connsiteY6" fmla="*/ 846505 h 2208580"/>
                <a:gd name="connsiteX7" fmla="*/ 1270695 w 2741311"/>
                <a:gd name="connsiteY7" fmla="*/ 656005 h 2208580"/>
                <a:gd name="connsiteX8" fmla="*/ 232470 w 2741311"/>
                <a:gd name="connsiteY8" fmla="*/ 189280 h 2208580"/>
                <a:gd name="connsiteX0" fmla="*/ 232470 w 2741311"/>
                <a:gd name="connsiteY0" fmla="*/ 213274 h 2232574"/>
                <a:gd name="connsiteX1" fmla="*/ 137220 w 2741311"/>
                <a:gd name="connsiteY1" fmla="*/ 2232574 h 2232574"/>
                <a:gd name="connsiteX2" fmla="*/ 1823145 w 2741311"/>
                <a:gd name="connsiteY2" fmla="*/ 2232574 h 2232574"/>
                <a:gd name="connsiteX3" fmla="*/ 1842195 w 2741311"/>
                <a:gd name="connsiteY3" fmla="*/ 1727749 h 2232574"/>
                <a:gd name="connsiteX4" fmla="*/ 2699445 w 2741311"/>
                <a:gd name="connsiteY4" fmla="*/ 175174 h 2232574"/>
                <a:gd name="connsiteX5" fmla="*/ 2127946 w 2741311"/>
                <a:gd name="connsiteY5" fmla="*/ 127549 h 2232574"/>
                <a:gd name="connsiteX6" fmla="*/ 1908870 w 2741311"/>
                <a:gd name="connsiteY6" fmla="*/ 51349 h 2232574"/>
                <a:gd name="connsiteX7" fmla="*/ 1937445 w 2741311"/>
                <a:gd name="connsiteY7" fmla="*/ 870499 h 2232574"/>
                <a:gd name="connsiteX8" fmla="*/ 1270695 w 2741311"/>
                <a:gd name="connsiteY8" fmla="*/ 679999 h 2232574"/>
                <a:gd name="connsiteX9" fmla="*/ 232470 w 2741311"/>
                <a:gd name="connsiteY9" fmla="*/ 213274 h 2232574"/>
                <a:gd name="connsiteX0" fmla="*/ 232470 w 2741311"/>
                <a:gd name="connsiteY0" fmla="*/ 214182 h 2233482"/>
                <a:gd name="connsiteX1" fmla="*/ 137220 w 2741311"/>
                <a:gd name="connsiteY1" fmla="*/ 2233482 h 2233482"/>
                <a:gd name="connsiteX2" fmla="*/ 1823145 w 2741311"/>
                <a:gd name="connsiteY2" fmla="*/ 2233482 h 2233482"/>
                <a:gd name="connsiteX3" fmla="*/ 1842195 w 2741311"/>
                <a:gd name="connsiteY3" fmla="*/ 1728657 h 2233482"/>
                <a:gd name="connsiteX4" fmla="*/ 2699445 w 2741311"/>
                <a:gd name="connsiteY4" fmla="*/ 176082 h 2233482"/>
                <a:gd name="connsiteX5" fmla="*/ 2048663 w 2741311"/>
                <a:gd name="connsiteY5" fmla="*/ 123172 h 2233482"/>
                <a:gd name="connsiteX6" fmla="*/ 1908870 w 2741311"/>
                <a:gd name="connsiteY6" fmla="*/ 52257 h 2233482"/>
                <a:gd name="connsiteX7" fmla="*/ 1937445 w 2741311"/>
                <a:gd name="connsiteY7" fmla="*/ 871407 h 2233482"/>
                <a:gd name="connsiteX8" fmla="*/ 1270695 w 2741311"/>
                <a:gd name="connsiteY8" fmla="*/ 680907 h 2233482"/>
                <a:gd name="connsiteX9" fmla="*/ 232470 w 2741311"/>
                <a:gd name="connsiteY9" fmla="*/ 214182 h 2233482"/>
                <a:gd name="connsiteX0" fmla="*/ 232470 w 2741311"/>
                <a:gd name="connsiteY0" fmla="*/ 228069 h 2247369"/>
                <a:gd name="connsiteX1" fmla="*/ 137220 w 2741311"/>
                <a:gd name="connsiteY1" fmla="*/ 2247369 h 2247369"/>
                <a:gd name="connsiteX2" fmla="*/ 1823145 w 2741311"/>
                <a:gd name="connsiteY2" fmla="*/ 2247369 h 2247369"/>
                <a:gd name="connsiteX3" fmla="*/ 1842195 w 2741311"/>
                <a:gd name="connsiteY3" fmla="*/ 1742544 h 2247369"/>
                <a:gd name="connsiteX4" fmla="*/ 2699445 w 2741311"/>
                <a:gd name="connsiteY4" fmla="*/ 189969 h 2247369"/>
                <a:gd name="connsiteX5" fmla="*/ 2048663 w 2741311"/>
                <a:gd name="connsiteY5" fmla="*/ 137059 h 2247369"/>
                <a:gd name="connsiteX6" fmla="*/ 1908870 w 2741311"/>
                <a:gd name="connsiteY6" fmla="*/ 66144 h 2247369"/>
                <a:gd name="connsiteX7" fmla="*/ 1937445 w 2741311"/>
                <a:gd name="connsiteY7" fmla="*/ 885294 h 2247369"/>
                <a:gd name="connsiteX8" fmla="*/ 1270695 w 2741311"/>
                <a:gd name="connsiteY8" fmla="*/ 694794 h 2247369"/>
                <a:gd name="connsiteX9" fmla="*/ 232470 w 2741311"/>
                <a:gd name="connsiteY9" fmla="*/ 228069 h 2247369"/>
                <a:gd name="connsiteX0" fmla="*/ 232470 w 2741311"/>
                <a:gd name="connsiteY0" fmla="*/ 175032 h 2194332"/>
                <a:gd name="connsiteX1" fmla="*/ 137220 w 2741311"/>
                <a:gd name="connsiteY1" fmla="*/ 2194332 h 2194332"/>
                <a:gd name="connsiteX2" fmla="*/ 1823145 w 2741311"/>
                <a:gd name="connsiteY2" fmla="*/ 2194332 h 2194332"/>
                <a:gd name="connsiteX3" fmla="*/ 1842195 w 2741311"/>
                <a:gd name="connsiteY3" fmla="*/ 1689507 h 2194332"/>
                <a:gd name="connsiteX4" fmla="*/ 2699445 w 2741311"/>
                <a:gd name="connsiteY4" fmla="*/ 136932 h 2194332"/>
                <a:gd name="connsiteX5" fmla="*/ 2048663 w 2741311"/>
                <a:gd name="connsiteY5" fmla="*/ 84022 h 2194332"/>
                <a:gd name="connsiteX6" fmla="*/ 1908870 w 2741311"/>
                <a:gd name="connsiteY6" fmla="*/ 13107 h 2194332"/>
                <a:gd name="connsiteX7" fmla="*/ 1937445 w 2741311"/>
                <a:gd name="connsiteY7" fmla="*/ 832257 h 2194332"/>
                <a:gd name="connsiteX8" fmla="*/ 1270695 w 2741311"/>
                <a:gd name="connsiteY8" fmla="*/ 641757 h 2194332"/>
                <a:gd name="connsiteX9" fmla="*/ 232470 w 2741311"/>
                <a:gd name="connsiteY9" fmla="*/ 175032 h 2194332"/>
                <a:gd name="connsiteX0" fmla="*/ 232470 w 2741311"/>
                <a:gd name="connsiteY0" fmla="*/ 175032 h 2194332"/>
                <a:gd name="connsiteX1" fmla="*/ 137220 w 2741311"/>
                <a:gd name="connsiteY1" fmla="*/ 2194332 h 2194332"/>
                <a:gd name="connsiteX2" fmla="*/ 1823145 w 2741311"/>
                <a:gd name="connsiteY2" fmla="*/ 2194332 h 2194332"/>
                <a:gd name="connsiteX3" fmla="*/ 1842195 w 2741311"/>
                <a:gd name="connsiteY3" fmla="*/ 1689507 h 2194332"/>
                <a:gd name="connsiteX4" fmla="*/ 2699445 w 2741311"/>
                <a:gd name="connsiteY4" fmla="*/ 136932 h 2194332"/>
                <a:gd name="connsiteX5" fmla="*/ 2048663 w 2741311"/>
                <a:gd name="connsiteY5" fmla="*/ 84022 h 2194332"/>
                <a:gd name="connsiteX6" fmla="*/ 1908870 w 2741311"/>
                <a:gd name="connsiteY6" fmla="*/ 13107 h 2194332"/>
                <a:gd name="connsiteX7" fmla="*/ 1937445 w 2741311"/>
                <a:gd name="connsiteY7" fmla="*/ 832257 h 2194332"/>
                <a:gd name="connsiteX8" fmla="*/ 1270695 w 2741311"/>
                <a:gd name="connsiteY8" fmla="*/ 641757 h 2194332"/>
                <a:gd name="connsiteX9" fmla="*/ 232470 w 2741311"/>
                <a:gd name="connsiteY9" fmla="*/ 175032 h 2194332"/>
                <a:gd name="connsiteX0" fmla="*/ 232470 w 2741311"/>
                <a:gd name="connsiteY0" fmla="*/ 232422 h 2251722"/>
                <a:gd name="connsiteX1" fmla="*/ 137220 w 2741311"/>
                <a:gd name="connsiteY1" fmla="*/ 2251722 h 2251722"/>
                <a:gd name="connsiteX2" fmla="*/ 1823145 w 2741311"/>
                <a:gd name="connsiteY2" fmla="*/ 2251722 h 2251722"/>
                <a:gd name="connsiteX3" fmla="*/ 1842195 w 2741311"/>
                <a:gd name="connsiteY3" fmla="*/ 1746897 h 2251722"/>
                <a:gd name="connsiteX4" fmla="*/ 2699445 w 2741311"/>
                <a:gd name="connsiteY4" fmla="*/ 194322 h 2251722"/>
                <a:gd name="connsiteX5" fmla="*/ 2048663 w 2741311"/>
                <a:gd name="connsiteY5" fmla="*/ 141412 h 2251722"/>
                <a:gd name="connsiteX6" fmla="*/ 2040679 w 2741311"/>
                <a:gd name="connsiteY6" fmla="*/ 48749 h 2251722"/>
                <a:gd name="connsiteX7" fmla="*/ 1908870 w 2741311"/>
                <a:gd name="connsiteY7" fmla="*/ 70497 h 2251722"/>
                <a:gd name="connsiteX8" fmla="*/ 1937445 w 2741311"/>
                <a:gd name="connsiteY8" fmla="*/ 889647 h 2251722"/>
                <a:gd name="connsiteX9" fmla="*/ 1270695 w 2741311"/>
                <a:gd name="connsiteY9" fmla="*/ 699147 h 2251722"/>
                <a:gd name="connsiteX10" fmla="*/ 232470 w 2741311"/>
                <a:gd name="connsiteY10" fmla="*/ 232422 h 2251722"/>
                <a:gd name="connsiteX0" fmla="*/ 232470 w 2741311"/>
                <a:gd name="connsiteY0" fmla="*/ 232422 h 2251722"/>
                <a:gd name="connsiteX1" fmla="*/ 137220 w 2741311"/>
                <a:gd name="connsiteY1" fmla="*/ 2251722 h 2251722"/>
                <a:gd name="connsiteX2" fmla="*/ 1823145 w 2741311"/>
                <a:gd name="connsiteY2" fmla="*/ 2251722 h 2251722"/>
                <a:gd name="connsiteX3" fmla="*/ 1842195 w 2741311"/>
                <a:gd name="connsiteY3" fmla="*/ 1746897 h 2251722"/>
                <a:gd name="connsiteX4" fmla="*/ 2699445 w 2741311"/>
                <a:gd name="connsiteY4" fmla="*/ 194322 h 2251722"/>
                <a:gd name="connsiteX5" fmla="*/ 2048663 w 2741311"/>
                <a:gd name="connsiteY5" fmla="*/ 141412 h 2251722"/>
                <a:gd name="connsiteX6" fmla="*/ 2040679 w 2741311"/>
                <a:gd name="connsiteY6" fmla="*/ 48749 h 2251722"/>
                <a:gd name="connsiteX7" fmla="*/ 1908870 w 2741311"/>
                <a:gd name="connsiteY7" fmla="*/ 70497 h 2251722"/>
                <a:gd name="connsiteX8" fmla="*/ 1937445 w 2741311"/>
                <a:gd name="connsiteY8" fmla="*/ 889647 h 2251722"/>
                <a:gd name="connsiteX9" fmla="*/ 1270695 w 2741311"/>
                <a:gd name="connsiteY9" fmla="*/ 699147 h 2251722"/>
                <a:gd name="connsiteX10" fmla="*/ 232470 w 2741311"/>
                <a:gd name="connsiteY10" fmla="*/ 232422 h 2251722"/>
                <a:gd name="connsiteX0" fmla="*/ 232470 w 2741311"/>
                <a:gd name="connsiteY0" fmla="*/ 232422 h 2251722"/>
                <a:gd name="connsiteX1" fmla="*/ 137220 w 2741311"/>
                <a:gd name="connsiteY1" fmla="*/ 2251722 h 2251722"/>
                <a:gd name="connsiteX2" fmla="*/ 1823145 w 2741311"/>
                <a:gd name="connsiteY2" fmla="*/ 2251722 h 2251722"/>
                <a:gd name="connsiteX3" fmla="*/ 1842195 w 2741311"/>
                <a:gd name="connsiteY3" fmla="*/ 1746897 h 2251722"/>
                <a:gd name="connsiteX4" fmla="*/ 2699445 w 2741311"/>
                <a:gd name="connsiteY4" fmla="*/ 194322 h 2251722"/>
                <a:gd name="connsiteX5" fmla="*/ 2048663 w 2741311"/>
                <a:gd name="connsiteY5" fmla="*/ 141412 h 2251722"/>
                <a:gd name="connsiteX6" fmla="*/ 2040679 w 2741311"/>
                <a:gd name="connsiteY6" fmla="*/ 48749 h 2251722"/>
                <a:gd name="connsiteX7" fmla="*/ 1908870 w 2741311"/>
                <a:gd name="connsiteY7" fmla="*/ 70497 h 2251722"/>
                <a:gd name="connsiteX8" fmla="*/ 1937445 w 2741311"/>
                <a:gd name="connsiteY8" fmla="*/ 889647 h 2251722"/>
                <a:gd name="connsiteX9" fmla="*/ 1270695 w 2741311"/>
                <a:gd name="connsiteY9" fmla="*/ 699147 h 2251722"/>
                <a:gd name="connsiteX10" fmla="*/ 232470 w 2741311"/>
                <a:gd name="connsiteY10" fmla="*/ 232422 h 2251722"/>
                <a:gd name="connsiteX0" fmla="*/ 232470 w 2741311"/>
                <a:gd name="connsiteY0" fmla="*/ 188264 h 2207564"/>
                <a:gd name="connsiteX1" fmla="*/ 137220 w 2741311"/>
                <a:gd name="connsiteY1" fmla="*/ 2207564 h 2207564"/>
                <a:gd name="connsiteX2" fmla="*/ 1823145 w 2741311"/>
                <a:gd name="connsiteY2" fmla="*/ 2207564 h 2207564"/>
                <a:gd name="connsiteX3" fmla="*/ 1842195 w 2741311"/>
                <a:gd name="connsiteY3" fmla="*/ 1702739 h 2207564"/>
                <a:gd name="connsiteX4" fmla="*/ 2699445 w 2741311"/>
                <a:gd name="connsiteY4" fmla="*/ 150164 h 2207564"/>
                <a:gd name="connsiteX5" fmla="*/ 2048663 w 2741311"/>
                <a:gd name="connsiteY5" fmla="*/ 97254 h 2207564"/>
                <a:gd name="connsiteX6" fmla="*/ 2040679 w 2741311"/>
                <a:gd name="connsiteY6" fmla="*/ 4591 h 2207564"/>
                <a:gd name="connsiteX7" fmla="*/ 1908870 w 2741311"/>
                <a:gd name="connsiteY7" fmla="*/ 26339 h 2207564"/>
                <a:gd name="connsiteX8" fmla="*/ 1937445 w 2741311"/>
                <a:gd name="connsiteY8" fmla="*/ 845489 h 2207564"/>
                <a:gd name="connsiteX9" fmla="*/ 1270695 w 2741311"/>
                <a:gd name="connsiteY9" fmla="*/ 654989 h 2207564"/>
                <a:gd name="connsiteX10" fmla="*/ 232470 w 2741311"/>
                <a:gd name="connsiteY10" fmla="*/ 188264 h 2207564"/>
                <a:gd name="connsiteX0" fmla="*/ 232470 w 2741311"/>
                <a:gd name="connsiteY0" fmla="*/ 183976 h 2203276"/>
                <a:gd name="connsiteX1" fmla="*/ 137220 w 2741311"/>
                <a:gd name="connsiteY1" fmla="*/ 2203276 h 2203276"/>
                <a:gd name="connsiteX2" fmla="*/ 1823145 w 2741311"/>
                <a:gd name="connsiteY2" fmla="*/ 2203276 h 2203276"/>
                <a:gd name="connsiteX3" fmla="*/ 1842195 w 2741311"/>
                <a:gd name="connsiteY3" fmla="*/ 1698451 h 2203276"/>
                <a:gd name="connsiteX4" fmla="*/ 2699445 w 2741311"/>
                <a:gd name="connsiteY4" fmla="*/ 145876 h 2203276"/>
                <a:gd name="connsiteX5" fmla="*/ 2048663 w 2741311"/>
                <a:gd name="connsiteY5" fmla="*/ 92966 h 2203276"/>
                <a:gd name="connsiteX6" fmla="*/ 2040679 w 2741311"/>
                <a:gd name="connsiteY6" fmla="*/ 303 h 2203276"/>
                <a:gd name="connsiteX7" fmla="*/ 1908870 w 2741311"/>
                <a:gd name="connsiteY7" fmla="*/ 22051 h 2203276"/>
                <a:gd name="connsiteX8" fmla="*/ 1937445 w 2741311"/>
                <a:gd name="connsiteY8" fmla="*/ 841201 h 2203276"/>
                <a:gd name="connsiteX9" fmla="*/ 1270695 w 2741311"/>
                <a:gd name="connsiteY9" fmla="*/ 650701 h 2203276"/>
                <a:gd name="connsiteX10" fmla="*/ 232470 w 2741311"/>
                <a:gd name="connsiteY10" fmla="*/ 183976 h 2203276"/>
                <a:gd name="connsiteX0" fmla="*/ 232470 w 2741311"/>
                <a:gd name="connsiteY0" fmla="*/ 183976 h 2203276"/>
                <a:gd name="connsiteX1" fmla="*/ 137220 w 2741311"/>
                <a:gd name="connsiteY1" fmla="*/ 2203276 h 2203276"/>
                <a:gd name="connsiteX2" fmla="*/ 1823145 w 2741311"/>
                <a:gd name="connsiteY2" fmla="*/ 2203276 h 2203276"/>
                <a:gd name="connsiteX3" fmla="*/ 1842195 w 2741311"/>
                <a:gd name="connsiteY3" fmla="*/ 1698451 h 2203276"/>
                <a:gd name="connsiteX4" fmla="*/ 2699445 w 2741311"/>
                <a:gd name="connsiteY4" fmla="*/ 145876 h 2203276"/>
                <a:gd name="connsiteX5" fmla="*/ 2048663 w 2741311"/>
                <a:gd name="connsiteY5" fmla="*/ 92966 h 2203276"/>
                <a:gd name="connsiteX6" fmla="*/ 2040679 w 2741311"/>
                <a:gd name="connsiteY6" fmla="*/ 303 h 2203276"/>
                <a:gd name="connsiteX7" fmla="*/ 1908870 w 2741311"/>
                <a:gd name="connsiteY7" fmla="*/ 22051 h 2203276"/>
                <a:gd name="connsiteX8" fmla="*/ 1937445 w 2741311"/>
                <a:gd name="connsiteY8" fmla="*/ 841201 h 2203276"/>
                <a:gd name="connsiteX9" fmla="*/ 1270695 w 2741311"/>
                <a:gd name="connsiteY9" fmla="*/ 650701 h 2203276"/>
                <a:gd name="connsiteX10" fmla="*/ 232470 w 2741311"/>
                <a:gd name="connsiteY10" fmla="*/ 183976 h 2203276"/>
                <a:gd name="connsiteX0" fmla="*/ 232470 w 2662372"/>
                <a:gd name="connsiteY0" fmla="*/ 183976 h 2203276"/>
                <a:gd name="connsiteX1" fmla="*/ 137220 w 2662372"/>
                <a:gd name="connsiteY1" fmla="*/ 2203276 h 2203276"/>
                <a:gd name="connsiteX2" fmla="*/ 1823145 w 2662372"/>
                <a:gd name="connsiteY2" fmla="*/ 2203276 h 2203276"/>
                <a:gd name="connsiteX3" fmla="*/ 1842195 w 2662372"/>
                <a:gd name="connsiteY3" fmla="*/ 1698451 h 2203276"/>
                <a:gd name="connsiteX4" fmla="*/ 2614876 w 2662372"/>
                <a:gd name="connsiteY4" fmla="*/ 119448 h 2203276"/>
                <a:gd name="connsiteX5" fmla="*/ 2048663 w 2662372"/>
                <a:gd name="connsiteY5" fmla="*/ 92966 h 2203276"/>
                <a:gd name="connsiteX6" fmla="*/ 2040679 w 2662372"/>
                <a:gd name="connsiteY6" fmla="*/ 303 h 2203276"/>
                <a:gd name="connsiteX7" fmla="*/ 1908870 w 2662372"/>
                <a:gd name="connsiteY7" fmla="*/ 22051 h 2203276"/>
                <a:gd name="connsiteX8" fmla="*/ 1937445 w 2662372"/>
                <a:gd name="connsiteY8" fmla="*/ 841201 h 2203276"/>
                <a:gd name="connsiteX9" fmla="*/ 1270695 w 2662372"/>
                <a:gd name="connsiteY9" fmla="*/ 650701 h 2203276"/>
                <a:gd name="connsiteX10" fmla="*/ 232470 w 2662372"/>
                <a:gd name="connsiteY10" fmla="*/ 183976 h 2203276"/>
                <a:gd name="connsiteX0" fmla="*/ 232470 w 2662372"/>
                <a:gd name="connsiteY0" fmla="*/ 183976 h 2203276"/>
                <a:gd name="connsiteX1" fmla="*/ 137220 w 2662372"/>
                <a:gd name="connsiteY1" fmla="*/ 2203276 h 2203276"/>
                <a:gd name="connsiteX2" fmla="*/ 1823145 w 2662372"/>
                <a:gd name="connsiteY2" fmla="*/ 2203276 h 2203276"/>
                <a:gd name="connsiteX3" fmla="*/ 1842195 w 2662372"/>
                <a:gd name="connsiteY3" fmla="*/ 1698451 h 2203276"/>
                <a:gd name="connsiteX4" fmla="*/ 2614876 w 2662372"/>
                <a:gd name="connsiteY4" fmla="*/ 119448 h 2203276"/>
                <a:gd name="connsiteX5" fmla="*/ 2048663 w 2662372"/>
                <a:gd name="connsiteY5" fmla="*/ 92966 h 2203276"/>
                <a:gd name="connsiteX6" fmla="*/ 2040679 w 2662372"/>
                <a:gd name="connsiteY6" fmla="*/ 303 h 2203276"/>
                <a:gd name="connsiteX7" fmla="*/ 1908870 w 2662372"/>
                <a:gd name="connsiteY7" fmla="*/ 22051 h 2203276"/>
                <a:gd name="connsiteX8" fmla="*/ 1937445 w 2662372"/>
                <a:gd name="connsiteY8" fmla="*/ 841201 h 2203276"/>
                <a:gd name="connsiteX9" fmla="*/ 1270695 w 2662372"/>
                <a:gd name="connsiteY9" fmla="*/ 650701 h 2203276"/>
                <a:gd name="connsiteX10" fmla="*/ 232470 w 2662372"/>
                <a:gd name="connsiteY10" fmla="*/ 183976 h 2203276"/>
                <a:gd name="connsiteX0" fmla="*/ 232470 w 2664220"/>
                <a:gd name="connsiteY0" fmla="*/ 183976 h 2203276"/>
                <a:gd name="connsiteX1" fmla="*/ 137220 w 2664220"/>
                <a:gd name="connsiteY1" fmla="*/ 2203276 h 2203276"/>
                <a:gd name="connsiteX2" fmla="*/ 1823145 w 2664220"/>
                <a:gd name="connsiteY2" fmla="*/ 2203276 h 2203276"/>
                <a:gd name="connsiteX3" fmla="*/ 1842195 w 2664220"/>
                <a:gd name="connsiteY3" fmla="*/ 1698451 h 2203276"/>
                <a:gd name="connsiteX4" fmla="*/ 2614876 w 2664220"/>
                <a:gd name="connsiteY4" fmla="*/ 119448 h 2203276"/>
                <a:gd name="connsiteX5" fmla="*/ 2048663 w 2664220"/>
                <a:gd name="connsiteY5" fmla="*/ 92966 h 2203276"/>
                <a:gd name="connsiteX6" fmla="*/ 2040679 w 2664220"/>
                <a:gd name="connsiteY6" fmla="*/ 303 h 2203276"/>
                <a:gd name="connsiteX7" fmla="*/ 1908870 w 2664220"/>
                <a:gd name="connsiteY7" fmla="*/ 22051 h 2203276"/>
                <a:gd name="connsiteX8" fmla="*/ 1937445 w 2664220"/>
                <a:gd name="connsiteY8" fmla="*/ 841201 h 2203276"/>
                <a:gd name="connsiteX9" fmla="*/ 1270695 w 2664220"/>
                <a:gd name="connsiteY9" fmla="*/ 650701 h 2203276"/>
                <a:gd name="connsiteX10" fmla="*/ 232470 w 2664220"/>
                <a:gd name="connsiteY10" fmla="*/ 183976 h 2203276"/>
                <a:gd name="connsiteX0" fmla="*/ 232470 w 2695242"/>
                <a:gd name="connsiteY0" fmla="*/ 183976 h 2203276"/>
                <a:gd name="connsiteX1" fmla="*/ 137220 w 2695242"/>
                <a:gd name="connsiteY1" fmla="*/ 2203276 h 2203276"/>
                <a:gd name="connsiteX2" fmla="*/ 1823145 w 2695242"/>
                <a:gd name="connsiteY2" fmla="*/ 2203276 h 2203276"/>
                <a:gd name="connsiteX3" fmla="*/ 1842195 w 2695242"/>
                <a:gd name="connsiteY3" fmla="*/ 1698451 h 2203276"/>
                <a:gd name="connsiteX4" fmla="*/ 2614876 w 2695242"/>
                <a:gd name="connsiteY4" fmla="*/ 119448 h 2203276"/>
                <a:gd name="connsiteX5" fmla="*/ 2048663 w 2695242"/>
                <a:gd name="connsiteY5" fmla="*/ 92966 h 2203276"/>
                <a:gd name="connsiteX6" fmla="*/ 2040679 w 2695242"/>
                <a:gd name="connsiteY6" fmla="*/ 303 h 2203276"/>
                <a:gd name="connsiteX7" fmla="*/ 1908870 w 2695242"/>
                <a:gd name="connsiteY7" fmla="*/ 22051 h 2203276"/>
                <a:gd name="connsiteX8" fmla="*/ 1937445 w 2695242"/>
                <a:gd name="connsiteY8" fmla="*/ 841201 h 2203276"/>
                <a:gd name="connsiteX9" fmla="*/ 1270695 w 2695242"/>
                <a:gd name="connsiteY9" fmla="*/ 650701 h 2203276"/>
                <a:gd name="connsiteX10" fmla="*/ 232470 w 2695242"/>
                <a:gd name="connsiteY10"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37445 w 2718665"/>
                <a:gd name="connsiteY8" fmla="*/ 841201 h 2203276"/>
                <a:gd name="connsiteX9" fmla="*/ 1270695 w 2718665"/>
                <a:gd name="connsiteY9" fmla="*/ 650701 h 2203276"/>
                <a:gd name="connsiteX10" fmla="*/ 232470 w 2718665"/>
                <a:gd name="connsiteY10"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37445 w 2718665"/>
                <a:gd name="connsiteY8" fmla="*/ 841201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37445 w 2718665"/>
                <a:gd name="connsiteY8" fmla="*/ 841201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37445 w 2718665"/>
                <a:gd name="connsiteY8" fmla="*/ 820059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395842 w 2718665"/>
                <a:gd name="connsiteY9" fmla="*/ 576428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10848 w 2718665"/>
                <a:gd name="connsiteY9" fmla="*/ 513001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10848 w 2718665"/>
                <a:gd name="connsiteY9" fmla="*/ 513001 h 2203276"/>
                <a:gd name="connsiteX10" fmla="*/ 1270695 w 2718665"/>
                <a:gd name="connsiteY10" fmla="*/ 650701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10848 w 2718665"/>
                <a:gd name="connsiteY9" fmla="*/ 513001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10848 w 2718665"/>
                <a:gd name="connsiteY9" fmla="*/ 513001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48663 w 2718665"/>
                <a:gd name="connsiteY5" fmla="*/ 92966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64991 w 2718665"/>
                <a:gd name="connsiteY5" fmla="*/ 98409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64991 w 2718665"/>
                <a:gd name="connsiteY5" fmla="*/ 98409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18665"/>
                <a:gd name="connsiteY0" fmla="*/ 183976 h 2203276"/>
                <a:gd name="connsiteX1" fmla="*/ 137220 w 2718665"/>
                <a:gd name="connsiteY1" fmla="*/ 2203276 h 2203276"/>
                <a:gd name="connsiteX2" fmla="*/ 1823145 w 2718665"/>
                <a:gd name="connsiteY2" fmla="*/ 2203276 h 2203276"/>
                <a:gd name="connsiteX3" fmla="*/ 1842195 w 2718665"/>
                <a:gd name="connsiteY3" fmla="*/ 1698451 h 2203276"/>
                <a:gd name="connsiteX4" fmla="*/ 2614876 w 2718665"/>
                <a:gd name="connsiteY4" fmla="*/ 119448 h 2203276"/>
                <a:gd name="connsiteX5" fmla="*/ 2064991 w 2718665"/>
                <a:gd name="connsiteY5" fmla="*/ 98409 h 2203276"/>
                <a:gd name="connsiteX6" fmla="*/ 2040679 w 2718665"/>
                <a:gd name="connsiteY6" fmla="*/ 303 h 2203276"/>
                <a:gd name="connsiteX7" fmla="*/ 1908870 w 2718665"/>
                <a:gd name="connsiteY7" fmla="*/ 22051 h 2203276"/>
                <a:gd name="connsiteX8" fmla="*/ 1911018 w 2718665"/>
                <a:gd name="connsiteY8" fmla="*/ 783060 h 2203276"/>
                <a:gd name="connsiteX9" fmla="*/ 1237275 w 2718665"/>
                <a:gd name="connsiteY9" fmla="*/ 497145 h 2203276"/>
                <a:gd name="connsiteX10" fmla="*/ 1122700 w 2718665"/>
                <a:gd name="connsiteY10" fmla="*/ 497420 h 2203276"/>
                <a:gd name="connsiteX11" fmla="*/ 232470 w 2718665"/>
                <a:gd name="connsiteY11" fmla="*/ 183976 h 2203276"/>
                <a:gd name="connsiteX0" fmla="*/ 232470 w 2770027"/>
                <a:gd name="connsiteY0" fmla="*/ 183976 h 2203276"/>
                <a:gd name="connsiteX1" fmla="*/ 137220 w 2770027"/>
                <a:gd name="connsiteY1" fmla="*/ 2203276 h 2203276"/>
                <a:gd name="connsiteX2" fmla="*/ 1823145 w 2770027"/>
                <a:gd name="connsiteY2" fmla="*/ 2203276 h 2203276"/>
                <a:gd name="connsiteX3" fmla="*/ 1842195 w 2770027"/>
                <a:gd name="connsiteY3" fmla="*/ 1698451 h 2203276"/>
                <a:gd name="connsiteX4" fmla="*/ 2674747 w 2770027"/>
                <a:gd name="connsiteY4" fmla="*/ 130334 h 2203276"/>
                <a:gd name="connsiteX5" fmla="*/ 2064991 w 2770027"/>
                <a:gd name="connsiteY5" fmla="*/ 98409 h 2203276"/>
                <a:gd name="connsiteX6" fmla="*/ 2040679 w 2770027"/>
                <a:gd name="connsiteY6" fmla="*/ 303 h 2203276"/>
                <a:gd name="connsiteX7" fmla="*/ 1908870 w 2770027"/>
                <a:gd name="connsiteY7" fmla="*/ 22051 h 2203276"/>
                <a:gd name="connsiteX8" fmla="*/ 1911018 w 2770027"/>
                <a:gd name="connsiteY8" fmla="*/ 783060 h 2203276"/>
                <a:gd name="connsiteX9" fmla="*/ 1237275 w 2770027"/>
                <a:gd name="connsiteY9" fmla="*/ 497145 h 2203276"/>
                <a:gd name="connsiteX10" fmla="*/ 1122700 w 2770027"/>
                <a:gd name="connsiteY10" fmla="*/ 497420 h 2203276"/>
                <a:gd name="connsiteX11" fmla="*/ 232470 w 2770027"/>
                <a:gd name="connsiteY11" fmla="*/ 183976 h 2203276"/>
                <a:gd name="connsiteX0" fmla="*/ 232470 w 2770027"/>
                <a:gd name="connsiteY0" fmla="*/ 183976 h 2203276"/>
                <a:gd name="connsiteX1" fmla="*/ 137220 w 2770027"/>
                <a:gd name="connsiteY1" fmla="*/ 2203276 h 2203276"/>
                <a:gd name="connsiteX2" fmla="*/ 1823145 w 2770027"/>
                <a:gd name="connsiteY2" fmla="*/ 2203276 h 2203276"/>
                <a:gd name="connsiteX3" fmla="*/ 1842195 w 2770027"/>
                <a:gd name="connsiteY3" fmla="*/ 1698451 h 2203276"/>
                <a:gd name="connsiteX4" fmla="*/ 2674747 w 2770027"/>
                <a:gd name="connsiteY4" fmla="*/ 130334 h 2203276"/>
                <a:gd name="connsiteX5" fmla="*/ 2064991 w 2770027"/>
                <a:gd name="connsiteY5" fmla="*/ 98409 h 2203276"/>
                <a:gd name="connsiteX6" fmla="*/ 2040679 w 2770027"/>
                <a:gd name="connsiteY6" fmla="*/ 303 h 2203276"/>
                <a:gd name="connsiteX7" fmla="*/ 1908870 w 2770027"/>
                <a:gd name="connsiteY7" fmla="*/ 22051 h 2203276"/>
                <a:gd name="connsiteX8" fmla="*/ 1911018 w 2770027"/>
                <a:gd name="connsiteY8" fmla="*/ 783060 h 2203276"/>
                <a:gd name="connsiteX9" fmla="*/ 1237275 w 2770027"/>
                <a:gd name="connsiteY9" fmla="*/ 497145 h 2203276"/>
                <a:gd name="connsiteX10" fmla="*/ 1122700 w 2770027"/>
                <a:gd name="connsiteY10" fmla="*/ 497420 h 2203276"/>
                <a:gd name="connsiteX11" fmla="*/ 232470 w 2770027"/>
                <a:gd name="connsiteY11" fmla="*/ 183976 h 2203276"/>
                <a:gd name="connsiteX0" fmla="*/ 226782 w 2764339"/>
                <a:gd name="connsiteY0" fmla="*/ 183976 h 2400339"/>
                <a:gd name="connsiteX1" fmla="*/ 150300 w 2764339"/>
                <a:gd name="connsiteY1" fmla="*/ 2400339 h 2400339"/>
                <a:gd name="connsiteX2" fmla="*/ 1817457 w 2764339"/>
                <a:gd name="connsiteY2" fmla="*/ 2203276 h 2400339"/>
                <a:gd name="connsiteX3" fmla="*/ 1836507 w 2764339"/>
                <a:gd name="connsiteY3" fmla="*/ 1698451 h 2400339"/>
                <a:gd name="connsiteX4" fmla="*/ 2669059 w 2764339"/>
                <a:gd name="connsiteY4" fmla="*/ 130334 h 2400339"/>
                <a:gd name="connsiteX5" fmla="*/ 2059303 w 2764339"/>
                <a:gd name="connsiteY5" fmla="*/ 98409 h 2400339"/>
                <a:gd name="connsiteX6" fmla="*/ 2034991 w 2764339"/>
                <a:gd name="connsiteY6" fmla="*/ 303 h 2400339"/>
                <a:gd name="connsiteX7" fmla="*/ 1903182 w 2764339"/>
                <a:gd name="connsiteY7" fmla="*/ 22051 h 2400339"/>
                <a:gd name="connsiteX8" fmla="*/ 1905330 w 2764339"/>
                <a:gd name="connsiteY8" fmla="*/ 783060 h 2400339"/>
                <a:gd name="connsiteX9" fmla="*/ 1231587 w 2764339"/>
                <a:gd name="connsiteY9" fmla="*/ 497145 h 2400339"/>
                <a:gd name="connsiteX10" fmla="*/ 1117012 w 2764339"/>
                <a:gd name="connsiteY10" fmla="*/ 497420 h 2400339"/>
                <a:gd name="connsiteX11" fmla="*/ 226782 w 2764339"/>
                <a:gd name="connsiteY11" fmla="*/ 183976 h 2400339"/>
                <a:gd name="connsiteX0" fmla="*/ 226782 w 2764339"/>
                <a:gd name="connsiteY0" fmla="*/ 183976 h 2400339"/>
                <a:gd name="connsiteX1" fmla="*/ 150300 w 2764339"/>
                <a:gd name="connsiteY1" fmla="*/ 2400339 h 2400339"/>
                <a:gd name="connsiteX2" fmla="*/ 1873761 w 2764339"/>
                <a:gd name="connsiteY2" fmla="*/ 2390955 h 2400339"/>
                <a:gd name="connsiteX3" fmla="*/ 1836507 w 2764339"/>
                <a:gd name="connsiteY3" fmla="*/ 1698451 h 2400339"/>
                <a:gd name="connsiteX4" fmla="*/ 2669059 w 2764339"/>
                <a:gd name="connsiteY4" fmla="*/ 130334 h 2400339"/>
                <a:gd name="connsiteX5" fmla="*/ 2059303 w 2764339"/>
                <a:gd name="connsiteY5" fmla="*/ 98409 h 2400339"/>
                <a:gd name="connsiteX6" fmla="*/ 2034991 w 2764339"/>
                <a:gd name="connsiteY6" fmla="*/ 303 h 2400339"/>
                <a:gd name="connsiteX7" fmla="*/ 1903182 w 2764339"/>
                <a:gd name="connsiteY7" fmla="*/ 22051 h 2400339"/>
                <a:gd name="connsiteX8" fmla="*/ 1905330 w 2764339"/>
                <a:gd name="connsiteY8" fmla="*/ 783060 h 2400339"/>
                <a:gd name="connsiteX9" fmla="*/ 1231587 w 2764339"/>
                <a:gd name="connsiteY9" fmla="*/ 497145 h 2400339"/>
                <a:gd name="connsiteX10" fmla="*/ 1117012 w 2764339"/>
                <a:gd name="connsiteY10" fmla="*/ 497420 h 2400339"/>
                <a:gd name="connsiteX11" fmla="*/ 226782 w 2764339"/>
                <a:gd name="connsiteY11" fmla="*/ 183976 h 2400339"/>
                <a:gd name="connsiteX0" fmla="*/ 226782 w 2764339"/>
                <a:gd name="connsiteY0" fmla="*/ 183976 h 2400339"/>
                <a:gd name="connsiteX1" fmla="*/ 150300 w 2764339"/>
                <a:gd name="connsiteY1" fmla="*/ 2400339 h 2400339"/>
                <a:gd name="connsiteX2" fmla="*/ 1873761 w 2764339"/>
                <a:gd name="connsiteY2" fmla="*/ 2390955 h 2400339"/>
                <a:gd name="connsiteX3" fmla="*/ 1836507 w 2764339"/>
                <a:gd name="connsiteY3" fmla="*/ 1698451 h 2400339"/>
                <a:gd name="connsiteX4" fmla="*/ 2669059 w 2764339"/>
                <a:gd name="connsiteY4" fmla="*/ 130334 h 2400339"/>
                <a:gd name="connsiteX5" fmla="*/ 2059303 w 2764339"/>
                <a:gd name="connsiteY5" fmla="*/ 98409 h 2400339"/>
                <a:gd name="connsiteX6" fmla="*/ 2034991 w 2764339"/>
                <a:gd name="connsiteY6" fmla="*/ 303 h 2400339"/>
                <a:gd name="connsiteX7" fmla="*/ 1903182 w 2764339"/>
                <a:gd name="connsiteY7" fmla="*/ 22051 h 2400339"/>
                <a:gd name="connsiteX8" fmla="*/ 1905330 w 2764339"/>
                <a:gd name="connsiteY8" fmla="*/ 783060 h 2400339"/>
                <a:gd name="connsiteX9" fmla="*/ 1231587 w 2764339"/>
                <a:gd name="connsiteY9" fmla="*/ 497145 h 2400339"/>
                <a:gd name="connsiteX10" fmla="*/ 1135780 w 2764339"/>
                <a:gd name="connsiteY10" fmla="*/ 572491 h 2400339"/>
                <a:gd name="connsiteX11" fmla="*/ 226782 w 2764339"/>
                <a:gd name="connsiteY11" fmla="*/ 183976 h 2400339"/>
                <a:gd name="connsiteX0" fmla="*/ 226782 w 2764339"/>
                <a:gd name="connsiteY0" fmla="*/ 183976 h 2400339"/>
                <a:gd name="connsiteX1" fmla="*/ 150300 w 2764339"/>
                <a:gd name="connsiteY1" fmla="*/ 2400339 h 2400339"/>
                <a:gd name="connsiteX2" fmla="*/ 1873761 w 2764339"/>
                <a:gd name="connsiteY2" fmla="*/ 2390955 h 2400339"/>
                <a:gd name="connsiteX3" fmla="*/ 1836507 w 2764339"/>
                <a:gd name="connsiteY3" fmla="*/ 1698451 h 2400339"/>
                <a:gd name="connsiteX4" fmla="*/ 2669059 w 2764339"/>
                <a:gd name="connsiteY4" fmla="*/ 130334 h 2400339"/>
                <a:gd name="connsiteX5" fmla="*/ 2059303 w 2764339"/>
                <a:gd name="connsiteY5" fmla="*/ 98409 h 2400339"/>
                <a:gd name="connsiteX6" fmla="*/ 2034991 w 2764339"/>
                <a:gd name="connsiteY6" fmla="*/ 303 h 2400339"/>
                <a:gd name="connsiteX7" fmla="*/ 1903182 w 2764339"/>
                <a:gd name="connsiteY7" fmla="*/ 22051 h 2400339"/>
                <a:gd name="connsiteX8" fmla="*/ 1905330 w 2764339"/>
                <a:gd name="connsiteY8" fmla="*/ 783060 h 2400339"/>
                <a:gd name="connsiteX9" fmla="*/ 1231587 w 2764339"/>
                <a:gd name="connsiteY9" fmla="*/ 497145 h 2400339"/>
                <a:gd name="connsiteX10" fmla="*/ 1135780 w 2764339"/>
                <a:gd name="connsiteY10" fmla="*/ 572491 h 2400339"/>
                <a:gd name="connsiteX11" fmla="*/ 226782 w 2764339"/>
                <a:gd name="connsiteY11" fmla="*/ 183976 h 2400339"/>
                <a:gd name="connsiteX0" fmla="*/ 226782 w 2764339"/>
                <a:gd name="connsiteY0" fmla="*/ 183976 h 2400339"/>
                <a:gd name="connsiteX1" fmla="*/ 150300 w 2764339"/>
                <a:gd name="connsiteY1" fmla="*/ 2400339 h 2400339"/>
                <a:gd name="connsiteX2" fmla="*/ 1873761 w 2764339"/>
                <a:gd name="connsiteY2" fmla="*/ 2390955 h 2400339"/>
                <a:gd name="connsiteX3" fmla="*/ 1836507 w 2764339"/>
                <a:gd name="connsiteY3" fmla="*/ 1698451 h 2400339"/>
                <a:gd name="connsiteX4" fmla="*/ 2669059 w 2764339"/>
                <a:gd name="connsiteY4" fmla="*/ 130334 h 2400339"/>
                <a:gd name="connsiteX5" fmla="*/ 2059303 w 2764339"/>
                <a:gd name="connsiteY5" fmla="*/ 98409 h 2400339"/>
                <a:gd name="connsiteX6" fmla="*/ 2034991 w 2764339"/>
                <a:gd name="connsiteY6" fmla="*/ 303 h 2400339"/>
                <a:gd name="connsiteX7" fmla="*/ 1903182 w 2764339"/>
                <a:gd name="connsiteY7" fmla="*/ 22051 h 2400339"/>
                <a:gd name="connsiteX8" fmla="*/ 1905330 w 2764339"/>
                <a:gd name="connsiteY8" fmla="*/ 783060 h 2400339"/>
                <a:gd name="connsiteX9" fmla="*/ 1231587 w 2764339"/>
                <a:gd name="connsiteY9" fmla="*/ 497145 h 2400339"/>
                <a:gd name="connsiteX10" fmla="*/ 1135780 w 2764339"/>
                <a:gd name="connsiteY10" fmla="*/ 572491 h 2400339"/>
                <a:gd name="connsiteX11" fmla="*/ 226782 w 2764339"/>
                <a:gd name="connsiteY11" fmla="*/ 183976 h 2400339"/>
                <a:gd name="connsiteX0" fmla="*/ 231749 w 2769306"/>
                <a:gd name="connsiteY0" fmla="*/ 183976 h 2390955"/>
                <a:gd name="connsiteX1" fmla="*/ 138828 w 2769306"/>
                <a:gd name="connsiteY1" fmla="*/ 2064983 h 2390955"/>
                <a:gd name="connsiteX2" fmla="*/ 1878728 w 2769306"/>
                <a:gd name="connsiteY2" fmla="*/ 2390955 h 2390955"/>
                <a:gd name="connsiteX3" fmla="*/ 1841474 w 2769306"/>
                <a:gd name="connsiteY3" fmla="*/ 1698451 h 2390955"/>
                <a:gd name="connsiteX4" fmla="*/ 2674026 w 2769306"/>
                <a:gd name="connsiteY4" fmla="*/ 130334 h 2390955"/>
                <a:gd name="connsiteX5" fmla="*/ 2064270 w 2769306"/>
                <a:gd name="connsiteY5" fmla="*/ 98409 h 2390955"/>
                <a:gd name="connsiteX6" fmla="*/ 2039958 w 2769306"/>
                <a:gd name="connsiteY6" fmla="*/ 303 h 2390955"/>
                <a:gd name="connsiteX7" fmla="*/ 1908149 w 2769306"/>
                <a:gd name="connsiteY7" fmla="*/ 22051 h 2390955"/>
                <a:gd name="connsiteX8" fmla="*/ 1910297 w 2769306"/>
                <a:gd name="connsiteY8" fmla="*/ 783060 h 2390955"/>
                <a:gd name="connsiteX9" fmla="*/ 1236554 w 2769306"/>
                <a:gd name="connsiteY9" fmla="*/ 497145 h 2390955"/>
                <a:gd name="connsiteX10" fmla="*/ 1140747 w 2769306"/>
                <a:gd name="connsiteY10" fmla="*/ 572491 h 2390955"/>
                <a:gd name="connsiteX11" fmla="*/ 231749 w 2769306"/>
                <a:gd name="connsiteY11" fmla="*/ 183976 h 2390955"/>
                <a:gd name="connsiteX0" fmla="*/ 221873 w 2759430"/>
                <a:gd name="connsiteY0" fmla="*/ 183976 h 2390955"/>
                <a:gd name="connsiteX1" fmla="*/ 128952 w 2759430"/>
                <a:gd name="connsiteY1" fmla="*/ 2064983 h 2390955"/>
                <a:gd name="connsiteX2" fmla="*/ 1868852 w 2759430"/>
                <a:gd name="connsiteY2" fmla="*/ 2390955 h 2390955"/>
                <a:gd name="connsiteX3" fmla="*/ 1831598 w 2759430"/>
                <a:gd name="connsiteY3" fmla="*/ 1698451 h 2390955"/>
                <a:gd name="connsiteX4" fmla="*/ 2664150 w 2759430"/>
                <a:gd name="connsiteY4" fmla="*/ 130334 h 2390955"/>
                <a:gd name="connsiteX5" fmla="*/ 2054394 w 2759430"/>
                <a:gd name="connsiteY5" fmla="*/ 98409 h 2390955"/>
                <a:gd name="connsiteX6" fmla="*/ 2030082 w 2759430"/>
                <a:gd name="connsiteY6" fmla="*/ 303 h 2390955"/>
                <a:gd name="connsiteX7" fmla="*/ 1898273 w 2759430"/>
                <a:gd name="connsiteY7" fmla="*/ 22051 h 2390955"/>
                <a:gd name="connsiteX8" fmla="*/ 1900421 w 2759430"/>
                <a:gd name="connsiteY8" fmla="*/ 783060 h 2390955"/>
                <a:gd name="connsiteX9" fmla="*/ 1226678 w 2759430"/>
                <a:gd name="connsiteY9" fmla="*/ 497145 h 2390955"/>
                <a:gd name="connsiteX10" fmla="*/ 1130871 w 2759430"/>
                <a:gd name="connsiteY10" fmla="*/ 572491 h 2390955"/>
                <a:gd name="connsiteX11" fmla="*/ 221873 w 2759430"/>
                <a:gd name="connsiteY11" fmla="*/ 183976 h 2390955"/>
                <a:gd name="connsiteX0" fmla="*/ 221873 w 2759430"/>
                <a:gd name="connsiteY0" fmla="*/ 183976 h 2065462"/>
                <a:gd name="connsiteX1" fmla="*/ 128952 w 2759430"/>
                <a:gd name="connsiteY1" fmla="*/ 2064983 h 2065462"/>
                <a:gd name="connsiteX2" fmla="*/ 1852414 w 2759430"/>
                <a:gd name="connsiteY2" fmla="*/ 2065462 h 2065462"/>
                <a:gd name="connsiteX3" fmla="*/ 1831598 w 2759430"/>
                <a:gd name="connsiteY3" fmla="*/ 1698451 h 2065462"/>
                <a:gd name="connsiteX4" fmla="*/ 2664150 w 2759430"/>
                <a:gd name="connsiteY4" fmla="*/ 130334 h 2065462"/>
                <a:gd name="connsiteX5" fmla="*/ 2054394 w 2759430"/>
                <a:gd name="connsiteY5" fmla="*/ 98409 h 2065462"/>
                <a:gd name="connsiteX6" fmla="*/ 2030082 w 2759430"/>
                <a:gd name="connsiteY6" fmla="*/ 303 h 2065462"/>
                <a:gd name="connsiteX7" fmla="*/ 1898273 w 2759430"/>
                <a:gd name="connsiteY7" fmla="*/ 22051 h 2065462"/>
                <a:gd name="connsiteX8" fmla="*/ 1900421 w 2759430"/>
                <a:gd name="connsiteY8" fmla="*/ 783060 h 2065462"/>
                <a:gd name="connsiteX9" fmla="*/ 1226678 w 2759430"/>
                <a:gd name="connsiteY9" fmla="*/ 497145 h 2065462"/>
                <a:gd name="connsiteX10" fmla="*/ 1130871 w 2759430"/>
                <a:gd name="connsiteY10" fmla="*/ 572491 h 2065462"/>
                <a:gd name="connsiteX11" fmla="*/ 221873 w 2759430"/>
                <a:gd name="connsiteY11" fmla="*/ 183976 h 2065462"/>
                <a:gd name="connsiteX0" fmla="*/ 221873 w 2759430"/>
                <a:gd name="connsiteY0" fmla="*/ 183976 h 2068751"/>
                <a:gd name="connsiteX1" fmla="*/ 128952 w 2759430"/>
                <a:gd name="connsiteY1" fmla="*/ 2064983 h 2068751"/>
                <a:gd name="connsiteX2" fmla="*/ 1852414 w 2759430"/>
                <a:gd name="connsiteY2" fmla="*/ 2068751 h 2068751"/>
                <a:gd name="connsiteX3" fmla="*/ 1831598 w 2759430"/>
                <a:gd name="connsiteY3" fmla="*/ 1698451 h 2068751"/>
                <a:gd name="connsiteX4" fmla="*/ 2664150 w 2759430"/>
                <a:gd name="connsiteY4" fmla="*/ 130334 h 2068751"/>
                <a:gd name="connsiteX5" fmla="*/ 2054394 w 2759430"/>
                <a:gd name="connsiteY5" fmla="*/ 98409 h 2068751"/>
                <a:gd name="connsiteX6" fmla="*/ 2030082 w 2759430"/>
                <a:gd name="connsiteY6" fmla="*/ 303 h 2068751"/>
                <a:gd name="connsiteX7" fmla="*/ 1898273 w 2759430"/>
                <a:gd name="connsiteY7" fmla="*/ 22051 h 2068751"/>
                <a:gd name="connsiteX8" fmla="*/ 1900421 w 2759430"/>
                <a:gd name="connsiteY8" fmla="*/ 783060 h 2068751"/>
                <a:gd name="connsiteX9" fmla="*/ 1226678 w 2759430"/>
                <a:gd name="connsiteY9" fmla="*/ 497145 h 2068751"/>
                <a:gd name="connsiteX10" fmla="*/ 1130871 w 2759430"/>
                <a:gd name="connsiteY10" fmla="*/ 572491 h 2068751"/>
                <a:gd name="connsiteX11" fmla="*/ 221873 w 2759430"/>
                <a:gd name="connsiteY11" fmla="*/ 183976 h 2068751"/>
                <a:gd name="connsiteX0" fmla="*/ 221873 w 2759430"/>
                <a:gd name="connsiteY0" fmla="*/ 183976 h 2077670"/>
                <a:gd name="connsiteX1" fmla="*/ 128952 w 2759430"/>
                <a:gd name="connsiteY1" fmla="*/ 2064983 h 2077670"/>
                <a:gd name="connsiteX2" fmla="*/ 1861333 w 2759430"/>
                <a:gd name="connsiteY2" fmla="*/ 2077670 h 2077670"/>
                <a:gd name="connsiteX3" fmla="*/ 1831598 w 2759430"/>
                <a:gd name="connsiteY3" fmla="*/ 1698451 h 2077670"/>
                <a:gd name="connsiteX4" fmla="*/ 2664150 w 2759430"/>
                <a:gd name="connsiteY4" fmla="*/ 130334 h 2077670"/>
                <a:gd name="connsiteX5" fmla="*/ 2054394 w 2759430"/>
                <a:gd name="connsiteY5" fmla="*/ 98409 h 2077670"/>
                <a:gd name="connsiteX6" fmla="*/ 2030082 w 2759430"/>
                <a:gd name="connsiteY6" fmla="*/ 303 h 2077670"/>
                <a:gd name="connsiteX7" fmla="*/ 1898273 w 2759430"/>
                <a:gd name="connsiteY7" fmla="*/ 22051 h 2077670"/>
                <a:gd name="connsiteX8" fmla="*/ 1900421 w 2759430"/>
                <a:gd name="connsiteY8" fmla="*/ 783060 h 2077670"/>
                <a:gd name="connsiteX9" fmla="*/ 1226678 w 2759430"/>
                <a:gd name="connsiteY9" fmla="*/ 497145 h 2077670"/>
                <a:gd name="connsiteX10" fmla="*/ 1130871 w 2759430"/>
                <a:gd name="connsiteY10" fmla="*/ 572491 h 2077670"/>
                <a:gd name="connsiteX11" fmla="*/ 221873 w 2759430"/>
                <a:gd name="connsiteY11" fmla="*/ 183976 h 2077670"/>
                <a:gd name="connsiteX0" fmla="*/ 221873 w 2759430"/>
                <a:gd name="connsiteY0" fmla="*/ 183976 h 2359188"/>
                <a:gd name="connsiteX1" fmla="*/ 128952 w 2759430"/>
                <a:gd name="connsiteY1" fmla="*/ 2064983 h 2359188"/>
                <a:gd name="connsiteX2" fmla="*/ 1945789 w 2759430"/>
                <a:gd name="connsiteY2" fmla="*/ 2359188 h 2359188"/>
                <a:gd name="connsiteX3" fmla="*/ 1831598 w 2759430"/>
                <a:gd name="connsiteY3" fmla="*/ 1698451 h 2359188"/>
                <a:gd name="connsiteX4" fmla="*/ 2664150 w 2759430"/>
                <a:gd name="connsiteY4" fmla="*/ 130334 h 2359188"/>
                <a:gd name="connsiteX5" fmla="*/ 2054394 w 2759430"/>
                <a:gd name="connsiteY5" fmla="*/ 98409 h 2359188"/>
                <a:gd name="connsiteX6" fmla="*/ 2030082 w 2759430"/>
                <a:gd name="connsiteY6" fmla="*/ 303 h 2359188"/>
                <a:gd name="connsiteX7" fmla="*/ 1898273 w 2759430"/>
                <a:gd name="connsiteY7" fmla="*/ 22051 h 2359188"/>
                <a:gd name="connsiteX8" fmla="*/ 1900421 w 2759430"/>
                <a:gd name="connsiteY8" fmla="*/ 783060 h 2359188"/>
                <a:gd name="connsiteX9" fmla="*/ 1226678 w 2759430"/>
                <a:gd name="connsiteY9" fmla="*/ 497145 h 2359188"/>
                <a:gd name="connsiteX10" fmla="*/ 1130871 w 2759430"/>
                <a:gd name="connsiteY10" fmla="*/ 572491 h 2359188"/>
                <a:gd name="connsiteX11" fmla="*/ 221873 w 2759430"/>
                <a:gd name="connsiteY11" fmla="*/ 183976 h 2359188"/>
                <a:gd name="connsiteX0" fmla="*/ 204528 w 2742085"/>
                <a:gd name="connsiteY0" fmla="*/ 183976 h 2359188"/>
                <a:gd name="connsiteX1" fmla="*/ 177295 w 2742085"/>
                <a:gd name="connsiteY1" fmla="*/ 2346501 h 2359188"/>
                <a:gd name="connsiteX2" fmla="*/ 1928444 w 2742085"/>
                <a:gd name="connsiteY2" fmla="*/ 2359188 h 2359188"/>
                <a:gd name="connsiteX3" fmla="*/ 1814253 w 2742085"/>
                <a:gd name="connsiteY3" fmla="*/ 1698451 h 2359188"/>
                <a:gd name="connsiteX4" fmla="*/ 2646805 w 2742085"/>
                <a:gd name="connsiteY4" fmla="*/ 130334 h 2359188"/>
                <a:gd name="connsiteX5" fmla="*/ 2037049 w 2742085"/>
                <a:gd name="connsiteY5" fmla="*/ 98409 h 2359188"/>
                <a:gd name="connsiteX6" fmla="*/ 2012737 w 2742085"/>
                <a:gd name="connsiteY6" fmla="*/ 303 h 2359188"/>
                <a:gd name="connsiteX7" fmla="*/ 1880928 w 2742085"/>
                <a:gd name="connsiteY7" fmla="*/ 22051 h 2359188"/>
                <a:gd name="connsiteX8" fmla="*/ 1883076 w 2742085"/>
                <a:gd name="connsiteY8" fmla="*/ 783060 h 2359188"/>
                <a:gd name="connsiteX9" fmla="*/ 1209333 w 2742085"/>
                <a:gd name="connsiteY9" fmla="*/ 497145 h 2359188"/>
                <a:gd name="connsiteX10" fmla="*/ 1113526 w 2742085"/>
                <a:gd name="connsiteY10" fmla="*/ 572491 h 2359188"/>
                <a:gd name="connsiteX11" fmla="*/ 204528 w 2742085"/>
                <a:gd name="connsiteY11" fmla="*/ 183976 h 235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2085" h="2359188">
                  <a:moveTo>
                    <a:pt x="204528" y="183976"/>
                  </a:moveTo>
                  <a:cubicBezTo>
                    <a:pt x="-274897" y="923751"/>
                    <a:pt x="248499" y="2120543"/>
                    <a:pt x="177295" y="2346501"/>
                  </a:cubicBezTo>
                  <a:lnTo>
                    <a:pt x="1928444" y="2359188"/>
                  </a:lnTo>
                  <a:cubicBezTo>
                    <a:pt x="1918532" y="2232782"/>
                    <a:pt x="1824165" y="1824857"/>
                    <a:pt x="1814253" y="1698451"/>
                  </a:cubicBezTo>
                  <a:cubicBezTo>
                    <a:pt x="2560139" y="1720658"/>
                    <a:pt x="2930335" y="1991050"/>
                    <a:pt x="2646805" y="130334"/>
                  </a:cubicBezTo>
                  <a:cubicBezTo>
                    <a:pt x="2238128" y="54071"/>
                    <a:pt x="2174254" y="89110"/>
                    <a:pt x="2037049" y="98409"/>
                  </a:cubicBezTo>
                  <a:cubicBezTo>
                    <a:pt x="2029033" y="39791"/>
                    <a:pt x="2036036" y="49121"/>
                    <a:pt x="2012737" y="303"/>
                  </a:cubicBezTo>
                  <a:cubicBezTo>
                    <a:pt x="1947153" y="-945"/>
                    <a:pt x="1983584" y="826"/>
                    <a:pt x="1880928" y="22051"/>
                  </a:cubicBezTo>
                  <a:cubicBezTo>
                    <a:pt x="1887278" y="280813"/>
                    <a:pt x="1873551" y="525885"/>
                    <a:pt x="1883076" y="783060"/>
                  </a:cubicBezTo>
                  <a:cubicBezTo>
                    <a:pt x="1732383" y="751246"/>
                    <a:pt x="1500167" y="597607"/>
                    <a:pt x="1209333" y="497145"/>
                  </a:cubicBezTo>
                  <a:cubicBezTo>
                    <a:pt x="1209205" y="618676"/>
                    <a:pt x="1247519" y="688113"/>
                    <a:pt x="1113526" y="572491"/>
                  </a:cubicBezTo>
                  <a:cubicBezTo>
                    <a:pt x="749388" y="481334"/>
                    <a:pt x="637598" y="385765"/>
                    <a:pt x="204528" y="183976"/>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3" name="Freeform 11">
              <a:extLst>
                <a:ext uri="{FF2B5EF4-FFF2-40B4-BE49-F238E27FC236}">
                  <a16:creationId xmlns:a16="http://schemas.microsoft.com/office/drawing/2014/main" id="{B2368E27-196D-E4A6-155F-0FD46AADEC31}"/>
                </a:ext>
              </a:extLst>
            </p:cNvPr>
            <p:cNvSpPr/>
            <p:nvPr/>
          </p:nvSpPr>
          <p:spPr>
            <a:xfrm>
              <a:off x="1346402" y="4188188"/>
              <a:ext cx="1094108" cy="581411"/>
            </a:xfrm>
            <a:custGeom>
              <a:avLst/>
              <a:gdLst>
                <a:gd name="connsiteX0" fmla="*/ 0 w 1094108"/>
                <a:gd name="connsiteY0" fmla="*/ 200851 h 581411"/>
                <a:gd name="connsiteX1" fmla="*/ 95139 w 1094108"/>
                <a:gd name="connsiteY1" fmla="*/ 0 h 581411"/>
                <a:gd name="connsiteX2" fmla="*/ 1025396 w 1094108"/>
                <a:gd name="connsiteY2" fmla="*/ 338276 h 581411"/>
                <a:gd name="connsiteX3" fmla="*/ 1094108 w 1094108"/>
                <a:gd name="connsiteY3" fmla="*/ 412273 h 581411"/>
                <a:gd name="connsiteX4" fmla="*/ 1078252 w 1094108"/>
                <a:gd name="connsiteY4" fmla="*/ 517984 h 581411"/>
                <a:gd name="connsiteX5" fmla="*/ 1014825 w 1094108"/>
                <a:gd name="connsiteY5" fmla="*/ 480985 h 581411"/>
                <a:gd name="connsiteX6" fmla="*/ 998968 w 1094108"/>
                <a:gd name="connsiteY6" fmla="*/ 581411 h 581411"/>
                <a:gd name="connsiteX7" fmla="*/ 0 w 1094108"/>
                <a:gd name="connsiteY7" fmla="*/ 200851 h 581411"/>
                <a:gd name="connsiteX0" fmla="*/ 0 w 1094108"/>
                <a:gd name="connsiteY0" fmla="*/ 200851 h 581411"/>
                <a:gd name="connsiteX1" fmla="*/ 95139 w 1094108"/>
                <a:gd name="connsiteY1" fmla="*/ 0 h 581411"/>
                <a:gd name="connsiteX2" fmla="*/ 1025396 w 1094108"/>
                <a:gd name="connsiteY2" fmla="*/ 338276 h 581411"/>
                <a:gd name="connsiteX3" fmla="*/ 1094108 w 1094108"/>
                <a:gd name="connsiteY3" fmla="*/ 412273 h 581411"/>
                <a:gd name="connsiteX4" fmla="*/ 1078252 w 1094108"/>
                <a:gd name="connsiteY4" fmla="*/ 517984 h 581411"/>
                <a:gd name="connsiteX5" fmla="*/ 1014825 w 1094108"/>
                <a:gd name="connsiteY5" fmla="*/ 480985 h 581411"/>
                <a:gd name="connsiteX6" fmla="*/ 998968 w 1094108"/>
                <a:gd name="connsiteY6" fmla="*/ 581411 h 581411"/>
                <a:gd name="connsiteX7" fmla="*/ 0 w 1094108"/>
                <a:gd name="connsiteY7" fmla="*/ 200851 h 581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4108" h="581411">
                  <a:moveTo>
                    <a:pt x="0" y="200851"/>
                  </a:moveTo>
                  <a:lnTo>
                    <a:pt x="95139" y="0"/>
                  </a:lnTo>
                  <a:lnTo>
                    <a:pt x="1025396" y="338276"/>
                  </a:lnTo>
                  <a:lnTo>
                    <a:pt x="1094108" y="412273"/>
                  </a:lnTo>
                  <a:lnTo>
                    <a:pt x="1078252" y="517984"/>
                  </a:lnTo>
                  <a:lnTo>
                    <a:pt x="1014825" y="480985"/>
                  </a:lnTo>
                  <a:lnTo>
                    <a:pt x="998968" y="581411"/>
                  </a:lnTo>
                  <a:cubicBezTo>
                    <a:pt x="634554" y="475508"/>
                    <a:pt x="332989" y="327704"/>
                    <a:pt x="0" y="200851"/>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4" name="Freeform 14">
              <a:extLst>
                <a:ext uri="{FF2B5EF4-FFF2-40B4-BE49-F238E27FC236}">
                  <a16:creationId xmlns:a16="http://schemas.microsoft.com/office/drawing/2014/main" id="{8F4592AD-3842-41E0-0B5D-0126A951A3F0}"/>
                </a:ext>
              </a:extLst>
            </p:cNvPr>
            <p:cNvSpPr/>
            <p:nvPr/>
          </p:nvSpPr>
          <p:spPr>
            <a:xfrm>
              <a:off x="3006267" y="4007233"/>
              <a:ext cx="628575" cy="227104"/>
            </a:xfrm>
            <a:custGeom>
              <a:avLst/>
              <a:gdLst>
                <a:gd name="connsiteX0" fmla="*/ 5285 w 739976"/>
                <a:gd name="connsiteY0" fmla="*/ 68712 h 206136"/>
                <a:gd name="connsiteX1" fmla="*/ 0 w 739976"/>
                <a:gd name="connsiteY1" fmla="*/ 5285 h 206136"/>
                <a:gd name="connsiteX2" fmla="*/ 158566 w 739976"/>
                <a:gd name="connsiteY2" fmla="*/ 0 h 206136"/>
                <a:gd name="connsiteX3" fmla="*/ 163852 w 739976"/>
                <a:gd name="connsiteY3" fmla="*/ 58141 h 206136"/>
                <a:gd name="connsiteX4" fmla="*/ 739976 w 739976"/>
                <a:gd name="connsiteY4" fmla="*/ 84569 h 206136"/>
                <a:gd name="connsiteX5" fmla="*/ 671264 w 739976"/>
                <a:gd name="connsiteY5" fmla="*/ 206136 h 206136"/>
                <a:gd name="connsiteX6" fmla="*/ 110996 w 739976"/>
                <a:gd name="connsiteY6" fmla="*/ 174423 h 206136"/>
                <a:gd name="connsiteX7" fmla="*/ 89854 w 739976"/>
                <a:gd name="connsiteY7" fmla="*/ 84569 h 206136"/>
                <a:gd name="connsiteX8" fmla="*/ 5285 w 739976"/>
                <a:gd name="connsiteY8" fmla="*/ 68712 h 206136"/>
                <a:gd name="connsiteX0" fmla="*/ 5285 w 739976"/>
                <a:gd name="connsiteY0" fmla="*/ 110997 h 206136"/>
                <a:gd name="connsiteX1" fmla="*/ 0 w 739976"/>
                <a:gd name="connsiteY1" fmla="*/ 5285 h 206136"/>
                <a:gd name="connsiteX2" fmla="*/ 158566 w 739976"/>
                <a:gd name="connsiteY2" fmla="*/ 0 h 206136"/>
                <a:gd name="connsiteX3" fmla="*/ 163852 w 739976"/>
                <a:gd name="connsiteY3" fmla="*/ 58141 h 206136"/>
                <a:gd name="connsiteX4" fmla="*/ 739976 w 739976"/>
                <a:gd name="connsiteY4" fmla="*/ 84569 h 206136"/>
                <a:gd name="connsiteX5" fmla="*/ 671264 w 739976"/>
                <a:gd name="connsiteY5" fmla="*/ 206136 h 206136"/>
                <a:gd name="connsiteX6" fmla="*/ 110996 w 739976"/>
                <a:gd name="connsiteY6" fmla="*/ 174423 h 206136"/>
                <a:gd name="connsiteX7" fmla="*/ 89854 w 739976"/>
                <a:gd name="connsiteY7" fmla="*/ 84569 h 206136"/>
                <a:gd name="connsiteX8" fmla="*/ 5285 w 739976"/>
                <a:gd name="connsiteY8" fmla="*/ 110997 h 206136"/>
                <a:gd name="connsiteX0" fmla="*/ 5285 w 739976"/>
                <a:gd name="connsiteY0" fmla="*/ 110997 h 206136"/>
                <a:gd name="connsiteX1" fmla="*/ 0 w 739976"/>
                <a:gd name="connsiteY1" fmla="*/ 5285 h 206136"/>
                <a:gd name="connsiteX2" fmla="*/ 158566 w 739976"/>
                <a:gd name="connsiteY2" fmla="*/ 0 h 206136"/>
                <a:gd name="connsiteX3" fmla="*/ 163852 w 739976"/>
                <a:gd name="connsiteY3" fmla="*/ 58141 h 206136"/>
                <a:gd name="connsiteX4" fmla="*/ 739976 w 739976"/>
                <a:gd name="connsiteY4" fmla="*/ 84569 h 206136"/>
                <a:gd name="connsiteX5" fmla="*/ 671264 w 739976"/>
                <a:gd name="connsiteY5" fmla="*/ 206136 h 206136"/>
                <a:gd name="connsiteX6" fmla="*/ 110996 w 739976"/>
                <a:gd name="connsiteY6" fmla="*/ 174423 h 206136"/>
                <a:gd name="connsiteX7" fmla="*/ 89854 w 739976"/>
                <a:gd name="connsiteY7" fmla="*/ 84569 h 206136"/>
                <a:gd name="connsiteX8" fmla="*/ 5285 w 739976"/>
                <a:gd name="connsiteY8" fmla="*/ 110997 h 206136"/>
                <a:gd name="connsiteX0" fmla="*/ 5285 w 671264"/>
                <a:gd name="connsiteY0" fmla="*/ 110997 h 206136"/>
                <a:gd name="connsiteX1" fmla="*/ 0 w 671264"/>
                <a:gd name="connsiteY1" fmla="*/ 5285 h 206136"/>
                <a:gd name="connsiteX2" fmla="*/ 158566 w 671264"/>
                <a:gd name="connsiteY2" fmla="*/ 0 h 206136"/>
                <a:gd name="connsiteX3" fmla="*/ 163852 w 671264"/>
                <a:gd name="connsiteY3" fmla="*/ 58141 h 206136"/>
                <a:gd name="connsiteX4" fmla="*/ 581409 w 671264"/>
                <a:gd name="connsiteY4" fmla="*/ 52856 h 206136"/>
                <a:gd name="connsiteX5" fmla="*/ 671264 w 671264"/>
                <a:gd name="connsiteY5" fmla="*/ 206136 h 206136"/>
                <a:gd name="connsiteX6" fmla="*/ 110996 w 671264"/>
                <a:gd name="connsiteY6" fmla="*/ 174423 h 206136"/>
                <a:gd name="connsiteX7" fmla="*/ 89854 w 671264"/>
                <a:gd name="connsiteY7" fmla="*/ 84569 h 206136"/>
                <a:gd name="connsiteX8" fmla="*/ 5285 w 671264"/>
                <a:gd name="connsiteY8" fmla="*/ 110997 h 206136"/>
                <a:gd name="connsiteX0" fmla="*/ 5285 w 591981"/>
                <a:gd name="connsiteY0" fmla="*/ 110997 h 190279"/>
                <a:gd name="connsiteX1" fmla="*/ 0 w 591981"/>
                <a:gd name="connsiteY1" fmla="*/ 5285 h 190279"/>
                <a:gd name="connsiteX2" fmla="*/ 158566 w 591981"/>
                <a:gd name="connsiteY2" fmla="*/ 0 h 190279"/>
                <a:gd name="connsiteX3" fmla="*/ 163852 w 591981"/>
                <a:gd name="connsiteY3" fmla="*/ 58141 h 190279"/>
                <a:gd name="connsiteX4" fmla="*/ 581409 w 591981"/>
                <a:gd name="connsiteY4" fmla="*/ 52856 h 190279"/>
                <a:gd name="connsiteX5" fmla="*/ 591981 w 591981"/>
                <a:gd name="connsiteY5" fmla="*/ 190279 h 190279"/>
                <a:gd name="connsiteX6" fmla="*/ 110996 w 591981"/>
                <a:gd name="connsiteY6" fmla="*/ 174423 h 190279"/>
                <a:gd name="connsiteX7" fmla="*/ 89854 w 591981"/>
                <a:gd name="connsiteY7" fmla="*/ 84569 h 190279"/>
                <a:gd name="connsiteX8" fmla="*/ 5285 w 591981"/>
                <a:gd name="connsiteY8" fmla="*/ 110997 h 190279"/>
                <a:gd name="connsiteX0" fmla="*/ 5285 w 591981"/>
                <a:gd name="connsiteY0" fmla="*/ 110997 h 190279"/>
                <a:gd name="connsiteX1" fmla="*/ 0 w 591981"/>
                <a:gd name="connsiteY1" fmla="*/ 5285 h 190279"/>
                <a:gd name="connsiteX2" fmla="*/ 158566 w 591981"/>
                <a:gd name="connsiteY2" fmla="*/ 0 h 190279"/>
                <a:gd name="connsiteX3" fmla="*/ 163852 w 591981"/>
                <a:gd name="connsiteY3" fmla="*/ 58141 h 190279"/>
                <a:gd name="connsiteX4" fmla="*/ 581409 w 591981"/>
                <a:gd name="connsiteY4" fmla="*/ 52856 h 190279"/>
                <a:gd name="connsiteX5" fmla="*/ 591981 w 591981"/>
                <a:gd name="connsiteY5" fmla="*/ 190279 h 190279"/>
                <a:gd name="connsiteX6" fmla="*/ 110996 w 591981"/>
                <a:gd name="connsiteY6" fmla="*/ 174423 h 190279"/>
                <a:gd name="connsiteX7" fmla="*/ 89854 w 591981"/>
                <a:gd name="connsiteY7" fmla="*/ 84569 h 190279"/>
                <a:gd name="connsiteX8" fmla="*/ 5285 w 591981"/>
                <a:gd name="connsiteY8" fmla="*/ 110997 h 190279"/>
                <a:gd name="connsiteX0" fmla="*/ 5285 w 591981"/>
                <a:gd name="connsiteY0" fmla="*/ 142240 h 221522"/>
                <a:gd name="connsiteX1" fmla="*/ 0 w 591981"/>
                <a:gd name="connsiteY1" fmla="*/ 36528 h 221522"/>
                <a:gd name="connsiteX2" fmla="*/ 163774 w 591981"/>
                <a:gd name="connsiteY2" fmla="*/ 0 h 221522"/>
                <a:gd name="connsiteX3" fmla="*/ 163852 w 591981"/>
                <a:gd name="connsiteY3" fmla="*/ 89384 h 221522"/>
                <a:gd name="connsiteX4" fmla="*/ 581409 w 591981"/>
                <a:gd name="connsiteY4" fmla="*/ 84099 h 221522"/>
                <a:gd name="connsiteX5" fmla="*/ 591981 w 591981"/>
                <a:gd name="connsiteY5" fmla="*/ 221522 h 221522"/>
                <a:gd name="connsiteX6" fmla="*/ 110996 w 591981"/>
                <a:gd name="connsiteY6" fmla="*/ 205666 h 221522"/>
                <a:gd name="connsiteX7" fmla="*/ 89854 w 591981"/>
                <a:gd name="connsiteY7" fmla="*/ 115812 h 221522"/>
                <a:gd name="connsiteX8" fmla="*/ 5285 w 591981"/>
                <a:gd name="connsiteY8" fmla="*/ 142240 h 221522"/>
                <a:gd name="connsiteX0" fmla="*/ 5285 w 591981"/>
                <a:gd name="connsiteY0" fmla="*/ 142240 h 221522"/>
                <a:gd name="connsiteX1" fmla="*/ 0 w 591981"/>
                <a:gd name="connsiteY1" fmla="*/ 36528 h 221522"/>
                <a:gd name="connsiteX2" fmla="*/ 163774 w 591981"/>
                <a:gd name="connsiteY2" fmla="*/ 0 h 221522"/>
                <a:gd name="connsiteX3" fmla="*/ 163852 w 591981"/>
                <a:gd name="connsiteY3" fmla="*/ 89384 h 221522"/>
                <a:gd name="connsiteX4" fmla="*/ 581409 w 591981"/>
                <a:gd name="connsiteY4" fmla="*/ 84099 h 221522"/>
                <a:gd name="connsiteX5" fmla="*/ 591981 w 591981"/>
                <a:gd name="connsiteY5" fmla="*/ 221522 h 221522"/>
                <a:gd name="connsiteX6" fmla="*/ 110996 w 591981"/>
                <a:gd name="connsiteY6" fmla="*/ 205666 h 221522"/>
                <a:gd name="connsiteX7" fmla="*/ 105475 w 591981"/>
                <a:gd name="connsiteY7" fmla="*/ 136641 h 221522"/>
                <a:gd name="connsiteX8" fmla="*/ 5285 w 591981"/>
                <a:gd name="connsiteY8" fmla="*/ 142240 h 221522"/>
                <a:gd name="connsiteX0" fmla="*/ 5285 w 591981"/>
                <a:gd name="connsiteY0" fmla="*/ 142240 h 227104"/>
                <a:gd name="connsiteX1" fmla="*/ 0 w 591981"/>
                <a:gd name="connsiteY1" fmla="*/ 36528 h 227104"/>
                <a:gd name="connsiteX2" fmla="*/ 163774 w 591981"/>
                <a:gd name="connsiteY2" fmla="*/ 0 h 227104"/>
                <a:gd name="connsiteX3" fmla="*/ 163852 w 591981"/>
                <a:gd name="connsiteY3" fmla="*/ 89384 h 227104"/>
                <a:gd name="connsiteX4" fmla="*/ 581409 w 591981"/>
                <a:gd name="connsiteY4" fmla="*/ 84099 h 227104"/>
                <a:gd name="connsiteX5" fmla="*/ 591981 w 591981"/>
                <a:gd name="connsiteY5" fmla="*/ 221522 h 227104"/>
                <a:gd name="connsiteX6" fmla="*/ 116204 w 591981"/>
                <a:gd name="connsiteY6" fmla="*/ 226495 h 227104"/>
                <a:gd name="connsiteX7" fmla="*/ 105475 w 591981"/>
                <a:gd name="connsiteY7" fmla="*/ 136641 h 227104"/>
                <a:gd name="connsiteX8" fmla="*/ 5285 w 591981"/>
                <a:gd name="connsiteY8" fmla="*/ 142240 h 227104"/>
                <a:gd name="connsiteX0" fmla="*/ 5285 w 591981"/>
                <a:gd name="connsiteY0" fmla="*/ 142240 h 227104"/>
                <a:gd name="connsiteX1" fmla="*/ 0 w 591981"/>
                <a:gd name="connsiteY1" fmla="*/ 36528 h 227104"/>
                <a:gd name="connsiteX2" fmla="*/ 163774 w 591981"/>
                <a:gd name="connsiteY2" fmla="*/ 0 h 227104"/>
                <a:gd name="connsiteX3" fmla="*/ 195095 w 591981"/>
                <a:gd name="connsiteY3" fmla="*/ 84177 h 227104"/>
                <a:gd name="connsiteX4" fmla="*/ 581409 w 591981"/>
                <a:gd name="connsiteY4" fmla="*/ 84099 h 227104"/>
                <a:gd name="connsiteX5" fmla="*/ 591981 w 591981"/>
                <a:gd name="connsiteY5" fmla="*/ 221522 h 227104"/>
                <a:gd name="connsiteX6" fmla="*/ 116204 w 591981"/>
                <a:gd name="connsiteY6" fmla="*/ 226495 h 227104"/>
                <a:gd name="connsiteX7" fmla="*/ 105475 w 591981"/>
                <a:gd name="connsiteY7" fmla="*/ 136641 h 227104"/>
                <a:gd name="connsiteX8" fmla="*/ 5285 w 591981"/>
                <a:gd name="connsiteY8" fmla="*/ 142240 h 227104"/>
                <a:gd name="connsiteX0" fmla="*/ 5285 w 591981"/>
                <a:gd name="connsiteY0" fmla="*/ 142240 h 227104"/>
                <a:gd name="connsiteX1" fmla="*/ 0 w 591981"/>
                <a:gd name="connsiteY1" fmla="*/ 36528 h 227104"/>
                <a:gd name="connsiteX2" fmla="*/ 163774 w 591981"/>
                <a:gd name="connsiteY2" fmla="*/ 0 h 227104"/>
                <a:gd name="connsiteX3" fmla="*/ 195095 w 591981"/>
                <a:gd name="connsiteY3" fmla="*/ 84177 h 227104"/>
                <a:gd name="connsiteX4" fmla="*/ 581409 w 591981"/>
                <a:gd name="connsiteY4" fmla="*/ 84099 h 227104"/>
                <a:gd name="connsiteX5" fmla="*/ 591981 w 591981"/>
                <a:gd name="connsiteY5" fmla="*/ 221522 h 227104"/>
                <a:gd name="connsiteX6" fmla="*/ 116204 w 591981"/>
                <a:gd name="connsiteY6" fmla="*/ 226495 h 227104"/>
                <a:gd name="connsiteX7" fmla="*/ 105475 w 591981"/>
                <a:gd name="connsiteY7" fmla="*/ 136641 h 227104"/>
                <a:gd name="connsiteX8" fmla="*/ 5285 w 591981"/>
                <a:gd name="connsiteY8" fmla="*/ 142240 h 22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981" h="227104">
                  <a:moveTo>
                    <a:pt x="5285" y="142240"/>
                  </a:moveTo>
                  <a:lnTo>
                    <a:pt x="0" y="36528"/>
                  </a:lnTo>
                  <a:lnTo>
                    <a:pt x="163774" y="0"/>
                  </a:lnTo>
                  <a:cubicBezTo>
                    <a:pt x="163800" y="29795"/>
                    <a:pt x="195069" y="54382"/>
                    <a:pt x="195095" y="84177"/>
                  </a:cubicBezTo>
                  <a:cubicBezTo>
                    <a:pt x="397943" y="29168"/>
                    <a:pt x="389368" y="75290"/>
                    <a:pt x="581409" y="84099"/>
                  </a:cubicBezTo>
                  <a:lnTo>
                    <a:pt x="591981" y="221522"/>
                  </a:lnTo>
                  <a:cubicBezTo>
                    <a:pt x="431653" y="200380"/>
                    <a:pt x="276532" y="231780"/>
                    <a:pt x="116204" y="226495"/>
                  </a:cubicBezTo>
                  <a:lnTo>
                    <a:pt x="105475" y="136641"/>
                  </a:lnTo>
                  <a:lnTo>
                    <a:pt x="5285" y="14224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grpSp>
      <p:sp>
        <p:nvSpPr>
          <p:cNvPr id="78" name="Freeform 32">
            <a:extLst>
              <a:ext uri="{FF2B5EF4-FFF2-40B4-BE49-F238E27FC236}">
                <a16:creationId xmlns:a16="http://schemas.microsoft.com/office/drawing/2014/main" id="{5094A0FA-F35F-649A-0A6A-9CD8F7826257}"/>
              </a:ext>
            </a:extLst>
          </p:cNvPr>
          <p:cNvSpPr/>
          <p:nvPr/>
        </p:nvSpPr>
        <p:spPr>
          <a:xfrm>
            <a:off x="3507972" y="3795294"/>
            <a:ext cx="1043947" cy="998563"/>
          </a:xfrm>
          <a:custGeom>
            <a:avLst/>
            <a:gdLst/>
            <a:ahLst/>
            <a:cxnLst/>
            <a:rect l="l" t="t" r="r" b="b"/>
            <a:pathLst>
              <a:path w="3210745" h="2940925">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9" name="Diamond 5">
            <a:extLst>
              <a:ext uri="{FF2B5EF4-FFF2-40B4-BE49-F238E27FC236}">
                <a16:creationId xmlns:a16="http://schemas.microsoft.com/office/drawing/2014/main" id="{F9CA0E05-5FA1-EECA-00B6-EBD20B176216}"/>
              </a:ext>
            </a:extLst>
          </p:cNvPr>
          <p:cNvSpPr/>
          <p:nvPr/>
        </p:nvSpPr>
        <p:spPr>
          <a:xfrm rot="948352">
            <a:off x="10881214" y="6940942"/>
            <a:ext cx="943537" cy="1026450"/>
          </a:xfrm>
          <a:custGeom>
            <a:avLst/>
            <a:gdLst/>
            <a:ahLst/>
            <a:cxnLst/>
            <a:rect l="l" t="t" r="r" b="b"/>
            <a:pathLst>
              <a:path w="3240001" h="3249575">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3639871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2F9D1CF1-9546-7497-CCFA-1E506334B2C9}"/>
              </a:ext>
            </a:extLst>
          </p:cNvPr>
          <p:cNvSpPr txBox="1"/>
          <p:nvPr/>
        </p:nvSpPr>
        <p:spPr>
          <a:xfrm>
            <a:off x="1215129" y="1417141"/>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Customer Empathy</a:t>
            </a:r>
          </a:p>
        </p:txBody>
      </p:sp>
      <p:sp>
        <p:nvSpPr>
          <p:cNvPr id="41" name="Block Arc 25">
            <a:extLst>
              <a:ext uri="{FF2B5EF4-FFF2-40B4-BE49-F238E27FC236}">
                <a16:creationId xmlns:a16="http://schemas.microsoft.com/office/drawing/2014/main" id="{EA096BB1-8363-4C53-3720-D0CD85C4A2C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70" name="TextBox 69">
            <a:extLst>
              <a:ext uri="{FF2B5EF4-FFF2-40B4-BE49-F238E27FC236}">
                <a16:creationId xmlns:a16="http://schemas.microsoft.com/office/drawing/2014/main" id="{48313E72-5C55-22EF-0F23-8A6837B136CB}"/>
              </a:ext>
            </a:extLst>
          </p:cNvPr>
          <p:cNvSpPr txBox="1"/>
          <p:nvPr/>
        </p:nvSpPr>
        <p:spPr>
          <a:xfrm>
            <a:off x="1122574" y="2237759"/>
            <a:ext cx="7975291" cy="1292662"/>
          </a:xfrm>
          <a:prstGeom prst="rect">
            <a:avLst/>
          </a:prstGeom>
          <a:noFill/>
        </p:spPr>
        <p:txBody>
          <a:bodyPr wrap="square">
            <a:spAutoFit/>
          </a:bodyPr>
          <a:lstStyle/>
          <a:p>
            <a:pPr marL="457200" indent="-457200" algn="just">
              <a:buClr>
                <a:schemeClr val="accent4"/>
              </a:buClr>
              <a:buSzPct val="100000"/>
              <a:buFont typeface="Wingdings" panose="05000000000000000000" pitchFamily="2" charset="2"/>
              <a:buChar char="ü"/>
            </a:pPr>
            <a:r>
              <a:rPr lang="en-US" sz="2600" dirty="0">
                <a:solidFill>
                  <a:schemeClr val="bg1"/>
                </a:solidFill>
              </a:rPr>
              <a:t>The user must get verification of their activities. This gives the user confidence, which makes him feel satisfied.</a:t>
            </a:r>
          </a:p>
        </p:txBody>
      </p:sp>
      <p:sp>
        <p:nvSpPr>
          <p:cNvPr id="78" name="Freeform 32">
            <a:extLst>
              <a:ext uri="{FF2B5EF4-FFF2-40B4-BE49-F238E27FC236}">
                <a16:creationId xmlns:a16="http://schemas.microsoft.com/office/drawing/2014/main" id="{5094A0FA-F35F-649A-0A6A-9CD8F7826257}"/>
              </a:ext>
            </a:extLst>
          </p:cNvPr>
          <p:cNvSpPr/>
          <p:nvPr/>
        </p:nvSpPr>
        <p:spPr>
          <a:xfrm>
            <a:off x="3507972" y="3795294"/>
            <a:ext cx="1043947" cy="998563"/>
          </a:xfrm>
          <a:custGeom>
            <a:avLst/>
            <a:gdLst/>
            <a:ahLst/>
            <a:cxnLst/>
            <a:rect l="l" t="t" r="r" b="b"/>
            <a:pathLst>
              <a:path w="3210745" h="2940925">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9" name="Diamond 5">
            <a:extLst>
              <a:ext uri="{FF2B5EF4-FFF2-40B4-BE49-F238E27FC236}">
                <a16:creationId xmlns:a16="http://schemas.microsoft.com/office/drawing/2014/main" id="{F9CA0E05-5FA1-EECA-00B6-EBD20B176216}"/>
              </a:ext>
            </a:extLst>
          </p:cNvPr>
          <p:cNvSpPr/>
          <p:nvPr/>
        </p:nvSpPr>
        <p:spPr>
          <a:xfrm rot="948352">
            <a:off x="10881214" y="6940942"/>
            <a:ext cx="943537" cy="1026450"/>
          </a:xfrm>
          <a:custGeom>
            <a:avLst/>
            <a:gdLst/>
            <a:ahLst/>
            <a:cxnLst/>
            <a:rect l="l" t="t" r="r" b="b"/>
            <a:pathLst>
              <a:path w="3240001" h="3249575">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pic>
        <p:nvPicPr>
          <p:cNvPr id="76" name="Picture 75">
            <a:extLst>
              <a:ext uri="{FF2B5EF4-FFF2-40B4-BE49-F238E27FC236}">
                <a16:creationId xmlns:a16="http://schemas.microsoft.com/office/drawing/2014/main" id="{AB497488-0E63-503A-43EE-66EF6153846B}"/>
              </a:ext>
            </a:extLst>
          </p:cNvPr>
          <p:cNvPicPr>
            <a:picLocks noChangeAspect="1"/>
          </p:cNvPicPr>
          <p:nvPr/>
        </p:nvPicPr>
        <p:blipFill>
          <a:blip r:embed="rId4"/>
          <a:stretch>
            <a:fillRect/>
          </a:stretch>
        </p:blipFill>
        <p:spPr>
          <a:xfrm>
            <a:off x="1219090" y="2042947"/>
            <a:ext cx="9740939" cy="4452347"/>
          </a:xfrm>
          <a:prstGeom prst="rect">
            <a:avLst/>
          </a:prstGeom>
        </p:spPr>
      </p:pic>
      <p:sp>
        <p:nvSpPr>
          <p:cNvPr id="49" name="Rectangle 3">
            <a:extLst>
              <a:ext uri="{FF2B5EF4-FFF2-40B4-BE49-F238E27FC236}">
                <a16:creationId xmlns:a16="http://schemas.microsoft.com/office/drawing/2014/main" id="{D76D1E36-A887-A676-C3D9-7F930FE1F676}"/>
              </a:ext>
            </a:extLst>
          </p:cNvPr>
          <p:cNvSpPr/>
          <p:nvPr/>
        </p:nvSpPr>
        <p:spPr>
          <a:xfrm rot="16200000">
            <a:off x="3252607" y="2510436"/>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Tree>
    <p:extLst>
      <p:ext uri="{BB962C8B-B14F-4D97-AF65-F5344CB8AC3E}">
        <p14:creationId xmlns:p14="http://schemas.microsoft.com/office/powerpoint/2010/main" val="34440135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10000">
        <p159:morph option="byObject"/>
      </p:transition>
    </mc:Choice>
    <mc:Fallback>
      <p:transition spd="slow" advClick="0" advTm="100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2F9D1CF1-9546-7497-CCFA-1E506334B2C9}"/>
              </a:ext>
            </a:extLst>
          </p:cNvPr>
          <p:cNvSpPr txBox="1"/>
          <p:nvPr/>
        </p:nvSpPr>
        <p:spPr>
          <a:xfrm>
            <a:off x="1215129" y="1417141"/>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Customer Empathy</a:t>
            </a:r>
          </a:p>
        </p:txBody>
      </p:sp>
      <p:sp>
        <p:nvSpPr>
          <p:cNvPr id="41" name="Block Arc 25">
            <a:extLst>
              <a:ext uri="{FF2B5EF4-FFF2-40B4-BE49-F238E27FC236}">
                <a16:creationId xmlns:a16="http://schemas.microsoft.com/office/drawing/2014/main" id="{EA096BB1-8363-4C53-3720-D0CD85C4A2C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70" name="TextBox 69">
            <a:extLst>
              <a:ext uri="{FF2B5EF4-FFF2-40B4-BE49-F238E27FC236}">
                <a16:creationId xmlns:a16="http://schemas.microsoft.com/office/drawing/2014/main" id="{48313E72-5C55-22EF-0F23-8A6837B136CB}"/>
              </a:ext>
            </a:extLst>
          </p:cNvPr>
          <p:cNvSpPr txBox="1"/>
          <p:nvPr/>
        </p:nvSpPr>
        <p:spPr>
          <a:xfrm>
            <a:off x="1122574" y="2237759"/>
            <a:ext cx="7975291" cy="1292662"/>
          </a:xfrm>
          <a:prstGeom prst="rect">
            <a:avLst/>
          </a:prstGeom>
          <a:noFill/>
        </p:spPr>
        <p:txBody>
          <a:bodyPr wrap="square">
            <a:spAutoFit/>
          </a:bodyPr>
          <a:lstStyle/>
          <a:p>
            <a:pPr marL="457200" indent="-457200" algn="just">
              <a:buClr>
                <a:schemeClr val="accent4"/>
              </a:buClr>
              <a:buSzPct val="100000"/>
              <a:buFont typeface="Wingdings" panose="05000000000000000000" pitchFamily="2" charset="2"/>
              <a:buChar char="ü"/>
            </a:pPr>
            <a:r>
              <a:rPr lang="en-US" sz="2600" dirty="0">
                <a:solidFill>
                  <a:schemeClr val="bg1"/>
                </a:solidFill>
              </a:rPr>
              <a:t>The user must get verification of their activities. This gives the user confidence, which makes him feel satisfied.</a:t>
            </a:r>
          </a:p>
        </p:txBody>
      </p:sp>
      <p:sp>
        <p:nvSpPr>
          <p:cNvPr id="78" name="Freeform 32">
            <a:extLst>
              <a:ext uri="{FF2B5EF4-FFF2-40B4-BE49-F238E27FC236}">
                <a16:creationId xmlns:a16="http://schemas.microsoft.com/office/drawing/2014/main" id="{5094A0FA-F35F-649A-0A6A-9CD8F7826257}"/>
              </a:ext>
            </a:extLst>
          </p:cNvPr>
          <p:cNvSpPr/>
          <p:nvPr/>
        </p:nvSpPr>
        <p:spPr>
          <a:xfrm>
            <a:off x="3507972" y="3795294"/>
            <a:ext cx="1043947" cy="998563"/>
          </a:xfrm>
          <a:custGeom>
            <a:avLst/>
            <a:gdLst/>
            <a:ahLst/>
            <a:cxnLst/>
            <a:rect l="l" t="t" r="r" b="b"/>
            <a:pathLst>
              <a:path w="3210745" h="2940925">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9" name="Diamond 5">
            <a:extLst>
              <a:ext uri="{FF2B5EF4-FFF2-40B4-BE49-F238E27FC236}">
                <a16:creationId xmlns:a16="http://schemas.microsoft.com/office/drawing/2014/main" id="{F9CA0E05-5FA1-EECA-00B6-EBD20B176216}"/>
              </a:ext>
            </a:extLst>
          </p:cNvPr>
          <p:cNvSpPr/>
          <p:nvPr/>
        </p:nvSpPr>
        <p:spPr>
          <a:xfrm rot="948352">
            <a:off x="10881214" y="6940942"/>
            <a:ext cx="943537" cy="1026450"/>
          </a:xfrm>
          <a:custGeom>
            <a:avLst/>
            <a:gdLst/>
            <a:ahLst/>
            <a:cxnLst/>
            <a:rect l="l" t="t" r="r" b="b"/>
            <a:pathLst>
              <a:path w="3240001" h="3249575">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pic>
        <p:nvPicPr>
          <p:cNvPr id="76" name="Picture 75">
            <a:extLst>
              <a:ext uri="{FF2B5EF4-FFF2-40B4-BE49-F238E27FC236}">
                <a16:creationId xmlns:a16="http://schemas.microsoft.com/office/drawing/2014/main" id="{AB497488-0E63-503A-43EE-66EF6153846B}"/>
              </a:ext>
            </a:extLst>
          </p:cNvPr>
          <p:cNvPicPr>
            <a:picLocks noChangeAspect="1"/>
          </p:cNvPicPr>
          <p:nvPr/>
        </p:nvPicPr>
        <p:blipFill>
          <a:blip r:embed="rId4"/>
          <a:stretch>
            <a:fillRect/>
          </a:stretch>
        </p:blipFill>
        <p:spPr>
          <a:xfrm>
            <a:off x="1219090" y="2042947"/>
            <a:ext cx="9740939" cy="4452347"/>
          </a:xfrm>
          <a:prstGeom prst="rect">
            <a:avLst/>
          </a:prstGeom>
        </p:spPr>
      </p:pic>
      <p:pic>
        <p:nvPicPr>
          <p:cNvPr id="62" name="Picture 61">
            <a:extLst>
              <a:ext uri="{FF2B5EF4-FFF2-40B4-BE49-F238E27FC236}">
                <a16:creationId xmlns:a16="http://schemas.microsoft.com/office/drawing/2014/main" id="{717982FA-8D10-7C5E-1A49-925F2190D347}"/>
              </a:ext>
            </a:extLst>
          </p:cNvPr>
          <p:cNvPicPr>
            <a:picLocks noChangeAspect="1"/>
          </p:cNvPicPr>
          <p:nvPr/>
        </p:nvPicPr>
        <p:blipFill>
          <a:blip r:embed="rId5"/>
          <a:stretch>
            <a:fillRect/>
          </a:stretch>
        </p:blipFill>
        <p:spPr>
          <a:xfrm>
            <a:off x="1661256" y="5862359"/>
            <a:ext cx="1365320" cy="355172"/>
          </a:xfrm>
          <a:prstGeom prst="rect">
            <a:avLst/>
          </a:prstGeom>
        </p:spPr>
      </p:pic>
      <p:pic>
        <p:nvPicPr>
          <p:cNvPr id="52" name="Picture 51">
            <a:extLst>
              <a:ext uri="{FF2B5EF4-FFF2-40B4-BE49-F238E27FC236}">
                <a16:creationId xmlns:a16="http://schemas.microsoft.com/office/drawing/2014/main" id="{076AB0DC-0FD0-239C-2A5C-EF1BD1A541FE}"/>
              </a:ext>
            </a:extLst>
          </p:cNvPr>
          <p:cNvPicPr>
            <a:picLocks noChangeAspect="1"/>
          </p:cNvPicPr>
          <p:nvPr/>
        </p:nvPicPr>
        <p:blipFill>
          <a:blip r:embed="rId6"/>
          <a:stretch>
            <a:fillRect/>
          </a:stretch>
        </p:blipFill>
        <p:spPr>
          <a:xfrm>
            <a:off x="1543106" y="5759254"/>
            <a:ext cx="1525738" cy="494593"/>
          </a:xfrm>
          <a:prstGeom prst="rect">
            <a:avLst/>
          </a:prstGeom>
        </p:spPr>
      </p:pic>
      <p:sp>
        <p:nvSpPr>
          <p:cNvPr id="49" name="Rectangle 3">
            <a:extLst>
              <a:ext uri="{FF2B5EF4-FFF2-40B4-BE49-F238E27FC236}">
                <a16:creationId xmlns:a16="http://schemas.microsoft.com/office/drawing/2014/main" id="{D76D1E36-A887-A676-C3D9-7F930FE1F676}"/>
              </a:ext>
            </a:extLst>
          </p:cNvPr>
          <p:cNvSpPr/>
          <p:nvPr/>
        </p:nvSpPr>
        <p:spPr>
          <a:xfrm rot="16200000">
            <a:off x="2766832" y="6063261"/>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pic>
        <p:nvPicPr>
          <p:cNvPr id="72" name="Picture 71">
            <a:extLst>
              <a:ext uri="{FF2B5EF4-FFF2-40B4-BE49-F238E27FC236}">
                <a16:creationId xmlns:a16="http://schemas.microsoft.com/office/drawing/2014/main" id="{66E883A3-4009-5F4E-8F3D-095724817540}"/>
              </a:ext>
            </a:extLst>
          </p:cNvPr>
          <p:cNvPicPr>
            <a:picLocks noChangeAspect="1"/>
          </p:cNvPicPr>
          <p:nvPr/>
        </p:nvPicPr>
        <p:blipFill>
          <a:blip r:embed="rId7"/>
          <a:stretch>
            <a:fillRect/>
          </a:stretch>
        </p:blipFill>
        <p:spPr>
          <a:xfrm>
            <a:off x="4029945" y="2030739"/>
            <a:ext cx="4324572" cy="1270065"/>
          </a:xfrm>
          <a:prstGeom prst="rect">
            <a:avLst/>
          </a:prstGeom>
        </p:spPr>
      </p:pic>
    </p:spTree>
    <p:extLst>
      <p:ext uri="{BB962C8B-B14F-4D97-AF65-F5344CB8AC3E}">
        <p14:creationId xmlns:p14="http://schemas.microsoft.com/office/powerpoint/2010/main" val="25198458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10000">
        <p159:morph option="byObject"/>
      </p:transition>
    </mc:Choice>
    <mc:Fallback>
      <p:transition spd="slow" advClick="0" advTm="1000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2F9D1CF1-9546-7497-CCFA-1E506334B2C9}"/>
              </a:ext>
            </a:extLst>
          </p:cNvPr>
          <p:cNvSpPr txBox="1"/>
          <p:nvPr/>
        </p:nvSpPr>
        <p:spPr>
          <a:xfrm>
            <a:off x="1215129" y="1417141"/>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Customer Empathy</a:t>
            </a:r>
          </a:p>
        </p:txBody>
      </p:sp>
      <p:sp>
        <p:nvSpPr>
          <p:cNvPr id="41" name="Block Arc 25">
            <a:extLst>
              <a:ext uri="{FF2B5EF4-FFF2-40B4-BE49-F238E27FC236}">
                <a16:creationId xmlns:a16="http://schemas.microsoft.com/office/drawing/2014/main" id="{EA096BB1-8363-4C53-3720-D0CD85C4A2C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79" name="Diamond 5">
            <a:extLst>
              <a:ext uri="{FF2B5EF4-FFF2-40B4-BE49-F238E27FC236}">
                <a16:creationId xmlns:a16="http://schemas.microsoft.com/office/drawing/2014/main" id="{F9CA0E05-5FA1-EECA-00B6-EBD20B176216}"/>
              </a:ext>
            </a:extLst>
          </p:cNvPr>
          <p:cNvSpPr/>
          <p:nvPr/>
        </p:nvSpPr>
        <p:spPr>
          <a:xfrm rot="948352">
            <a:off x="10881214" y="6940942"/>
            <a:ext cx="943537" cy="1026450"/>
          </a:xfrm>
          <a:custGeom>
            <a:avLst/>
            <a:gdLst/>
            <a:ahLst/>
            <a:cxnLst/>
            <a:rect l="l" t="t" r="r" b="b"/>
            <a:pathLst>
              <a:path w="3240001" h="3249575">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pic>
        <p:nvPicPr>
          <p:cNvPr id="71" name="Picture 70">
            <a:extLst>
              <a:ext uri="{FF2B5EF4-FFF2-40B4-BE49-F238E27FC236}">
                <a16:creationId xmlns:a16="http://schemas.microsoft.com/office/drawing/2014/main" id="{8B9F717E-8CE3-5EA0-B908-90109D272189}"/>
              </a:ext>
            </a:extLst>
          </p:cNvPr>
          <p:cNvPicPr>
            <a:picLocks noChangeAspect="1"/>
          </p:cNvPicPr>
          <p:nvPr/>
        </p:nvPicPr>
        <p:blipFill>
          <a:blip r:embed="rId4"/>
          <a:stretch>
            <a:fillRect/>
          </a:stretch>
        </p:blipFill>
        <p:spPr>
          <a:xfrm>
            <a:off x="1182346" y="2051597"/>
            <a:ext cx="9777683" cy="4443697"/>
          </a:xfrm>
          <a:prstGeom prst="rect">
            <a:avLst/>
          </a:prstGeom>
        </p:spPr>
      </p:pic>
      <p:sp>
        <p:nvSpPr>
          <p:cNvPr id="49" name="Rectangle 3">
            <a:extLst>
              <a:ext uri="{FF2B5EF4-FFF2-40B4-BE49-F238E27FC236}">
                <a16:creationId xmlns:a16="http://schemas.microsoft.com/office/drawing/2014/main" id="{D76D1E36-A887-A676-C3D9-7F930FE1F676}"/>
              </a:ext>
            </a:extLst>
          </p:cNvPr>
          <p:cNvSpPr/>
          <p:nvPr/>
        </p:nvSpPr>
        <p:spPr>
          <a:xfrm rot="17669479">
            <a:off x="4484355" y="5754901"/>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rgbClr val="FFE356"/>
          </a:solidFill>
          <a:ln>
            <a:solidFill>
              <a:srgbClr val="FFE3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Tree>
    <p:extLst>
      <p:ext uri="{BB962C8B-B14F-4D97-AF65-F5344CB8AC3E}">
        <p14:creationId xmlns:p14="http://schemas.microsoft.com/office/powerpoint/2010/main" val="23454945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14000">
        <p159:morph option="byObject"/>
      </p:transition>
    </mc:Choice>
    <mc:Fallback>
      <p:transition spd="slow" advClick="0" advTm="1400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2F9D1CF1-9546-7497-CCFA-1E506334B2C9}"/>
              </a:ext>
            </a:extLst>
          </p:cNvPr>
          <p:cNvSpPr txBox="1"/>
          <p:nvPr/>
        </p:nvSpPr>
        <p:spPr>
          <a:xfrm>
            <a:off x="1215129" y="1417141"/>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Customer Empathy</a:t>
            </a:r>
          </a:p>
        </p:txBody>
      </p:sp>
      <p:sp>
        <p:nvSpPr>
          <p:cNvPr id="41" name="Block Arc 25">
            <a:extLst>
              <a:ext uri="{FF2B5EF4-FFF2-40B4-BE49-F238E27FC236}">
                <a16:creationId xmlns:a16="http://schemas.microsoft.com/office/drawing/2014/main" id="{EA096BB1-8363-4C53-3720-D0CD85C4A2C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79" name="Diamond 5">
            <a:extLst>
              <a:ext uri="{FF2B5EF4-FFF2-40B4-BE49-F238E27FC236}">
                <a16:creationId xmlns:a16="http://schemas.microsoft.com/office/drawing/2014/main" id="{F9CA0E05-5FA1-EECA-00B6-EBD20B176216}"/>
              </a:ext>
            </a:extLst>
          </p:cNvPr>
          <p:cNvSpPr/>
          <p:nvPr/>
        </p:nvSpPr>
        <p:spPr>
          <a:xfrm rot="948352">
            <a:off x="10881214" y="6940942"/>
            <a:ext cx="943537" cy="1026450"/>
          </a:xfrm>
          <a:custGeom>
            <a:avLst/>
            <a:gdLst/>
            <a:ahLst/>
            <a:cxnLst/>
            <a:rect l="l" t="t" r="r" b="b"/>
            <a:pathLst>
              <a:path w="3240001" h="3249575">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pic>
        <p:nvPicPr>
          <p:cNvPr id="71" name="Picture 70">
            <a:extLst>
              <a:ext uri="{FF2B5EF4-FFF2-40B4-BE49-F238E27FC236}">
                <a16:creationId xmlns:a16="http://schemas.microsoft.com/office/drawing/2014/main" id="{8B9F717E-8CE3-5EA0-B908-90109D272189}"/>
              </a:ext>
            </a:extLst>
          </p:cNvPr>
          <p:cNvPicPr>
            <a:picLocks noChangeAspect="1"/>
          </p:cNvPicPr>
          <p:nvPr/>
        </p:nvPicPr>
        <p:blipFill>
          <a:blip r:embed="rId4"/>
          <a:stretch>
            <a:fillRect/>
          </a:stretch>
        </p:blipFill>
        <p:spPr>
          <a:xfrm>
            <a:off x="1182346" y="2051597"/>
            <a:ext cx="9777683" cy="4443697"/>
          </a:xfrm>
          <a:prstGeom prst="rect">
            <a:avLst/>
          </a:prstGeom>
        </p:spPr>
      </p:pic>
      <p:sp>
        <p:nvSpPr>
          <p:cNvPr id="49" name="Rectangle 3">
            <a:extLst>
              <a:ext uri="{FF2B5EF4-FFF2-40B4-BE49-F238E27FC236}">
                <a16:creationId xmlns:a16="http://schemas.microsoft.com/office/drawing/2014/main" id="{D76D1E36-A887-A676-C3D9-7F930FE1F676}"/>
              </a:ext>
            </a:extLst>
          </p:cNvPr>
          <p:cNvSpPr/>
          <p:nvPr/>
        </p:nvSpPr>
        <p:spPr>
          <a:xfrm rot="17669479">
            <a:off x="6637005" y="5754901"/>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rgbClr val="FFE356"/>
          </a:solidFill>
          <a:ln>
            <a:solidFill>
              <a:srgbClr val="FFE3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Tree>
    <p:extLst>
      <p:ext uri="{BB962C8B-B14F-4D97-AF65-F5344CB8AC3E}">
        <p14:creationId xmlns:p14="http://schemas.microsoft.com/office/powerpoint/2010/main" val="6878052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6000">
        <p159:morph option="byObject"/>
      </p:transition>
    </mc:Choice>
    <mc:Fallback>
      <p:transition spd="slow" advClick="0" advTm="600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589882" y="5899680"/>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539428" y="5683435"/>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2812417" y="5426793"/>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2F9D1CF1-9546-7497-CCFA-1E506334B2C9}"/>
              </a:ext>
            </a:extLst>
          </p:cNvPr>
          <p:cNvSpPr txBox="1"/>
          <p:nvPr/>
        </p:nvSpPr>
        <p:spPr>
          <a:xfrm>
            <a:off x="1215129" y="1121535"/>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Customer Empathy</a:t>
            </a:r>
          </a:p>
        </p:txBody>
      </p:sp>
      <p:sp>
        <p:nvSpPr>
          <p:cNvPr id="41" name="Block Arc 25">
            <a:extLst>
              <a:ext uri="{FF2B5EF4-FFF2-40B4-BE49-F238E27FC236}">
                <a16:creationId xmlns:a16="http://schemas.microsoft.com/office/drawing/2014/main" id="{EA096BB1-8363-4C53-3720-D0CD85C4A2C8}"/>
              </a:ext>
            </a:extLst>
          </p:cNvPr>
          <p:cNvSpPr/>
          <p:nvPr/>
        </p:nvSpPr>
        <p:spPr>
          <a:xfrm>
            <a:off x="345915" y="1130883"/>
            <a:ext cx="644685" cy="786973"/>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79" name="Diamond 5">
            <a:extLst>
              <a:ext uri="{FF2B5EF4-FFF2-40B4-BE49-F238E27FC236}">
                <a16:creationId xmlns:a16="http://schemas.microsoft.com/office/drawing/2014/main" id="{F9CA0E05-5FA1-EECA-00B6-EBD20B176216}"/>
              </a:ext>
            </a:extLst>
          </p:cNvPr>
          <p:cNvSpPr/>
          <p:nvPr/>
        </p:nvSpPr>
        <p:spPr>
          <a:xfrm rot="948352">
            <a:off x="10881214" y="6940942"/>
            <a:ext cx="943537" cy="1026450"/>
          </a:xfrm>
          <a:custGeom>
            <a:avLst/>
            <a:gdLst/>
            <a:ahLst/>
            <a:cxnLst/>
            <a:rect l="l" t="t" r="r" b="b"/>
            <a:pathLst>
              <a:path w="3240001" h="3249575">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49" name="Rectangle 3">
            <a:extLst>
              <a:ext uri="{FF2B5EF4-FFF2-40B4-BE49-F238E27FC236}">
                <a16:creationId xmlns:a16="http://schemas.microsoft.com/office/drawing/2014/main" id="{D76D1E36-A887-A676-C3D9-7F930FE1F676}"/>
              </a:ext>
            </a:extLst>
          </p:cNvPr>
          <p:cNvSpPr/>
          <p:nvPr/>
        </p:nvSpPr>
        <p:spPr>
          <a:xfrm rot="2615822">
            <a:off x="917977" y="2144216"/>
            <a:ext cx="783381" cy="769219"/>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rgbClr val="FFE356"/>
          </a:solidFill>
          <a:ln>
            <a:solidFill>
              <a:srgbClr val="FFE3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pic>
        <p:nvPicPr>
          <p:cNvPr id="62" name="Picture 61">
            <a:extLst>
              <a:ext uri="{FF2B5EF4-FFF2-40B4-BE49-F238E27FC236}">
                <a16:creationId xmlns:a16="http://schemas.microsoft.com/office/drawing/2014/main" id="{5D70FA22-A3ED-4F0E-6CCC-F95B3FC45C4A}"/>
              </a:ext>
            </a:extLst>
          </p:cNvPr>
          <p:cNvPicPr>
            <a:picLocks noChangeAspect="1"/>
          </p:cNvPicPr>
          <p:nvPr/>
        </p:nvPicPr>
        <p:blipFill>
          <a:blip r:embed="rId4"/>
          <a:stretch>
            <a:fillRect/>
          </a:stretch>
        </p:blipFill>
        <p:spPr>
          <a:xfrm>
            <a:off x="1932015" y="1611773"/>
            <a:ext cx="8989047" cy="4952107"/>
          </a:xfrm>
          <a:prstGeom prst="rect">
            <a:avLst/>
          </a:prstGeom>
        </p:spPr>
      </p:pic>
    </p:spTree>
    <p:extLst>
      <p:ext uri="{BB962C8B-B14F-4D97-AF65-F5344CB8AC3E}">
        <p14:creationId xmlns:p14="http://schemas.microsoft.com/office/powerpoint/2010/main" val="2620675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768300" y="5988888"/>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751300" y="6151783"/>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9159707" y="5941545"/>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F8D02F9D-ABE6-22FC-5B42-B580EC5FB763}"/>
              </a:ext>
            </a:extLst>
          </p:cNvPr>
          <p:cNvSpPr txBox="1"/>
          <p:nvPr/>
        </p:nvSpPr>
        <p:spPr>
          <a:xfrm>
            <a:off x="12855559" y="-777195"/>
            <a:ext cx="7543213" cy="3293209"/>
          </a:xfrm>
          <a:prstGeom prst="rect">
            <a:avLst/>
          </a:prstGeom>
          <a:noFill/>
        </p:spPr>
        <p:txBody>
          <a:bodyPr wrap="square">
            <a:spAutoFit/>
          </a:bodyPr>
          <a:lstStyle/>
          <a:p>
            <a:pPr marL="285750" indent="-285750" algn="just">
              <a:buClr>
                <a:schemeClr val="accent4"/>
              </a:buClr>
              <a:buSzPct val="100000"/>
              <a:buFont typeface="Wingdings" panose="05000000000000000000" pitchFamily="2" charset="2"/>
              <a:buChar char="ü"/>
            </a:pPr>
            <a:r>
              <a:rPr lang="en-US" sz="2600" dirty="0">
                <a:solidFill>
                  <a:schemeClr val="bg1"/>
                </a:solidFill>
              </a:rPr>
              <a:t>Blue is the color that is widely accepted by both men and women.</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 Hence, taking the monochromatic combination of Grayish-blue, Occur-yellow, and White.</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This color combination gives the website a modern, polished appearance.</a:t>
            </a:r>
          </a:p>
        </p:txBody>
      </p:sp>
      <p:sp>
        <p:nvSpPr>
          <p:cNvPr id="37" name="TextBox 36">
            <a:extLst>
              <a:ext uri="{FF2B5EF4-FFF2-40B4-BE49-F238E27FC236}">
                <a16:creationId xmlns:a16="http://schemas.microsoft.com/office/drawing/2014/main" id="{2F9D1CF1-9546-7497-CCFA-1E506334B2C9}"/>
              </a:ext>
            </a:extLst>
          </p:cNvPr>
          <p:cNvSpPr txBox="1"/>
          <p:nvPr/>
        </p:nvSpPr>
        <p:spPr>
          <a:xfrm>
            <a:off x="869119" y="1139054"/>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Customer Empathy</a:t>
            </a:r>
          </a:p>
        </p:txBody>
      </p:sp>
      <p:sp>
        <p:nvSpPr>
          <p:cNvPr id="41" name="Block Arc 25">
            <a:extLst>
              <a:ext uri="{FF2B5EF4-FFF2-40B4-BE49-F238E27FC236}">
                <a16:creationId xmlns:a16="http://schemas.microsoft.com/office/drawing/2014/main" id="{EA096BB1-8363-4C53-3720-D0CD85C4A2C8}"/>
              </a:ext>
            </a:extLst>
          </p:cNvPr>
          <p:cNvSpPr/>
          <p:nvPr/>
        </p:nvSpPr>
        <p:spPr>
          <a:xfrm>
            <a:off x="4843154" y="4174421"/>
            <a:ext cx="231882" cy="311437"/>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rgbClr val="FE4D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70" name="TextBox 69">
            <a:extLst>
              <a:ext uri="{FF2B5EF4-FFF2-40B4-BE49-F238E27FC236}">
                <a16:creationId xmlns:a16="http://schemas.microsoft.com/office/drawing/2014/main" id="{48313E72-5C55-22EF-0F23-8A6837B136CB}"/>
              </a:ext>
            </a:extLst>
          </p:cNvPr>
          <p:cNvSpPr txBox="1"/>
          <p:nvPr/>
        </p:nvSpPr>
        <p:spPr>
          <a:xfrm>
            <a:off x="869119" y="1767689"/>
            <a:ext cx="7326598" cy="892552"/>
          </a:xfrm>
          <a:prstGeom prst="rect">
            <a:avLst/>
          </a:prstGeom>
          <a:noFill/>
        </p:spPr>
        <p:txBody>
          <a:bodyPr wrap="square">
            <a:spAutoFit/>
          </a:bodyPr>
          <a:lstStyle/>
          <a:p>
            <a:pPr marL="457200" indent="-457200" algn="just">
              <a:buClr>
                <a:schemeClr val="accent4"/>
              </a:buClr>
              <a:buSzPct val="100000"/>
              <a:buFont typeface="Wingdings" panose="05000000000000000000" pitchFamily="2" charset="2"/>
              <a:buChar char="ü"/>
            </a:pPr>
            <a:r>
              <a:rPr lang="en-US" sz="2600" dirty="0">
                <a:solidFill>
                  <a:schemeClr val="bg1"/>
                </a:solidFill>
              </a:rPr>
              <a:t>The elements are the key to the customer Empathy.</a:t>
            </a:r>
          </a:p>
        </p:txBody>
      </p:sp>
      <p:grpSp>
        <p:nvGrpSpPr>
          <p:cNvPr id="21" name="Group 20">
            <a:extLst>
              <a:ext uri="{FF2B5EF4-FFF2-40B4-BE49-F238E27FC236}">
                <a16:creationId xmlns:a16="http://schemas.microsoft.com/office/drawing/2014/main" id="{700ED8CF-A37E-D6CC-01CD-ED3750527601}"/>
              </a:ext>
            </a:extLst>
          </p:cNvPr>
          <p:cNvGrpSpPr/>
          <p:nvPr/>
        </p:nvGrpSpPr>
        <p:grpSpPr>
          <a:xfrm>
            <a:off x="2630175" y="3281807"/>
            <a:ext cx="4740611" cy="3054460"/>
            <a:chOff x="2625429" y="1951103"/>
            <a:chExt cx="3880811" cy="2500475"/>
          </a:xfrm>
        </p:grpSpPr>
        <p:sp>
          <p:nvSpPr>
            <p:cNvPr id="52" name="Trapezoid 4">
              <a:extLst>
                <a:ext uri="{FF2B5EF4-FFF2-40B4-BE49-F238E27FC236}">
                  <a16:creationId xmlns:a16="http://schemas.microsoft.com/office/drawing/2014/main" id="{166FBEB3-0969-3746-BF07-54D19752FF58}"/>
                </a:ext>
              </a:extLst>
            </p:cNvPr>
            <p:cNvSpPr/>
            <p:nvPr/>
          </p:nvSpPr>
          <p:spPr>
            <a:xfrm>
              <a:off x="4028512" y="2438234"/>
              <a:ext cx="1080120" cy="2013344"/>
            </a:xfrm>
            <a:custGeom>
              <a:avLst/>
              <a:gdLst/>
              <a:ahLst/>
              <a:cxnLst/>
              <a:rect l="l" t="t" r="r" b="b"/>
              <a:pathLst>
                <a:path w="1080120" h="2013344">
                  <a:moveTo>
                    <a:pt x="540060" y="0"/>
                  </a:moveTo>
                  <a:cubicBezTo>
                    <a:pt x="838327" y="0"/>
                    <a:pt x="1080120" y="241793"/>
                    <a:pt x="1080120" y="540060"/>
                  </a:cubicBezTo>
                  <a:cubicBezTo>
                    <a:pt x="1080120" y="749650"/>
                    <a:pt x="960728" y="931355"/>
                    <a:pt x="785154" y="1018748"/>
                  </a:cubicBezTo>
                  <a:lnTo>
                    <a:pt x="972108" y="2013344"/>
                  </a:lnTo>
                  <a:lnTo>
                    <a:pt x="108012" y="2013344"/>
                  </a:lnTo>
                  <a:lnTo>
                    <a:pt x="294966" y="1018748"/>
                  </a:lnTo>
                  <a:cubicBezTo>
                    <a:pt x="119392" y="931355"/>
                    <a:pt x="0" y="749650"/>
                    <a:pt x="0" y="540060"/>
                  </a:cubicBezTo>
                  <a:cubicBezTo>
                    <a:pt x="0" y="241793"/>
                    <a:pt x="241793" y="0"/>
                    <a:pt x="540060" y="0"/>
                  </a:cubicBezTo>
                  <a:close/>
                </a:path>
              </a:pathLst>
            </a:custGeom>
            <a:solidFill>
              <a:schemeClr val="bg1"/>
            </a:solidFill>
            <a:ln>
              <a:noFill/>
            </a:ln>
            <a:effectLst>
              <a:innerShdw blurRad="63500" dist="101600" dir="135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4" name="Oval 5">
              <a:extLst>
                <a:ext uri="{FF2B5EF4-FFF2-40B4-BE49-F238E27FC236}">
                  <a16:creationId xmlns:a16="http://schemas.microsoft.com/office/drawing/2014/main" id="{483DCB42-E0E7-E447-2F7C-94873212FFB8}"/>
                </a:ext>
              </a:extLst>
            </p:cNvPr>
            <p:cNvSpPr/>
            <p:nvPr/>
          </p:nvSpPr>
          <p:spPr>
            <a:xfrm rot="20055640" flipH="1">
              <a:off x="5073700" y="200049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1" name="Oval 5">
              <a:extLst>
                <a:ext uri="{FF2B5EF4-FFF2-40B4-BE49-F238E27FC236}">
                  <a16:creationId xmlns:a16="http://schemas.microsoft.com/office/drawing/2014/main" id="{18ABF332-FDEC-620C-EE86-FCF1FB3F0D94}"/>
                </a:ext>
              </a:extLst>
            </p:cNvPr>
            <p:cNvSpPr/>
            <p:nvPr/>
          </p:nvSpPr>
          <p:spPr>
            <a:xfrm rot="1544360">
              <a:off x="2637759" y="200049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2" name="Oval 5">
              <a:extLst>
                <a:ext uri="{FF2B5EF4-FFF2-40B4-BE49-F238E27FC236}">
                  <a16:creationId xmlns:a16="http://schemas.microsoft.com/office/drawing/2014/main" id="{E3365617-66A8-A506-2741-46DFEC03EF3E}"/>
                </a:ext>
              </a:extLst>
            </p:cNvPr>
            <p:cNvSpPr/>
            <p:nvPr/>
          </p:nvSpPr>
          <p:spPr>
            <a:xfrm rot="1544360" flipH="1" flipV="1">
              <a:off x="5061370" y="334536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3" name="Oval 5">
              <a:extLst>
                <a:ext uri="{FF2B5EF4-FFF2-40B4-BE49-F238E27FC236}">
                  <a16:creationId xmlns:a16="http://schemas.microsoft.com/office/drawing/2014/main" id="{B6F65A29-C3A8-D732-3FD2-050D692DF86F}"/>
                </a:ext>
              </a:extLst>
            </p:cNvPr>
            <p:cNvSpPr/>
            <p:nvPr/>
          </p:nvSpPr>
          <p:spPr>
            <a:xfrm rot="20055640" flipV="1">
              <a:off x="2625429" y="335298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4" name="TextBox 73">
              <a:extLst>
                <a:ext uri="{FF2B5EF4-FFF2-40B4-BE49-F238E27FC236}">
                  <a16:creationId xmlns:a16="http://schemas.microsoft.com/office/drawing/2014/main" id="{9276055E-4850-5FB2-47D0-029A9BF36B73}"/>
                </a:ext>
              </a:extLst>
            </p:cNvPr>
            <p:cNvSpPr txBox="1"/>
            <p:nvPr/>
          </p:nvSpPr>
          <p:spPr>
            <a:xfrm>
              <a:off x="2724129" y="195110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01</a:t>
              </a:r>
              <a:endParaRPr lang="ko-KR" altLang="en-US" sz="2800" b="1" dirty="0">
                <a:solidFill>
                  <a:schemeClr val="bg1"/>
                </a:solidFill>
                <a:cs typeface="Arial" pitchFamily="34" charset="0"/>
              </a:endParaRPr>
            </a:p>
          </p:txBody>
        </p:sp>
        <p:sp>
          <p:nvSpPr>
            <p:cNvPr id="75" name="TextBox 74">
              <a:extLst>
                <a:ext uri="{FF2B5EF4-FFF2-40B4-BE49-F238E27FC236}">
                  <a16:creationId xmlns:a16="http://schemas.microsoft.com/office/drawing/2014/main" id="{F54DE0AA-6309-587A-93D5-3DA4CA769152}"/>
                </a:ext>
              </a:extLst>
            </p:cNvPr>
            <p:cNvSpPr txBox="1"/>
            <p:nvPr/>
          </p:nvSpPr>
          <p:spPr>
            <a:xfrm>
              <a:off x="5868144" y="195110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02</a:t>
              </a:r>
              <a:endParaRPr lang="ko-KR" altLang="en-US" sz="2800" b="1" dirty="0">
                <a:solidFill>
                  <a:schemeClr val="bg1"/>
                </a:solidFill>
                <a:cs typeface="Arial" pitchFamily="34" charset="0"/>
              </a:endParaRPr>
            </a:p>
          </p:txBody>
        </p:sp>
        <p:sp>
          <p:nvSpPr>
            <p:cNvPr id="76" name="TextBox 75">
              <a:extLst>
                <a:ext uri="{FF2B5EF4-FFF2-40B4-BE49-F238E27FC236}">
                  <a16:creationId xmlns:a16="http://schemas.microsoft.com/office/drawing/2014/main" id="{DEDAEF32-F537-930B-033D-06D2F5CD4FCD}"/>
                </a:ext>
              </a:extLst>
            </p:cNvPr>
            <p:cNvSpPr txBox="1"/>
            <p:nvPr/>
          </p:nvSpPr>
          <p:spPr>
            <a:xfrm>
              <a:off x="5860524" y="363463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03</a:t>
              </a:r>
              <a:endParaRPr lang="ko-KR" altLang="en-US" sz="2800" b="1" dirty="0">
                <a:solidFill>
                  <a:schemeClr val="bg1"/>
                </a:solidFill>
                <a:cs typeface="Arial" pitchFamily="34" charset="0"/>
              </a:endParaRPr>
            </a:p>
          </p:txBody>
        </p:sp>
        <p:sp>
          <p:nvSpPr>
            <p:cNvPr id="77" name="TextBox 76">
              <a:extLst>
                <a:ext uri="{FF2B5EF4-FFF2-40B4-BE49-F238E27FC236}">
                  <a16:creationId xmlns:a16="http://schemas.microsoft.com/office/drawing/2014/main" id="{D67ACA89-C58B-D762-7A64-EE2F2A7750D3}"/>
                </a:ext>
              </a:extLst>
            </p:cNvPr>
            <p:cNvSpPr txBox="1"/>
            <p:nvPr/>
          </p:nvSpPr>
          <p:spPr>
            <a:xfrm>
              <a:off x="2707412" y="3640227"/>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04</a:t>
              </a:r>
              <a:endParaRPr lang="ko-KR" altLang="en-US" sz="2800" b="1" dirty="0">
                <a:solidFill>
                  <a:schemeClr val="bg1"/>
                </a:solidFill>
                <a:cs typeface="Arial" pitchFamily="34" charset="0"/>
              </a:endParaRPr>
            </a:p>
          </p:txBody>
        </p:sp>
      </p:grpSp>
      <p:sp>
        <p:nvSpPr>
          <p:cNvPr id="79" name="Block Arc 31">
            <a:extLst>
              <a:ext uri="{FF2B5EF4-FFF2-40B4-BE49-F238E27FC236}">
                <a16:creationId xmlns:a16="http://schemas.microsoft.com/office/drawing/2014/main" id="{0915B810-1F0D-798F-6E9A-BFDCC71A2A1B}"/>
              </a:ext>
            </a:extLst>
          </p:cNvPr>
          <p:cNvSpPr/>
          <p:nvPr/>
        </p:nvSpPr>
        <p:spPr>
          <a:xfrm>
            <a:off x="4774817" y="4297493"/>
            <a:ext cx="577441" cy="639401"/>
          </a:xfrm>
          <a:custGeom>
            <a:avLst/>
            <a:gdLst/>
            <a:ahLst/>
            <a:cxnLst/>
            <a:rect l="l" t="t" r="r" b="b"/>
            <a:pathLst>
              <a:path w="2890784" h="3200962">
                <a:moveTo>
                  <a:pt x="1107828" y="2097026"/>
                </a:moveTo>
                <a:cubicBezTo>
                  <a:pt x="1025313" y="2097026"/>
                  <a:pt x="958422" y="2163918"/>
                  <a:pt x="958422" y="2246432"/>
                </a:cubicBezTo>
                <a:cubicBezTo>
                  <a:pt x="958422" y="2302715"/>
                  <a:pt x="989545" y="2351730"/>
                  <a:pt x="1036589" y="2375275"/>
                </a:cubicBezTo>
                <a:lnTo>
                  <a:pt x="985421" y="2684898"/>
                </a:lnTo>
                <a:lnTo>
                  <a:pt x="1230235" y="2684898"/>
                </a:lnTo>
                <a:lnTo>
                  <a:pt x="1179067" y="2375275"/>
                </a:lnTo>
                <a:cubicBezTo>
                  <a:pt x="1226111" y="2351730"/>
                  <a:pt x="1257233" y="2302715"/>
                  <a:pt x="1257233" y="2246432"/>
                </a:cubicBezTo>
                <a:cubicBezTo>
                  <a:pt x="1257233" y="2163918"/>
                  <a:pt x="1190342" y="2097026"/>
                  <a:pt x="1107828" y="2097026"/>
                </a:cubicBezTo>
                <a:close/>
                <a:moveTo>
                  <a:pt x="2199259" y="56"/>
                </a:moveTo>
                <a:cubicBezTo>
                  <a:pt x="2572924" y="-4720"/>
                  <a:pt x="2881009" y="291773"/>
                  <a:pt x="2890561" y="665346"/>
                </a:cubicBezTo>
                <a:lnTo>
                  <a:pt x="2843000" y="666562"/>
                </a:lnTo>
                <a:lnTo>
                  <a:pt x="2890784" y="666562"/>
                </a:lnTo>
                <a:lnTo>
                  <a:pt x="2890784" y="1580962"/>
                </a:lnTo>
                <a:lnTo>
                  <a:pt x="2625345" y="1580962"/>
                </a:lnTo>
                <a:lnTo>
                  <a:pt x="2625345" y="672127"/>
                </a:lnTo>
                <a:lnTo>
                  <a:pt x="2623811" y="672166"/>
                </a:lnTo>
                <a:cubicBezTo>
                  <a:pt x="2617992" y="444585"/>
                  <a:pt x="2430306" y="263961"/>
                  <a:pt x="2202670" y="266871"/>
                </a:cubicBezTo>
                <a:cubicBezTo>
                  <a:pt x="1975033" y="269781"/>
                  <a:pt x="1792025" y="455143"/>
                  <a:pt x="1792025" y="682798"/>
                </a:cubicBezTo>
                <a:lnTo>
                  <a:pt x="1790626" y="682798"/>
                </a:lnTo>
                <a:lnTo>
                  <a:pt x="1790626"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1525187" y="1580962"/>
                </a:lnTo>
                <a:lnTo>
                  <a:pt x="1525187" y="676764"/>
                </a:lnTo>
                <a:lnTo>
                  <a:pt x="1525791" y="676764"/>
                </a:lnTo>
                <a:cubicBezTo>
                  <a:pt x="1528430" y="305830"/>
                  <a:pt x="1827609" y="4806"/>
                  <a:pt x="2199259" y="56"/>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1" name="TextBox 80">
            <a:extLst>
              <a:ext uri="{FF2B5EF4-FFF2-40B4-BE49-F238E27FC236}">
                <a16:creationId xmlns:a16="http://schemas.microsoft.com/office/drawing/2014/main" id="{D5B12EC8-C0CF-ADE8-C5CA-1EA55A9FE307}"/>
              </a:ext>
            </a:extLst>
          </p:cNvPr>
          <p:cNvSpPr txBox="1"/>
          <p:nvPr/>
        </p:nvSpPr>
        <p:spPr>
          <a:xfrm>
            <a:off x="1470515" y="5315549"/>
            <a:ext cx="1309565" cy="461665"/>
          </a:xfrm>
          <a:prstGeom prst="rect">
            <a:avLst/>
          </a:prstGeom>
          <a:noFill/>
        </p:spPr>
        <p:txBody>
          <a:bodyPr wrap="square">
            <a:spAutoFit/>
          </a:bodyPr>
          <a:lstStyle/>
          <a:p>
            <a:r>
              <a:rPr lang="en-US" sz="2400" dirty="0">
                <a:solidFill>
                  <a:schemeClr val="accent1"/>
                </a:solidFill>
              </a:rPr>
              <a:t>Quality</a:t>
            </a:r>
          </a:p>
        </p:txBody>
      </p:sp>
      <p:sp>
        <p:nvSpPr>
          <p:cNvPr id="83" name="TextBox 82">
            <a:extLst>
              <a:ext uri="{FF2B5EF4-FFF2-40B4-BE49-F238E27FC236}">
                <a16:creationId xmlns:a16="http://schemas.microsoft.com/office/drawing/2014/main" id="{8D41D796-9734-D4FB-D692-6C49A85AFE98}"/>
              </a:ext>
            </a:extLst>
          </p:cNvPr>
          <p:cNvSpPr txBox="1"/>
          <p:nvPr/>
        </p:nvSpPr>
        <p:spPr>
          <a:xfrm>
            <a:off x="1086747" y="3267767"/>
            <a:ext cx="1643574" cy="461665"/>
          </a:xfrm>
          <a:prstGeom prst="rect">
            <a:avLst/>
          </a:prstGeom>
          <a:noFill/>
        </p:spPr>
        <p:txBody>
          <a:bodyPr wrap="square">
            <a:spAutoFit/>
          </a:bodyPr>
          <a:lstStyle/>
          <a:p>
            <a:r>
              <a:rPr lang="en-US" sz="2400" dirty="0">
                <a:solidFill>
                  <a:schemeClr val="accent2"/>
                </a:solidFill>
              </a:rPr>
              <a:t>Feasibility</a:t>
            </a:r>
          </a:p>
        </p:txBody>
      </p:sp>
      <p:sp>
        <p:nvSpPr>
          <p:cNvPr id="85" name="TextBox 84">
            <a:extLst>
              <a:ext uri="{FF2B5EF4-FFF2-40B4-BE49-F238E27FC236}">
                <a16:creationId xmlns:a16="http://schemas.microsoft.com/office/drawing/2014/main" id="{4577F9B6-29E2-59FA-5ADA-28D8E50AF474}"/>
              </a:ext>
            </a:extLst>
          </p:cNvPr>
          <p:cNvSpPr txBox="1"/>
          <p:nvPr/>
        </p:nvSpPr>
        <p:spPr>
          <a:xfrm>
            <a:off x="7477233" y="3278253"/>
            <a:ext cx="4095285" cy="461665"/>
          </a:xfrm>
          <a:prstGeom prst="rect">
            <a:avLst/>
          </a:prstGeom>
          <a:noFill/>
        </p:spPr>
        <p:txBody>
          <a:bodyPr wrap="square">
            <a:spAutoFit/>
          </a:bodyPr>
          <a:lstStyle/>
          <a:p>
            <a:r>
              <a:rPr lang="en-US" sz="2400" dirty="0">
                <a:solidFill>
                  <a:schemeClr val="accent3"/>
                </a:solidFill>
              </a:rPr>
              <a:t>User Engagement</a:t>
            </a:r>
          </a:p>
        </p:txBody>
      </p:sp>
      <p:sp>
        <p:nvSpPr>
          <p:cNvPr id="87" name="TextBox 86">
            <a:extLst>
              <a:ext uri="{FF2B5EF4-FFF2-40B4-BE49-F238E27FC236}">
                <a16:creationId xmlns:a16="http://schemas.microsoft.com/office/drawing/2014/main" id="{760829BB-2F3B-1B64-8E89-D1CDD96093F1}"/>
              </a:ext>
            </a:extLst>
          </p:cNvPr>
          <p:cNvSpPr txBox="1"/>
          <p:nvPr/>
        </p:nvSpPr>
        <p:spPr>
          <a:xfrm>
            <a:off x="7433826" y="5315395"/>
            <a:ext cx="1802828" cy="477054"/>
          </a:xfrm>
          <a:prstGeom prst="rect">
            <a:avLst/>
          </a:prstGeom>
          <a:noFill/>
        </p:spPr>
        <p:txBody>
          <a:bodyPr wrap="square">
            <a:spAutoFit/>
          </a:bodyPr>
          <a:lstStyle/>
          <a:p>
            <a:r>
              <a:rPr lang="en-US" sz="2400" dirty="0">
                <a:solidFill>
                  <a:schemeClr val="accent4"/>
                </a:solidFill>
              </a:rPr>
              <a:t>Ubiquitous </a:t>
            </a:r>
          </a:p>
        </p:txBody>
      </p:sp>
    </p:spTree>
    <p:extLst>
      <p:ext uri="{BB962C8B-B14F-4D97-AF65-F5344CB8AC3E}">
        <p14:creationId xmlns:p14="http://schemas.microsoft.com/office/powerpoint/2010/main" val="3508287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768300" y="5988888"/>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751300" y="6151783"/>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9159707" y="5941545"/>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F8D02F9D-ABE6-22FC-5B42-B580EC5FB763}"/>
              </a:ext>
            </a:extLst>
          </p:cNvPr>
          <p:cNvSpPr txBox="1"/>
          <p:nvPr/>
        </p:nvSpPr>
        <p:spPr>
          <a:xfrm>
            <a:off x="12855559" y="-777195"/>
            <a:ext cx="7543213" cy="3293209"/>
          </a:xfrm>
          <a:prstGeom prst="rect">
            <a:avLst/>
          </a:prstGeom>
          <a:noFill/>
        </p:spPr>
        <p:txBody>
          <a:bodyPr wrap="square">
            <a:spAutoFit/>
          </a:bodyPr>
          <a:lstStyle/>
          <a:p>
            <a:pPr marL="285750" indent="-285750" algn="just">
              <a:buClr>
                <a:schemeClr val="accent4"/>
              </a:buClr>
              <a:buSzPct val="100000"/>
              <a:buFont typeface="Wingdings" panose="05000000000000000000" pitchFamily="2" charset="2"/>
              <a:buChar char="ü"/>
            </a:pPr>
            <a:r>
              <a:rPr lang="en-US" sz="2600" dirty="0">
                <a:solidFill>
                  <a:schemeClr val="bg1"/>
                </a:solidFill>
              </a:rPr>
              <a:t>Blue is the color that is widely accepted by both men and women.</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 Hence, taking the monochromatic combination of Grayish-blue, Occur-yellow, and White.</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This color combination gives the website a modern, polished appearance.</a:t>
            </a:r>
          </a:p>
        </p:txBody>
      </p:sp>
      <p:sp>
        <p:nvSpPr>
          <p:cNvPr id="37" name="TextBox 36">
            <a:extLst>
              <a:ext uri="{FF2B5EF4-FFF2-40B4-BE49-F238E27FC236}">
                <a16:creationId xmlns:a16="http://schemas.microsoft.com/office/drawing/2014/main" id="{2F9D1CF1-9546-7497-CCFA-1E506334B2C9}"/>
              </a:ext>
            </a:extLst>
          </p:cNvPr>
          <p:cNvSpPr txBox="1"/>
          <p:nvPr/>
        </p:nvSpPr>
        <p:spPr>
          <a:xfrm>
            <a:off x="869119" y="1139054"/>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Feasible Maneuver</a:t>
            </a:r>
          </a:p>
        </p:txBody>
      </p:sp>
      <p:grpSp>
        <p:nvGrpSpPr>
          <p:cNvPr id="21" name="Group 20">
            <a:extLst>
              <a:ext uri="{FF2B5EF4-FFF2-40B4-BE49-F238E27FC236}">
                <a16:creationId xmlns:a16="http://schemas.microsoft.com/office/drawing/2014/main" id="{700ED8CF-A37E-D6CC-01CD-ED3750527601}"/>
              </a:ext>
            </a:extLst>
          </p:cNvPr>
          <p:cNvGrpSpPr/>
          <p:nvPr/>
        </p:nvGrpSpPr>
        <p:grpSpPr>
          <a:xfrm>
            <a:off x="3241191" y="7014464"/>
            <a:ext cx="4740611" cy="3054460"/>
            <a:chOff x="2625429" y="1951103"/>
            <a:chExt cx="3880811" cy="2500475"/>
          </a:xfrm>
        </p:grpSpPr>
        <p:sp>
          <p:nvSpPr>
            <p:cNvPr id="52" name="Trapezoid 4">
              <a:extLst>
                <a:ext uri="{FF2B5EF4-FFF2-40B4-BE49-F238E27FC236}">
                  <a16:creationId xmlns:a16="http://schemas.microsoft.com/office/drawing/2014/main" id="{166FBEB3-0969-3746-BF07-54D19752FF58}"/>
                </a:ext>
              </a:extLst>
            </p:cNvPr>
            <p:cNvSpPr/>
            <p:nvPr/>
          </p:nvSpPr>
          <p:spPr>
            <a:xfrm>
              <a:off x="4028512" y="2438234"/>
              <a:ext cx="1080120" cy="2013344"/>
            </a:xfrm>
            <a:custGeom>
              <a:avLst/>
              <a:gdLst/>
              <a:ahLst/>
              <a:cxnLst/>
              <a:rect l="l" t="t" r="r" b="b"/>
              <a:pathLst>
                <a:path w="1080120" h="2013344">
                  <a:moveTo>
                    <a:pt x="540060" y="0"/>
                  </a:moveTo>
                  <a:cubicBezTo>
                    <a:pt x="838327" y="0"/>
                    <a:pt x="1080120" y="241793"/>
                    <a:pt x="1080120" y="540060"/>
                  </a:cubicBezTo>
                  <a:cubicBezTo>
                    <a:pt x="1080120" y="749650"/>
                    <a:pt x="960728" y="931355"/>
                    <a:pt x="785154" y="1018748"/>
                  </a:cubicBezTo>
                  <a:lnTo>
                    <a:pt x="972108" y="2013344"/>
                  </a:lnTo>
                  <a:lnTo>
                    <a:pt x="108012" y="2013344"/>
                  </a:lnTo>
                  <a:lnTo>
                    <a:pt x="294966" y="1018748"/>
                  </a:lnTo>
                  <a:cubicBezTo>
                    <a:pt x="119392" y="931355"/>
                    <a:pt x="0" y="749650"/>
                    <a:pt x="0" y="540060"/>
                  </a:cubicBezTo>
                  <a:cubicBezTo>
                    <a:pt x="0" y="241793"/>
                    <a:pt x="241793" y="0"/>
                    <a:pt x="540060" y="0"/>
                  </a:cubicBezTo>
                  <a:close/>
                </a:path>
              </a:pathLst>
            </a:custGeom>
            <a:solidFill>
              <a:schemeClr val="bg1"/>
            </a:solidFill>
            <a:ln>
              <a:noFill/>
            </a:ln>
            <a:effectLst>
              <a:innerShdw blurRad="63500" dist="101600" dir="135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4" name="Oval 5">
              <a:extLst>
                <a:ext uri="{FF2B5EF4-FFF2-40B4-BE49-F238E27FC236}">
                  <a16:creationId xmlns:a16="http://schemas.microsoft.com/office/drawing/2014/main" id="{483DCB42-E0E7-E447-2F7C-94873212FFB8}"/>
                </a:ext>
              </a:extLst>
            </p:cNvPr>
            <p:cNvSpPr/>
            <p:nvPr/>
          </p:nvSpPr>
          <p:spPr>
            <a:xfrm rot="20055640" flipH="1">
              <a:off x="5073700" y="200049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1" name="Oval 5">
              <a:extLst>
                <a:ext uri="{FF2B5EF4-FFF2-40B4-BE49-F238E27FC236}">
                  <a16:creationId xmlns:a16="http://schemas.microsoft.com/office/drawing/2014/main" id="{18ABF332-FDEC-620C-EE86-FCF1FB3F0D94}"/>
                </a:ext>
              </a:extLst>
            </p:cNvPr>
            <p:cNvSpPr/>
            <p:nvPr/>
          </p:nvSpPr>
          <p:spPr>
            <a:xfrm rot="1544360">
              <a:off x="2637759" y="200049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2" name="Oval 5">
              <a:extLst>
                <a:ext uri="{FF2B5EF4-FFF2-40B4-BE49-F238E27FC236}">
                  <a16:creationId xmlns:a16="http://schemas.microsoft.com/office/drawing/2014/main" id="{E3365617-66A8-A506-2741-46DFEC03EF3E}"/>
                </a:ext>
              </a:extLst>
            </p:cNvPr>
            <p:cNvSpPr/>
            <p:nvPr/>
          </p:nvSpPr>
          <p:spPr>
            <a:xfrm rot="1544360" flipH="1" flipV="1">
              <a:off x="5061370" y="334536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3" name="Oval 5">
              <a:extLst>
                <a:ext uri="{FF2B5EF4-FFF2-40B4-BE49-F238E27FC236}">
                  <a16:creationId xmlns:a16="http://schemas.microsoft.com/office/drawing/2014/main" id="{B6F65A29-C3A8-D732-3FD2-050D692DF86F}"/>
                </a:ext>
              </a:extLst>
            </p:cNvPr>
            <p:cNvSpPr/>
            <p:nvPr/>
          </p:nvSpPr>
          <p:spPr>
            <a:xfrm rot="20055640" flipV="1">
              <a:off x="2625429" y="335298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4" name="TextBox 73">
              <a:extLst>
                <a:ext uri="{FF2B5EF4-FFF2-40B4-BE49-F238E27FC236}">
                  <a16:creationId xmlns:a16="http://schemas.microsoft.com/office/drawing/2014/main" id="{9276055E-4850-5FB2-47D0-029A9BF36B73}"/>
                </a:ext>
              </a:extLst>
            </p:cNvPr>
            <p:cNvSpPr txBox="1"/>
            <p:nvPr/>
          </p:nvSpPr>
          <p:spPr>
            <a:xfrm>
              <a:off x="2724129" y="195110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01</a:t>
              </a:r>
              <a:endParaRPr lang="ko-KR" altLang="en-US" sz="2800" b="1" dirty="0">
                <a:solidFill>
                  <a:schemeClr val="bg1"/>
                </a:solidFill>
                <a:cs typeface="Arial" pitchFamily="34" charset="0"/>
              </a:endParaRPr>
            </a:p>
          </p:txBody>
        </p:sp>
        <p:sp>
          <p:nvSpPr>
            <p:cNvPr id="75" name="TextBox 74">
              <a:extLst>
                <a:ext uri="{FF2B5EF4-FFF2-40B4-BE49-F238E27FC236}">
                  <a16:creationId xmlns:a16="http://schemas.microsoft.com/office/drawing/2014/main" id="{F54DE0AA-6309-587A-93D5-3DA4CA769152}"/>
                </a:ext>
              </a:extLst>
            </p:cNvPr>
            <p:cNvSpPr txBox="1"/>
            <p:nvPr/>
          </p:nvSpPr>
          <p:spPr>
            <a:xfrm>
              <a:off x="5868144" y="195110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02</a:t>
              </a:r>
              <a:endParaRPr lang="ko-KR" altLang="en-US" sz="2800" b="1" dirty="0">
                <a:solidFill>
                  <a:schemeClr val="bg1"/>
                </a:solidFill>
                <a:cs typeface="Arial" pitchFamily="34" charset="0"/>
              </a:endParaRPr>
            </a:p>
          </p:txBody>
        </p:sp>
        <p:sp>
          <p:nvSpPr>
            <p:cNvPr id="76" name="TextBox 75">
              <a:extLst>
                <a:ext uri="{FF2B5EF4-FFF2-40B4-BE49-F238E27FC236}">
                  <a16:creationId xmlns:a16="http://schemas.microsoft.com/office/drawing/2014/main" id="{DEDAEF32-F537-930B-033D-06D2F5CD4FCD}"/>
                </a:ext>
              </a:extLst>
            </p:cNvPr>
            <p:cNvSpPr txBox="1"/>
            <p:nvPr/>
          </p:nvSpPr>
          <p:spPr>
            <a:xfrm>
              <a:off x="5860524" y="363463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03</a:t>
              </a:r>
              <a:endParaRPr lang="ko-KR" altLang="en-US" sz="2800" b="1" dirty="0">
                <a:solidFill>
                  <a:schemeClr val="bg1"/>
                </a:solidFill>
                <a:cs typeface="Arial" pitchFamily="34" charset="0"/>
              </a:endParaRPr>
            </a:p>
          </p:txBody>
        </p:sp>
        <p:sp>
          <p:nvSpPr>
            <p:cNvPr id="77" name="TextBox 76">
              <a:extLst>
                <a:ext uri="{FF2B5EF4-FFF2-40B4-BE49-F238E27FC236}">
                  <a16:creationId xmlns:a16="http://schemas.microsoft.com/office/drawing/2014/main" id="{D67ACA89-C58B-D762-7A64-EE2F2A7750D3}"/>
                </a:ext>
              </a:extLst>
            </p:cNvPr>
            <p:cNvSpPr txBox="1"/>
            <p:nvPr/>
          </p:nvSpPr>
          <p:spPr>
            <a:xfrm>
              <a:off x="2707412" y="3640227"/>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04</a:t>
              </a:r>
              <a:endParaRPr lang="ko-KR" altLang="en-US" sz="2800" b="1" dirty="0">
                <a:solidFill>
                  <a:schemeClr val="bg1"/>
                </a:solidFill>
                <a:cs typeface="Arial" pitchFamily="34" charset="0"/>
              </a:endParaRPr>
            </a:p>
          </p:txBody>
        </p:sp>
      </p:grpSp>
      <p:sp>
        <p:nvSpPr>
          <p:cNvPr id="81" name="TextBox 80">
            <a:extLst>
              <a:ext uri="{FF2B5EF4-FFF2-40B4-BE49-F238E27FC236}">
                <a16:creationId xmlns:a16="http://schemas.microsoft.com/office/drawing/2014/main" id="{D5B12EC8-C0CF-ADE8-C5CA-1EA55A9FE307}"/>
              </a:ext>
            </a:extLst>
          </p:cNvPr>
          <p:cNvSpPr txBox="1"/>
          <p:nvPr/>
        </p:nvSpPr>
        <p:spPr>
          <a:xfrm>
            <a:off x="13552812" y="537241"/>
            <a:ext cx="1309565" cy="461665"/>
          </a:xfrm>
          <a:prstGeom prst="rect">
            <a:avLst/>
          </a:prstGeom>
          <a:noFill/>
        </p:spPr>
        <p:txBody>
          <a:bodyPr wrap="square">
            <a:spAutoFit/>
          </a:bodyPr>
          <a:lstStyle/>
          <a:p>
            <a:r>
              <a:rPr lang="en-US" sz="2400" dirty="0">
                <a:solidFill>
                  <a:schemeClr val="accent1"/>
                </a:solidFill>
              </a:rPr>
              <a:t>Quality</a:t>
            </a:r>
          </a:p>
        </p:txBody>
      </p:sp>
      <p:sp>
        <p:nvSpPr>
          <p:cNvPr id="83" name="TextBox 82">
            <a:extLst>
              <a:ext uri="{FF2B5EF4-FFF2-40B4-BE49-F238E27FC236}">
                <a16:creationId xmlns:a16="http://schemas.microsoft.com/office/drawing/2014/main" id="{8D41D796-9734-D4FB-D692-6C49A85AFE98}"/>
              </a:ext>
            </a:extLst>
          </p:cNvPr>
          <p:cNvSpPr txBox="1"/>
          <p:nvPr/>
        </p:nvSpPr>
        <p:spPr>
          <a:xfrm>
            <a:off x="12348385" y="7364632"/>
            <a:ext cx="1643574" cy="461665"/>
          </a:xfrm>
          <a:prstGeom prst="rect">
            <a:avLst/>
          </a:prstGeom>
          <a:noFill/>
        </p:spPr>
        <p:txBody>
          <a:bodyPr wrap="square">
            <a:spAutoFit/>
          </a:bodyPr>
          <a:lstStyle/>
          <a:p>
            <a:r>
              <a:rPr lang="en-US" sz="2400" dirty="0">
                <a:solidFill>
                  <a:schemeClr val="accent2"/>
                </a:solidFill>
              </a:rPr>
              <a:t>Feasibility</a:t>
            </a:r>
          </a:p>
        </p:txBody>
      </p:sp>
      <p:sp>
        <p:nvSpPr>
          <p:cNvPr id="85" name="TextBox 84">
            <a:extLst>
              <a:ext uri="{FF2B5EF4-FFF2-40B4-BE49-F238E27FC236}">
                <a16:creationId xmlns:a16="http://schemas.microsoft.com/office/drawing/2014/main" id="{4577F9B6-29E2-59FA-5ADA-28D8E50AF474}"/>
              </a:ext>
            </a:extLst>
          </p:cNvPr>
          <p:cNvSpPr txBox="1"/>
          <p:nvPr/>
        </p:nvSpPr>
        <p:spPr>
          <a:xfrm>
            <a:off x="-2573139" y="-311988"/>
            <a:ext cx="4095285" cy="461665"/>
          </a:xfrm>
          <a:prstGeom prst="rect">
            <a:avLst/>
          </a:prstGeom>
          <a:noFill/>
        </p:spPr>
        <p:txBody>
          <a:bodyPr wrap="square">
            <a:spAutoFit/>
          </a:bodyPr>
          <a:lstStyle/>
          <a:p>
            <a:r>
              <a:rPr lang="en-US" sz="2400" dirty="0">
                <a:solidFill>
                  <a:schemeClr val="accent3"/>
                </a:solidFill>
              </a:rPr>
              <a:t>User Engagement</a:t>
            </a:r>
          </a:p>
        </p:txBody>
      </p:sp>
      <p:sp>
        <p:nvSpPr>
          <p:cNvPr id="87" name="TextBox 86">
            <a:extLst>
              <a:ext uri="{FF2B5EF4-FFF2-40B4-BE49-F238E27FC236}">
                <a16:creationId xmlns:a16="http://schemas.microsoft.com/office/drawing/2014/main" id="{760829BB-2F3B-1B64-8E89-D1CDD96093F1}"/>
              </a:ext>
            </a:extLst>
          </p:cNvPr>
          <p:cNvSpPr txBox="1"/>
          <p:nvPr/>
        </p:nvSpPr>
        <p:spPr>
          <a:xfrm>
            <a:off x="-2446543" y="2896598"/>
            <a:ext cx="1802828" cy="477054"/>
          </a:xfrm>
          <a:prstGeom prst="rect">
            <a:avLst/>
          </a:prstGeom>
          <a:noFill/>
        </p:spPr>
        <p:txBody>
          <a:bodyPr wrap="square">
            <a:spAutoFit/>
          </a:bodyPr>
          <a:lstStyle/>
          <a:p>
            <a:r>
              <a:rPr lang="en-US" sz="2400" dirty="0">
                <a:solidFill>
                  <a:schemeClr val="accent4"/>
                </a:solidFill>
              </a:rPr>
              <a:t>Ubiquitous </a:t>
            </a:r>
          </a:p>
        </p:txBody>
      </p:sp>
      <p:pic>
        <p:nvPicPr>
          <p:cNvPr id="80" name="Picture 79">
            <a:extLst>
              <a:ext uri="{FF2B5EF4-FFF2-40B4-BE49-F238E27FC236}">
                <a16:creationId xmlns:a16="http://schemas.microsoft.com/office/drawing/2014/main" id="{AE5D1945-9002-50D4-D4D4-B99CC1BF0356}"/>
              </a:ext>
            </a:extLst>
          </p:cNvPr>
          <p:cNvPicPr>
            <a:picLocks noChangeAspect="1"/>
          </p:cNvPicPr>
          <p:nvPr/>
        </p:nvPicPr>
        <p:blipFill>
          <a:blip r:embed="rId4"/>
          <a:stretch>
            <a:fillRect/>
          </a:stretch>
        </p:blipFill>
        <p:spPr>
          <a:xfrm>
            <a:off x="1026126" y="1766411"/>
            <a:ext cx="9963633" cy="4602731"/>
          </a:xfrm>
          <a:prstGeom prst="rect">
            <a:avLst/>
          </a:prstGeom>
        </p:spPr>
      </p:pic>
      <p:pic>
        <p:nvPicPr>
          <p:cNvPr id="82" name="Graphic 81" descr="Cursor with solid fill">
            <a:extLst>
              <a:ext uri="{FF2B5EF4-FFF2-40B4-BE49-F238E27FC236}">
                <a16:creationId xmlns:a16="http://schemas.microsoft.com/office/drawing/2014/main" id="{FAEFF830-A72C-80F7-2C3F-D575C4DC09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4569924">
            <a:off x="-40837" y="3302237"/>
            <a:ext cx="535454" cy="535454"/>
          </a:xfrm>
          <a:prstGeom prst="rect">
            <a:avLst/>
          </a:prstGeom>
        </p:spPr>
      </p:pic>
    </p:spTree>
    <p:extLst>
      <p:ext uri="{BB962C8B-B14F-4D97-AF65-F5344CB8AC3E}">
        <p14:creationId xmlns:p14="http://schemas.microsoft.com/office/powerpoint/2010/main" val="2462399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768300" y="5988888"/>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751300" y="6151783"/>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9159707" y="5941545"/>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F8D02F9D-ABE6-22FC-5B42-B580EC5FB763}"/>
              </a:ext>
            </a:extLst>
          </p:cNvPr>
          <p:cNvSpPr txBox="1"/>
          <p:nvPr/>
        </p:nvSpPr>
        <p:spPr>
          <a:xfrm>
            <a:off x="12855559" y="-777195"/>
            <a:ext cx="7543213" cy="3293209"/>
          </a:xfrm>
          <a:prstGeom prst="rect">
            <a:avLst/>
          </a:prstGeom>
          <a:noFill/>
        </p:spPr>
        <p:txBody>
          <a:bodyPr wrap="square">
            <a:spAutoFit/>
          </a:bodyPr>
          <a:lstStyle/>
          <a:p>
            <a:pPr marL="285750" indent="-285750" algn="just">
              <a:buClr>
                <a:schemeClr val="accent4"/>
              </a:buClr>
              <a:buSzPct val="100000"/>
              <a:buFont typeface="Wingdings" panose="05000000000000000000" pitchFamily="2" charset="2"/>
              <a:buChar char="ü"/>
            </a:pPr>
            <a:r>
              <a:rPr lang="en-US" sz="2600" dirty="0">
                <a:solidFill>
                  <a:schemeClr val="bg1"/>
                </a:solidFill>
              </a:rPr>
              <a:t>Blue is the color that is widely accepted by both men and women.</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 Hence, taking the monochromatic combination of Grayish-blue, Occur-yellow, and White.</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This color combination gives the website a modern, polished appearance.</a:t>
            </a:r>
          </a:p>
        </p:txBody>
      </p:sp>
      <p:sp>
        <p:nvSpPr>
          <p:cNvPr id="37" name="TextBox 36">
            <a:extLst>
              <a:ext uri="{FF2B5EF4-FFF2-40B4-BE49-F238E27FC236}">
                <a16:creationId xmlns:a16="http://schemas.microsoft.com/office/drawing/2014/main" id="{2F9D1CF1-9546-7497-CCFA-1E506334B2C9}"/>
              </a:ext>
            </a:extLst>
          </p:cNvPr>
          <p:cNvSpPr txBox="1"/>
          <p:nvPr/>
        </p:nvSpPr>
        <p:spPr>
          <a:xfrm>
            <a:off x="869119" y="1139054"/>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Feasible Maneuver</a:t>
            </a:r>
          </a:p>
        </p:txBody>
      </p:sp>
      <p:grpSp>
        <p:nvGrpSpPr>
          <p:cNvPr id="21" name="Group 20">
            <a:extLst>
              <a:ext uri="{FF2B5EF4-FFF2-40B4-BE49-F238E27FC236}">
                <a16:creationId xmlns:a16="http://schemas.microsoft.com/office/drawing/2014/main" id="{700ED8CF-A37E-D6CC-01CD-ED3750527601}"/>
              </a:ext>
            </a:extLst>
          </p:cNvPr>
          <p:cNvGrpSpPr/>
          <p:nvPr/>
        </p:nvGrpSpPr>
        <p:grpSpPr>
          <a:xfrm>
            <a:off x="3241191" y="7014464"/>
            <a:ext cx="4740611" cy="3054460"/>
            <a:chOff x="2625429" y="1951103"/>
            <a:chExt cx="3880811" cy="2500475"/>
          </a:xfrm>
        </p:grpSpPr>
        <p:sp>
          <p:nvSpPr>
            <p:cNvPr id="52" name="Trapezoid 4">
              <a:extLst>
                <a:ext uri="{FF2B5EF4-FFF2-40B4-BE49-F238E27FC236}">
                  <a16:creationId xmlns:a16="http://schemas.microsoft.com/office/drawing/2014/main" id="{166FBEB3-0969-3746-BF07-54D19752FF58}"/>
                </a:ext>
              </a:extLst>
            </p:cNvPr>
            <p:cNvSpPr/>
            <p:nvPr/>
          </p:nvSpPr>
          <p:spPr>
            <a:xfrm>
              <a:off x="4028512" y="2438234"/>
              <a:ext cx="1080120" cy="2013344"/>
            </a:xfrm>
            <a:custGeom>
              <a:avLst/>
              <a:gdLst/>
              <a:ahLst/>
              <a:cxnLst/>
              <a:rect l="l" t="t" r="r" b="b"/>
              <a:pathLst>
                <a:path w="1080120" h="2013344">
                  <a:moveTo>
                    <a:pt x="540060" y="0"/>
                  </a:moveTo>
                  <a:cubicBezTo>
                    <a:pt x="838327" y="0"/>
                    <a:pt x="1080120" y="241793"/>
                    <a:pt x="1080120" y="540060"/>
                  </a:cubicBezTo>
                  <a:cubicBezTo>
                    <a:pt x="1080120" y="749650"/>
                    <a:pt x="960728" y="931355"/>
                    <a:pt x="785154" y="1018748"/>
                  </a:cubicBezTo>
                  <a:lnTo>
                    <a:pt x="972108" y="2013344"/>
                  </a:lnTo>
                  <a:lnTo>
                    <a:pt x="108012" y="2013344"/>
                  </a:lnTo>
                  <a:lnTo>
                    <a:pt x="294966" y="1018748"/>
                  </a:lnTo>
                  <a:cubicBezTo>
                    <a:pt x="119392" y="931355"/>
                    <a:pt x="0" y="749650"/>
                    <a:pt x="0" y="540060"/>
                  </a:cubicBezTo>
                  <a:cubicBezTo>
                    <a:pt x="0" y="241793"/>
                    <a:pt x="241793" y="0"/>
                    <a:pt x="540060" y="0"/>
                  </a:cubicBezTo>
                  <a:close/>
                </a:path>
              </a:pathLst>
            </a:custGeom>
            <a:solidFill>
              <a:schemeClr val="bg1"/>
            </a:solidFill>
            <a:ln>
              <a:noFill/>
            </a:ln>
            <a:effectLst>
              <a:innerShdw blurRad="63500" dist="101600" dir="135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4" name="Oval 5">
              <a:extLst>
                <a:ext uri="{FF2B5EF4-FFF2-40B4-BE49-F238E27FC236}">
                  <a16:creationId xmlns:a16="http://schemas.microsoft.com/office/drawing/2014/main" id="{483DCB42-E0E7-E447-2F7C-94873212FFB8}"/>
                </a:ext>
              </a:extLst>
            </p:cNvPr>
            <p:cNvSpPr/>
            <p:nvPr/>
          </p:nvSpPr>
          <p:spPr>
            <a:xfrm rot="20055640" flipH="1">
              <a:off x="5073700" y="200049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1" name="Oval 5">
              <a:extLst>
                <a:ext uri="{FF2B5EF4-FFF2-40B4-BE49-F238E27FC236}">
                  <a16:creationId xmlns:a16="http://schemas.microsoft.com/office/drawing/2014/main" id="{18ABF332-FDEC-620C-EE86-FCF1FB3F0D94}"/>
                </a:ext>
              </a:extLst>
            </p:cNvPr>
            <p:cNvSpPr/>
            <p:nvPr/>
          </p:nvSpPr>
          <p:spPr>
            <a:xfrm rot="1544360">
              <a:off x="2637759" y="200049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2" name="Oval 5">
              <a:extLst>
                <a:ext uri="{FF2B5EF4-FFF2-40B4-BE49-F238E27FC236}">
                  <a16:creationId xmlns:a16="http://schemas.microsoft.com/office/drawing/2014/main" id="{E3365617-66A8-A506-2741-46DFEC03EF3E}"/>
                </a:ext>
              </a:extLst>
            </p:cNvPr>
            <p:cNvSpPr/>
            <p:nvPr/>
          </p:nvSpPr>
          <p:spPr>
            <a:xfrm rot="1544360" flipH="1" flipV="1">
              <a:off x="5061370" y="334536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3" name="Oval 5">
              <a:extLst>
                <a:ext uri="{FF2B5EF4-FFF2-40B4-BE49-F238E27FC236}">
                  <a16:creationId xmlns:a16="http://schemas.microsoft.com/office/drawing/2014/main" id="{B6F65A29-C3A8-D732-3FD2-050D692DF86F}"/>
                </a:ext>
              </a:extLst>
            </p:cNvPr>
            <p:cNvSpPr/>
            <p:nvPr/>
          </p:nvSpPr>
          <p:spPr>
            <a:xfrm rot="20055640" flipV="1">
              <a:off x="2625429" y="335298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4" name="TextBox 73">
              <a:extLst>
                <a:ext uri="{FF2B5EF4-FFF2-40B4-BE49-F238E27FC236}">
                  <a16:creationId xmlns:a16="http://schemas.microsoft.com/office/drawing/2014/main" id="{9276055E-4850-5FB2-47D0-029A9BF36B73}"/>
                </a:ext>
              </a:extLst>
            </p:cNvPr>
            <p:cNvSpPr txBox="1"/>
            <p:nvPr/>
          </p:nvSpPr>
          <p:spPr>
            <a:xfrm>
              <a:off x="2724129" y="195110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01</a:t>
              </a:r>
              <a:endParaRPr lang="ko-KR" altLang="en-US" sz="2800" b="1" dirty="0">
                <a:solidFill>
                  <a:schemeClr val="bg1"/>
                </a:solidFill>
                <a:cs typeface="Arial" pitchFamily="34" charset="0"/>
              </a:endParaRPr>
            </a:p>
          </p:txBody>
        </p:sp>
        <p:sp>
          <p:nvSpPr>
            <p:cNvPr id="75" name="TextBox 74">
              <a:extLst>
                <a:ext uri="{FF2B5EF4-FFF2-40B4-BE49-F238E27FC236}">
                  <a16:creationId xmlns:a16="http://schemas.microsoft.com/office/drawing/2014/main" id="{F54DE0AA-6309-587A-93D5-3DA4CA769152}"/>
                </a:ext>
              </a:extLst>
            </p:cNvPr>
            <p:cNvSpPr txBox="1"/>
            <p:nvPr/>
          </p:nvSpPr>
          <p:spPr>
            <a:xfrm>
              <a:off x="5868144" y="195110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02</a:t>
              </a:r>
              <a:endParaRPr lang="ko-KR" altLang="en-US" sz="2800" b="1" dirty="0">
                <a:solidFill>
                  <a:schemeClr val="bg1"/>
                </a:solidFill>
                <a:cs typeface="Arial" pitchFamily="34" charset="0"/>
              </a:endParaRPr>
            </a:p>
          </p:txBody>
        </p:sp>
        <p:sp>
          <p:nvSpPr>
            <p:cNvPr id="76" name="TextBox 75">
              <a:extLst>
                <a:ext uri="{FF2B5EF4-FFF2-40B4-BE49-F238E27FC236}">
                  <a16:creationId xmlns:a16="http://schemas.microsoft.com/office/drawing/2014/main" id="{DEDAEF32-F537-930B-033D-06D2F5CD4FCD}"/>
                </a:ext>
              </a:extLst>
            </p:cNvPr>
            <p:cNvSpPr txBox="1"/>
            <p:nvPr/>
          </p:nvSpPr>
          <p:spPr>
            <a:xfrm>
              <a:off x="5860524" y="363463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03</a:t>
              </a:r>
              <a:endParaRPr lang="ko-KR" altLang="en-US" sz="2800" b="1" dirty="0">
                <a:solidFill>
                  <a:schemeClr val="bg1"/>
                </a:solidFill>
                <a:cs typeface="Arial" pitchFamily="34" charset="0"/>
              </a:endParaRPr>
            </a:p>
          </p:txBody>
        </p:sp>
        <p:sp>
          <p:nvSpPr>
            <p:cNvPr id="77" name="TextBox 76">
              <a:extLst>
                <a:ext uri="{FF2B5EF4-FFF2-40B4-BE49-F238E27FC236}">
                  <a16:creationId xmlns:a16="http://schemas.microsoft.com/office/drawing/2014/main" id="{D67ACA89-C58B-D762-7A64-EE2F2A7750D3}"/>
                </a:ext>
              </a:extLst>
            </p:cNvPr>
            <p:cNvSpPr txBox="1"/>
            <p:nvPr/>
          </p:nvSpPr>
          <p:spPr>
            <a:xfrm>
              <a:off x="2707412" y="3640227"/>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04</a:t>
              </a:r>
              <a:endParaRPr lang="ko-KR" altLang="en-US" sz="2800" b="1" dirty="0">
                <a:solidFill>
                  <a:schemeClr val="bg1"/>
                </a:solidFill>
                <a:cs typeface="Arial" pitchFamily="34" charset="0"/>
              </a:endParaRPr>
            </a:p>
          </p:txBody>
        </p:sp>
      </p:grpSp>
      <p:sp>
        <p:nvSpPr>
          <p:cNvPr id="81" name="TextBox 80">
            <a:extLst>
              <a:ext uri="{FF2B5EF4-FFF2-40B4-BE49-F238E27FC236}">
                <a16:creationId xmlns:a16="http://schemas.microsoft.com/office/drawing/2014/main" id="{D5B12EC8-C0CF-ADE8-C5CA-1EA55A9FE307}"/>
              </a:ext>
            </a:extLst>
          </p:cNvPr>
          <p:cNvSpPr txBox="1"/>
          <p:nvPr/>
        </p:nvSpPr>
        <p:spPr>
          <a:xfrm>
            <a:off x="13552812" y="537241"/>
            <a:ext cx="1309565" cy="461665"/>
          </a:xfrm>
          <a:prstGeom prst="rect">
            <a:avLst/>
          </a:prstGeom>
          <a:noFill/>
        </p:spPr>
        <p:txBody>
          <a:bodyPr wrap="square">
            <a:spAutoFit/>
          </a:bodyPr>
          <a:lstStyle/>
          <a:p>
            <a:r>
              <a:rPr lang="en-US" sz="2400" dirty="0">
                <a:solidFill>
                  <a:schemeClr val="accent1"/>
                </a:solidFill>
              </a:rPr>
              <a:t>Quality</a:t>
            </a:r>
          </a:p>
        </p:txBody>
      </p:sp>
      <p:sp>
        <p:nvSpPr>
          <p:cNvPr id="83" name="TextBox 82">
            <a:extLst>
              <a:ext uri="{FF2B5EF4-FFF2-40B4-BE49-F238E27FC236}">
                <a16:creationId xmlns:a16="http://schemas.microsoft.com/office/drawing/2014/main" id="{8D41D796-9734-D4FB-D692-6C49A85AFE98}"/>
              </a:ext>
            </a:extLst>
          </p:cNvPr>
          <p:cNvSpPr txBox="1"/>
          <p:nvPr/>
        </p:nvSpPr>
        <p:spPr>
          <a:xfrm>
            <a:off x="12348385" y="7364632"/>
            <a:ext cx="1643574" cy="461665"/>
          </a:xfrm>
          <a:prstGeom prst="rect">
            <a:avLst/>
          </a:prstGeom>
          <a:noFill/>
        </p:spPr>
        <p:txBody>
          <a:bodyPr wrap="square">
            <a:spAutoFit/>
          </a:bodyPr>
          <a:lstStyle/>
          <a:p>
            <a:r>
              <a:rPr lang="en-US" sz="2400" dirty="0">
                <a:solidFill>
                  <a:schemeClr val="accent2"/>
                </a:solidFill>
              </a:rPr>
              <a:t>Feasibility</a:t>
            </a:r>
          </a:p>
        </p:txBody>
      </p:sp>
      <p:sp>
        <p:nvSpPr>
          <p:cNvPr id="85" name="TextBox 84">
            <a:extLst>
              <a:ext uri="{FF2B5EF4-FFF2-40B4-BE49-F238E27FC236}">
                <a16:creationId xmlns:a16="http://schemas.microsoft.com/office/drawing/2014/main" id="{4577F9B6-29E2-59FA-5ADA-28D8E50AF474}"/>
              </a:ext>
            </a:extLst>
          </p:cNvPr>
          <p:cNvSpPr txBox="1"/>
          <p:nvPr/>
        </p:nvSpPr>
        <p:spPr>
          <a:xfrm>
            <a:off x="-2573139" y="-311988"/>
            <a:ext cx="4095285" cy="461665"/>
          </a:xfrm>
          <a:prstGeom prst="rect">
            <a:avLst/>
          </a:prstGeom>
          <a:noFill/>
        </p:spPr>
        <p:txBody>
          <a:bodyPr wrap="square">
            <a:spAutoFit/>
          </a:bodyPr>
          <a:lstStyle/>
          <a:p>
            <a:r>
              <a:rPr lang="en-US" sz="2400" dirty="0">
                <a:solidFill>
                  <a:schemeClr val="accent3"/>
                </a:solidFill>
              </a:rPr>
              <a:t>User Engagement</a:t>
            </a:r>
          </a:p>
        </p:txBody>
      </p:sp>
      <p:sp>
        <p:nvSpPr>
          <p:cNvPr id="87" name="TextBox 86">
            <a:extLst>
              <a:ext uri="{FF2B5EF4-FFF2-40B4-BE49-F238E27FC236}">
                <a16:creationId xmlns:a16="http://schemas.microsoft.com/office/drawing/2014/main" id="{760829BB-2F3B-1B64-8E89-D1CDD96093F1}"/>
              </a:ext>
            </a:extLst>
          </p:cNvPr>
          <p:cNvSpPr txBox="1"/>
          <p:nvPr/>
        </p:nvSpPr>
        <p:spPr>
          <a:xfrm>
            <a:off x="-2446543" y="2896598"/>
            <a:ext cx="1802828" cy="477054"/>
          </a:xfrm>
          <a:prstGeom prst="rect">
            <a:avLst/>
          </a:prstGeom>
          <a:noFill/>
        </p:spPr>
        <p:txBody>
          <a:bodyPr wrap="square">
            <a:spAutoFit/>
          </a:bodyPr>
          <a:lstStyle/>
          <a:p>
            <a:r>
              <a:rPr lang="en-US" sz="2400" dirty="0">
                <a:solidFill>
                  <a:schemeClr val="accent4"/>
                </a:solidFill>
              </a:rPr>
              <a:t>Ubiquitous </a:t>
            </a:r>
          </a:p>
        </p:txBody>
      </p:sp>
      <p:pic>
        <p:nvPicPr>
          <p:cNvPr id="80" name="Picture 79">
            <a:extLst>
              <a:ext uri="{FF2B5EF4-FFF2-40B4-BE49-F238E27FC236}">
                <a16:creationId xmlns:a16="http://schemas.microsoft.com/office/drawing/2014/main" id="{AE5D1945-9002-50D4-D4D4-B99CC1BF0356}"/>
              </a:ext>
            </a:extLst>
          </p:cNvPr>
          <p:cNvPicPr>
            <a:picLocks noChangeAspect="1"/>
          </p:cNvPicPr>
          <p:nvPr/>
        </p:nvPicPr>
        <p:blipFill>
          <a:blip r:embed="rId4"/>
          <a:stretch>
            <a:fillRect/>
          </a:stretch>
        </p:blipFill>
        <p:spPr>
          <a:xfrm>
            <a:off x="1026126" y="1766411"/>
            <a:ext cx="9963633" cy="4602731"/>
          </a:xfrm>
          <a:prstGeom prst="rect">
            <a:avLst/>
          </a:prstGeom>
        </p:spPr>
      </p:pic>
      <p:pic>
        <p:nvPicPr>
          <p:cNvPr id="41" name="Graphic 40" descr="Cursor with solid fill">
            <a:extLst>
              <a:ext uri="{FF2B5EF4-FFF2-40B4-BE49-F238E27FC236}">
                <a16:creationId xmlns:a16="http://schemas.microsoft.com/office/drawing/2014/main" id="{C7FA18A7-238A-3E88-4310-27ACF7E36F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4569924">
            <a:off x="4998148" y="1836284"/>
            <a:ext cx="535454" cy="535454"/>
          </a:xfrm>
          <a:prstGeom prst="rect">
            <a:avLst/>
          </a:prstGeom>
        </p:spPr>
      </p:pic>
    </p:spTree>
    <p:extLst>
      <p:ext uri="{BB962C8B-B14F-4D97-AF65-F5344CB8AC3E}">
        <p14:creationId xmlns:p14="http://schemas.microsoft.com/office/powerpoint/2010/main" val="15348841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7000">
        <p159:morph option="byObject"/>
      </p:transition>
    </mc:Choice>
    <mc:Fallback>
      <p:transition spd="slow" advClick="0" advTm="700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A9B3C3D-88A3-4039-956E-17640A577AFE}"/>
              </a:ext>
            </a:extLst>
          </p:cNvPr>
          <p:cNvGrpSpPr/>
          <p:nvPr/>
        </p:nvGrpSpPr>
        <p:grpSpPr>
          <a:xfrm>
            <a:off x="12348385" y="4897231"/>
            <a:ext cx="1074300" cy="309125"/>
            <a:chOff x="3130166" y="5667342"/>
            <a:chExt cx="1254837" cy="361074"/>
          </a:xfrm>
          <a:solidFill>
            <a:schemeClr val="bg1"/>
          </a:solidFill>
        </p:grpSpPr>
        <p:sp>
          <p:nvSpPr>
            <p:cNvPr id="32" name="Rounded Rectangle 3">
              <a:extLst>
                <a:ext uri="{FF2B5EF4-FFF2-40B4-BE49-F238E27FC236}">
                  <a16:creationId xmlns:a16="http://schemas.microsoft.com/office/drawing/2014/main" id="{A45A6E96-8EEF-4E31-8390-58723806670C}"/>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3" name="Rounded Rectangle 39">
              <a:extLst>
                <a:ext uri="{FF2B5EF4-FFF2-40B4-BE49-F238E27FC236}">
                  <a16:creationId xmlns:a16="http://schemas.microsoft.com/office/drawing/2014/main" id="{4838E9FB-7D5C-4DD2-8458-3955DE00BC24}"/>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Rounded Rectangle 2">
              <a:extLst>
                <a:ext uri="{FF2B5EF4-FFF2-40B4-BE49-F238E27FC236}">
                  <a16:creationId xmlns:a16="http://schemas.microsoft.com/office/drawing/2014/main" id="{8D3CF7E9-F87E-441E-AB8A-DC6C5034E67E}"/>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grpSp>
      <p:grpSp>
        <p:nvGrpSpPr>
          <p:cNvPr id="56" name="Group 55">
            <a:extLst>
              <a:ext uri="{FF2B5EF4-FFF2-40B4-BE49-F238E27FC236}">
                <a16:creationId xmlns:a16="http://schemas.microsoft.com/office/drawing/2014/main" id="{0E9E0331-209D-0317-FE49-EAB3F544D2E0}"/>
              </a:ext>
            </a:extLst>
          </p:cNvPr>
          <p:cNvGrpSpPr/>
          <p:nvPr/>
        </p:nvGrpSpPr>
        <p:grpSpPr>
          <a:xfrm>
            <a:off x="-2680936" y="4112385"/>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accent6">
                      <a:lumMod val="50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12730972" y="3373652"/>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rgbClr val="5F2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n>
                    <a:solidFill>
                      <a:schemeClr val="tx1">
                        <a:lumMod val="50000"/>
                        <a:lumOff val="50000"/>
                      </a:schemeClr>
                    </a:solidFill>
                  </a:ln>
                  <a:solidFill>
                    <a:schemeClr val="tx1">
                      <a:lumMod val="50000"/>
                      <a:lumOff val="50000"/>
                    </a:schemeClr>
                  </a:solidFill>
                  <a:cs typeface="Arial" pitchFamily="34" charset="0"/>
                </a:rPr>
                <a:t>Targeted Audience</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rot="13858882">
            <a:off x="12492045" y="1212295"/>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361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980719" y="-1974448"/>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Diamond 6">
            <a:extLst>
              <a:ext uri="{FF2B5EF4-FFF2-40B4-BE49-F238E27FC236}">
                <a16:creationId xmlns:a16="http://schemas.microsoft.com/office/drawing/2014/main" id="{B72C5176-A5C9-C2D2-CE0B-4F52C2198B2F}"/>
              </a:ext>
            </a:extLst>
          </p:cNvPr>
          <p:cNvSpPr/>
          <p:nvPr/>
        </p:nvSpPr>
        <p:spPr>
          <a:xfrm>
            <a:off x="672098" y="5556953"/>
            <a:ext cx="421282"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a:off x="7768300" y="5988888"/>
            <a:ext cx="392590"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9049376" y="3700209"/>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512D18D-7D94-A44A-1F81-AB36D8DDC314}"/>
              </a:ext>
            </a:extLst>
          </p:cNvPr>
          <p:cNvSpPr/>
          <p:nvPr/>
        </p:nvSpPr>
        <p:spPr>
          <a:xfrm>
            <a:off x="3751300" y="6151783"/>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9159707" y="5941545"/>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1E9FE77-32AC-75AB-B74C-061673288995}"/>
              </a:ext>
            </a:extLst>
          </p:cNvPr>
          <p:cNvGrpSpPr/>
          <p:nvPr/>
        </p:nvGrpSpPr>
        <p:grpSpPr>
          <a:xfrm rot="20976498">
            <a:off x="13014780" y="6151375"/>
            <a:ext cx="4631101" cy="1413249"/>
            <a:chOff x="6809947" y="4929659"/>
            <a:chExt cx="4167077" cy="1413249"/>
          </a:xfrm>
        </p:grpSpPr>
        <p:sp>
          <p:nvSpPr>
            <p:cNvPr id="48" name="Freeform: Shape 47">
              <a:extLst>
                <a:ext uri="{FF2B5EF4-FFF2-40B4-BE49-F238E27FC236}">
                  <a16:creationId xmlns:a16="http://schemas.microsoft.com/office/drawing/2014/main" id="{0C5206A8-C399-A21D-7CE9-A295F8925845}"/>
                </a:ext>
              </a:extLst>
            </p:cNvPr>
            <p:cNvSpPr/>
            <p:nvPr/>
          </p:nvSpPr>
          <p:spPr>
            <a:xfrm>
              <a:off x="6809947" y="4929659"/>
              <a:ext cx="425726" cy="332686"/>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TextBox 49">
              <a:extLst>
                <a:ext uri="{FF2B5EF4-FFF2-40B4-BE49-F238E27FC236}">
                  <a16:creationId xmlns:a16="http://schemas.microsoft.com/office/drawing/2014/main" id="{683DC71E-D6BF-7D16-9692-13A97BAA81AE}"/>
                </a:ext>
              </a:extLst>
            </p:cNvPr>
            <p:cNvSpPr txBox="1"/>
            <p:nvPr/>
          </p:nvSpPr>
          <p:spPr>
            <a:xfrm>
              <a:off x="7376730" y="5245352"/>
              <a:ext cx="3207687" cy="861774"/>
            </a:xfrm>
            <a:prstGeom prst="rect">
              <a:avLst/>
            </a:prstGeom>
            <a:noFill/>
          </p:spPr>
          <p:txBody>
            <a:bodyPr wrap="square" lIns="36000" tIns="0" rIns="36000" bIns="0" rtlCol="0" anchor="ctr">
              <a:spAutoFit/>
            </a:bodyPr>
            <a:lstStyle/>
            <a:p>
              <a:r>
                <a:rPr lang="en-US" altLang="ko-KR" sz="2800" dirty="0">
                  <a:solidFill>
                    <a:schemeClr val="bg1"/>
                  </a:solidFill>
                </a:rPr>
                <a:t>The website promises Quality over Quantity</a:t>
              </a:r>
            </a:p>
          </p:txBody>
        </p:sp>
        <p:sp>
          <p:nvSpPr>
            <p:cNvPr id="57" name="Freeform: Shape 56">
              <a:extLst>
                <a:ext uri="{FF2B5EF4-FFF2-40B4-BE49-F238E27FC236}">
                  <a16:creationId xmlns:a16="http://schemas.microsoft.com/office/drawing/2014/main" id="{92907E5E-4228-199C-0244-C5A1A1BF6595}"/>
                </a:ext>
              </a:extLst>
            </p:cNvPr>
            <p:cNvSpPr/>
            <p:nvPr/>
          </p:nvSpPr>
          <p:spPr>
            <a:xfrm rot="10800000">
              <a:off x="10551298" y="5949175"/>
              <a:ext cx="425726" cy="393733"/>
            </a:xfrm>
            <a:custGeom>
              <a:avLst/>
              <a:gdLst/>
              <a:ahLst/>
              <a:cxnLst/>
              <a:rect l="l" t="t" r="r" b="b"/>
              <a:pathLst>
                <a:path w="115863" h="107156">
                  <a:moveTo>
                    <a:pt x="106040" y="0"/>
                  </a:moveTo>
                  <a:lnTo>
                    <a:pt x="115863" y="15627"/>
                  </a:lnTo>
                  <a:cubicBezTo>
                    <a:pt x="107677" y="19050"/>
                    <a:pt x="101650" y="24148"/>
                    <a:pt x="97780" y="30919"/>
                  </a:cubicBezTo>
                  <a:cubicBezTo>
                    <a:pt x="93911" y="37691"/>
                    <a:pt x="91753" y="47551"/>
                    <a:pt x="91306" y="60499"/>
                  </a:cubicBezTo>
                  <a:lnTo>
                    <a:pt x="112291" y="60499"/>
                  </a:lnTo>
                  <a:lnTo>
                    <a:pt x="112291" y="107156"/>
                  </a:lnTo>
                  <a:lnTo>
                    <a:pt x="69205" y="107156"/>
                  </a:lnTo>
                  <a:lnTo>
                    <a:pt x="69205" y="70321"/>
                  </a:lnTo>
                  <a:cubicBezTo>
                    <a:pt x="69205" y="50378"/>
                    <a:pt x="71587" y="35942"/>
                    <a:pt x="76349" y="27012"/>
                  </a:cubicBezTo>
                  <a:cubicBezTo>
                    <a:pt x="82600" y="15106"/>
                    <a:pt x="92497" y="6102"/>
                    <a:pt x="106040" y="0"/>
                  </a:cubicBezTo>
                  <a:close/>
                  <a:moveTo>
                    <a:pt x="36835" y="0"/>
                  </a:moveTo>
                  <a:lnTo>
                    <a:pt x="46658" y="15627"/>
                  </a:lnTo>
                  <a:cubicBezTo>
                    <a:pt x="38472" y="19050"/>
                    <a:pt x="32445" y="24148"/>
                    <a:pt x="28575" y="30919"/>
                  </a:cubicBezTo>
                  <a:cubicBezTo>
                    <a:pt x="24706" y="37691"/>
                    <a:pt x="22548" y="47551"/>
                    <a:pt x="22101" y="60499"/>
                  </a:cubicBezTo>
                  <a:lnTo>
                    <a:pt x="43086" y="60499"/>
                  </a:lnTo>
                  <a:lnTo>
                    <a:pt x="43086" y="107156"/>
                  </a:lnTo>
                  <a:lnTo>
                    <a:pt x="0" y="107156"/>
                  </a:lnTo>
                  <a:lnTo>
                    <a:pt x="0" y="70321"/>
                  </a:lnTo>
                  <a:cubicBezTo>
                    <a:pt x="0" y="50378"/>
                    <a:pt x="2382" y="35942"/>
                    <a:pt x="7144" y="27012"/>
                  </a:cubicBezTo>
                  <a:cubicBezTo>
                    <a:pt x="13395" y="15106"/>
                    <a:pt x="23292" y="6102"/>
                    <a:pt x="3683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58" name="Group 57">
            <a:extLst>
              <a:ext uri="{FF2B5EF4-FFF2-40B4-BE49-F238E27FC236}">
                <a16:creationId xmlns:a16="http://schemas.microsoft.com/office/drawing/2014/main" id="{29D3EF19-6B50-DF6D-821B-1993A08D9B36}"/>
              </a:ext>
            </a:extLst>
          </p:cNvPr>
          <p:cNvGrpSpPr/>
          <p:nvPr/>
        </p:nvGrpSpPr>
        <p:grpSpPr>
          <a:xfrm flipH="1">
            <a:off x="223300" y="5633153"/>
            <a:ext cx="3634011" cy="1097280"/>
            <a:chOff x="8230329" y="5360525"/>
            <a:chExt cx="3634011" cy="1097280"/>
          </a:xfrm>
        </p:grpSpPr>
        <p:sp>
          <p:nvSpPr>
            <p:cNvPr id="59" name="Rectangle 58">
              <a:extLst>
                <a:ext uri="{FF2B5EF4-FFF2-40B4-BE49-F238E27FC236}">
                  <a16:creationId xmlns:a16="http://schemas.microsoft.com/office/drawing/2014/main" id="{52920078-7465-E051-0E0D-A1BDA3253077}"/>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A05D6FC-FF1C-4406-AC61-B2C7DF00DB95}"/>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 Placeholder 1">
            <a:extLst>
              <a:ext uri="{FF2B5EF4-FFF2-40B4-BE49-F238E27FC236}">
                <a16:creationId xmlns:a16="http://schemas.microsoft.com/office/drawing/2014/main" id="{5459BE89-0AB9-E6A3-C323-12E459BF1090}"/>
              </a:ext>
            </a:extLst>
          </p:cNvPr>
          <p:cNvSpPr>
            <a:spLocks noGrp="1"/>
          </p:cNvSpPr>
          <p:nvPr>
            <p:ph type="body" sz="quarter" idx="10"/>
          </p:nvPr>
        </p:nvSpPr>
        <p:spPr>
          <a:xfrm>
            <a:off x="132973" y="235474"/>
            <a:ext cx="8964892" cy="860681"/>
          </a:xfrm>
          <a:prstGeom prst="rect">
            <a:avLst/>
          </a:prstGeom>
        </p:spPr>
        <p:txBody>
          <a:bodyPr/>
          <a:lstStyle/>
          <a:p>
            <a:r>
              <a:rPr lang="en-US" sz="5400" b="1" dirty="0">
                <a:solidFill>
                  <a:schemeClr val="accent2"/>
                </a:solidFill>
                <a:cs typeface="Arial" pitchFamily="34" charset="0"/>
              </a:rPr>
              <a:t>Objectives </a:t>
            </a:r>
            <a:r>
              <a:rPr lang="en-US" b="1" dirty="0"/>
              <a:t>Continue.…</a:t>
            </a:r>
          </a:p>
        </p:txBody>
      </p:sp>
      <p:grpSp>
        <p:nvGrpSpPr>
          <p:cNvPr id="65" name="Group 64">
            <a:extLst>
              <a:ext uri="{FF2B5EF4-FFF2-40B4-BE49-F238E27FC236}">
                <a16:creationId xmlns:a16="http://schemas.microsoft.com/office/drawing/2014/main" id="{D739B5DA-9764-2DE2-FD43-284D1CB91E9E}"/>
              </a:ext>
            </a:extLst>
          </p:cNvPr>
          <p:cNvGrpSpPr/>
          <p:nvPr/>
        </p:nvGrpSpPr>
        <p:grpSpPr>
          <a:xfrm>
            <a:off x="4713677" y="6864842"/>
            <a:ext cx="897820" cy="935467"/>
            <a:chOff x="3972899" y="4013781"/>
            <a:chExt cx="1429952" cy="1278000"/>
          </a:xfrm>
        </p:grpSpPr>
        <p:graphicFrame>
          <p:nvGraphicFramePr>
            <p:cNvPr id="66" name="Chart 2">
              <a:extLst>
                <a:ext uri="{FF2B5EF4-FFF2-40B4-BE49-F238E27FC236}">
                  <a16:creationId xmlns:a16="http://schemas.microsoft.com/office/drawing/2014/main" id="{DD49DA21-7EE9-2DA8-DCDD-7C08590FF576}"/>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7" name="Oval 66">
              <a:extLst>
                <a:ext uri="{FF2B5EF4-FFF2-40B4-BE49-F238E27FC236}">
                  <a16:creationId xmlns:a16="http://schemas.microsoft.com/office/drawing/2014/main" id="{863A373E-2D1C-B072-BAF8-F661BACC19E1}"/>
                </a:ext>
              </a:extLst>
            </p:cNvPr>
            <p:cNvSpPr/>
            <p:nvPr/>
          </p:nvSpPr>
          <p:spPr>
            <a:xfrm>
              <a:off x="4336382" y="4294704"/>
              <a:ext cx="717227" cy="71722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8" name="Donut 54">
              <a:extLst>
                <a:ext uri="{FF2B5EF4-FFF2-40B4-BE49-F238E27FC236}">
                  <a16:creationId xmlns:a16="http://schemas.microsoft.com/office/drawing/2014/main" id="{0D31E18C-E717-37CC-A19C-DF2B85E26A8C}"/>
                </a:ext>
              </a:extLst>
            </p:cNvPr>
            <p:cNvSpPr/>
            <p:nvPr/>
          </p:nvSpPr>
          <p:spPr>
            <a:xfrm>
              <a:off x="3972899" y="4628540"/>
              <a:ext cx="264284" cy="252077"/>
            </a:xfrm>
            <a:prstGeom prst="donu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9" name="TextBox 68">
            <a:extLst>
              <a:ext uri="{FF2B5EF4-FFF2-40B4-BE49-F238E27FC236}">
                <a16:creationId xmlns:a16="http://schemas.microsoft.com/office/drawing/2014/main" id="{E94930DF-3692-1FE6-F0A2-E5D5DCD55AD2}"/>
              </a:ext>
            </a:extLst>
          </p:cNvPr>
          <p:cNvSpPr txBox="1"/>
          <p:nvPr/>
        </p:nvSpPr>
        <p:spPr>
          <a:xfrm>
            <a:off x="-2638456" y="433217"/>
            <a:ext cx="409314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bg1"/>
                </a:solidFill>
              </a:rPr>
              <a:t>Ubiquitous </a:t>
            </a:r>
          </a:p>
        </p:txBody>
      </p:sp>
      <p:sp>
        <p:nvSpPr>
          <p:cNvPr id="2" name="L-Shape 5">
            <a:extLst>
              <a:ext uri="{FF2B5EF4-FFF2-40B4-BE49-F238E27FC236}">
                <a16:creationId xmlns:a16="http://schemas.microsoft.com/office/drawing/2014/main" id="{C9B596C5-1E6A-846D-82CC-E386F82D7EC9}"/>
              </a:ext>
            </a:extLst>
          </p:cNvPr>
          <p:cNvSpPr/>
          <p:nvPr/>
        </p:nvSpPr>
        <p:spPr>
          <a:xfrm rot="8120141">
            <a:off x="7566568" y="-1593114"/>
            <a:ext cx="1424201" cy="1487043"/>
          </a:xfrm>
          <a:custGeom>
            <a:avLst/>
            <a:gdLst/>
            <a:ahLst/>
            <a:cxnLst/>
            <a:rect l="l" t="t" r="r" b="b"/>
            <a:pathLst>
              <a:path w="4214079" h="4214217">
                <a:moveTo>
                  <a:pt x="2520000" y="4214217"/>
                </a:moveTo>
                <a:lnTo>
                  <a:pt x="0" y="4214217"/>
                </a:lnTo>
                <a:lnTo>
                  <a:pt x="0" y="1693937"/>
                </a:lnTo>
                <a:lnTo>
                  <a:pt x="793346" y="1693937"/>
                </a:lnTo>
                <a:lnTo>
                  <a:pt x="793346" y="2402384"/>
                </a:lnTo>
                <a:lnTo>
                  <a:pt x="3195730" y="0"/>
                </a:lnTo>
                <a:lnTo>
                  <a:pt x="4214079" y="1018350"/>
                </a:lnTo>
                <a:lnTo>
                  <a:pt x="1830611" y="3401819"/>
                </a:lnTo>
                <a:lnTo>
                  <a:pt x="2520000" y="3401819"/>
                </a:lnTo>
                <a:close/>
              </a:path>
            </a:pathLst>
          </a:custGeom>
          <a:solidFill>
            <a:schemeClr val="tx1"/>
          </a:solidFill>
          <a:ln w="254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63" name="Picture 62">
            <a:extLst>
              <a:ext uri="{FF2B5EF4-FFF2-40B4-BE49-F238E27FC236}">
                <a16:creationId xmlns:a16="http://schemas.microsoft.com/office/drawing/2014/main" id="{FFE52178-FE8A-C62E-2A8D-47C944437B7B}"/>
              </a:ext>
            </a:extLst>
          </p:cNvPr>
          <p:cNvPicPr>
            <a:picLocks noChangeAspect="1"/>
          </p:cNvPicPr>
          <p:nvPr/>
        </p:nvPicPr>
        <p:blipFill>
          <a:blip r:embed="rId3"/>
          <a:stretch>
            <a:fillRect/>
          </a:stretch>
        </p:blipFill>
        <p:spPr>
          <a:xfrm flipV="1">
            <a:off x="-3294632" y="-1699859"/>
            <a:ext cx="3300661" cy="1569533"/>
          </a:xfrm>
          <a:prstGeom prst="rect">
            <a:avLst/>
          </a:prstGeom>
        </p:spPr>
      </p:pic>
      <p:sp>
        <p:nvSpPr>
          <p:cNvPr id="5" name="Rectangle 4">
            <a:extLst>
              <a:ext uri="{FF2B5EF4-FFF2-40B4-BE49-F238E27FC236}">
                <a16:creationId xmlns:a16="http://schemas.microsoft.com/office/drawing/2014/main" id="{D77E8AE6-FDB4-1E6C-8784-3A3FBD1C25C2}"/>
              </a:ext>
            </a:extLst>
          </p:cNvPr>
          <p:cNvSpPr/>
          <p:nvPr/>
        </p:nvSpPr>
        <p:spPr>
          <a:xfrm rot="5400000">
            <a:off x="6228671" y="6880427"/>
            <a:ext cx="283448" cy="9640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9E8966-CEB9-BED1-5B46-06D1573FE331}"/>
              </a:ext>
            </a:extLst>
          </p:cNvPr>
          <p:cNvSpPr/>
          <p:nvPr/>
        </p:nvSpPr>
        <p:spPr>
          <a:xfrm rot="5400000">
            <a:off x="-1545878" y="1902315"/>
            <a:ext cx="200720" cy="10622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F8D02F9D-ABE6-22FC-5B42-B580EC5FB763}"/>
              </a:ext>
            </a:extLst>
          </p:cNvPr>
          <p:cNvSpPr txBox="1"/>
          <p:nvPr/>
        </p:nvSpPr>
        <p:spPr>
          <a:xfrm>
            <a:off x="12855559" y="-777195"/>
            <a:ext cx="7543213" cy="3293209"/>
          </a:xfrm>
          <a:prstGeom prst="rect">
            <a:avLst/>
          </a:prstGeom>
          <a:noFill/>
        </p:spPr>
        <p:txBody>
          <a:bodyPr wrap="square">
            <a:spAutoFit/>
          </a:bodyPr>
          <a:lstStyle/>
          <a:p>
            <a:pPr marL="285750" indent="-285750" algn="just">
              <a:buClr>
                <a:schemeClr val="accent4"/>
              </a:buClr>
              <a:buSzPct val="100000"/>
              <a:buFont typeface="Wingdings" panose="05000000000000000000" pitchFamily="2" charset="2"/>
              <a:buChar char="ü"/>
            </a:pPr>
            <a:r>
              <a:rPr lang="en-US" sz="2600" dirty="0">
                <a:solidFill>
                  <a:schemeClr val="bg1"/>
                </a:solidFill>
              </a:rPr>
              <a:t>Blue is the color that is widely accepted by both men and women.</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 Hence, taking the monochromatic combination of Grayish-blue, Occur-yellow, and White.</a:t>
            </a:r>
          </a:p>
          <a:p>
            <a:pPr marL="285750" indent="-285750" algn="just">
              <a:buClr>
                <a:schemeClr val="accent4"/>
              </a:buClr>
              <a:buSzPct val="100000"/>
              <a:buFont typeface="Wingdings" panose="05000000000000000000" pitchFamily="2" charset="2"/>
              <a:buChar char="ü"/>
            </a:pPr>
            <a:endParaRPr lang="en-US" sz="2600" dirty="0">
              <a:solidFill>
                <a:schemeClr val="bg1"/>
              </a:solidFill>
            </a:endParaRPr>
          </a:p>
          <a:p>
            <a:pPr marL="285750" indent="-285750" algn="just">
              <a:buClr>
                <a:schemeClr val="accent4"/>
              </a:buClr>
              <a:buSzPct val="100000"/>
              <a:buFont typeface="Wingdings" panose="05000000000000000000" pitchFamily="2" charset="2"/>
              <a:buChar char="ü"/>
            </a:pPr>
            <a:r>
              <a:rPr lang="en-US" sz="2600" dirty="0">
                <a:solidFill>
                  <a:schemeClr val="bg1"/>
                </a:solidFill>
              </a:rPr>
              <a:t>This color combination gives the website a modern, polished appearance.</a:t>
            </a:r>
          </a:p>
        </p:txBody>
      </p:sp>
      <p:sp>
        <p:nvSpPr>
          <p:cNvPr id="37" name="TextBox 36">
            <a:extLst>
              <a:ext uri="{FF2B5EF4-FFF2-40B4-BE49-F238E27FC236}">
                <a16:creationId xmlns:a16="http://schemas.microsoft.com/office/drawing/2014/main" id="{2F9D1CF1-9546-7497-CCFA-1E506334B2C9}"/>
              </a:ext>
            </a:extLst>
          </p:cNvPr>
          <p:cNvSpPr txBox="1"/>
          <p:nvPr/>
        </p:nvSpPr>
        <p:spPr>
          <a:xfrm>
            <a:off x="869119" y="1139054"/>
            <a:ext cx="4396368"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bg1"/>
                </a:solidFill>
              </a:rPr>
              <a:t>Feasible Maneuver</a:t>
            </a:r>
          </a:p>
        </p:txBody>
      </p:sp>
      <p:grpSp>
        <p:nvGrpSpPr>
          <p:cNvPr id="21" name="Group 20">
            <a:extLst>
              <a:ext uri="{FF2B5EF4-FFF2-40B4-BE49-F238E27FC236}">
                <a16:creationId xmlns:a16="http://schemas.microsoft.com/office/drawing/2014/main" id="{700ED8CF-A37E-D6CC-01CD-ED3750527601}"/>
              </a:ext>
            </a:extLst>
          </p:cNvPr>
          <p:cNvGrpSpPr/>
          <p:nvPr/>
        </p:nvGrpSpPr>
        <p:grpSpPr>
          <a:xfrm>
            <a:off x="3241191" y="7014464"/>
            <a:ext cx="4740611" cy="3054460"/>
            <a:chOff x="2625429" y="1951103"/>
            <a:chExt cx="3880811" cy="2500475"/>
          </a:xfrm>
        </p:grpSpPr>
        <p:sp>
          <p:nvSpPr>
            <p:cNvPr id="52" name="Trapezoid 4">
              <a:extLst>
                <a:ext uri="{FF2B5EF4-FFF2-40B4-BE49-F238E27FC236}">
                  <a16:creationId xmlns:a16="http://schemas.microsoft.com/office/drawing/2014/main" id="{166FBEB3-0969-3746-BF07-54D19752FF58}"/>
                </a:ext>
              </a:extLst>
            </p:cNvPr>
            <p:cNvSpPr/>
            <p:nvPr/>
          </p:nvSpPr>
          <p:spPr>
            <a:xfrm>
              <a:off x="4028512" y="2438234"/>
              <a:ext cx="1080120" cy="2013344"/>
            </a:xfrm>
            <a:custGeom>
              <a:avLst/>
              <a:gdLst/>
              <a:ahLst/>
              <a:cxnLst/>
              <a:rect l="l" t="t" r="r" b="b"/>
              <a:pathLst>
                <a:path w="1080120" h="2013344">
                  <a:moveTo>
                    <a:pt x="540060" y="0"/>
                  </a:moveTo>
                  <a:cubicBezTo>
                    <a:pt x="838327" y="0"/>
                    <a:pt x="1080120" y="241793"/>
                    <a:pt x="1080120" y="540060"/>
                  </a:cubicBezTo>
                  <a:cubicBezTo>
                    <a:pt x="1080120" y="749650"/>
                    <a:pt x="960728" y="931355"/>
                    <a:pt x="785154" y="1018748"/>
                  </a:cubicBezTo>
                  <a:lnTo>
                    <a:pt x="972108" y="2013344"/>
                  </a:lnTo>
                  <a:lnTo>
                    <a:pt x="108012" y="2013344"/>
                  </a:lnTo>
                  <a:lnTo>
                    <a:pt x="294966" y="1018748"/>
                  </a:lnTo>
                  <a:cubicBezTo>
                    <a:pt x="119392" y="931355"/>
                    <a:pt x="0" y="749650"/>
                    <a:pt x="0" y="540060"/>
                  </a:cubicBezTo>
                  <a:cubicBezTo>
                    <a:pt x="0" y="241793"/>
                    <a:pt x="241793" y="0"/>
                    <a:pt x="540060" y="0"/>
                  </a:cubicBezTo>
                  <a:close/>
                </a:path>
              </a:pathLst>
            </a:custGeom>
            <a:solidFill>
              <a:schemeClr val="bg1"/>
            </a:solidFill>
            <a:ln>
              <a:noFill/>
            </a:ln>
            <a:effectLst>
              <a:innerShdw blurRad="63500" dist="101600" dir="135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4" name="Oval 5">
              <a:extLst>
                <a:ext uri="{FF2B5EF4-FFF2-40B4-BE49-F238E27FC236}">
                  <a16:creationId xmlns:a16="http://schemas.microsoft.com/office/drawing/2014/main" id="{483DCB42-E0E7-E447-2F7C-94873212FFB8}"/>
                </a:ext>
              </a:extLst>
            </p:cNvPr>
            <p:cNvSpPr/>
            <p:nvPr/>
          </p:nvSpPr>
          <p:spPr>
            <a:xfrm rot="20055640" flipH="1">
              <a:off x="5073700" y="200049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1" name="Oval 5">
              <a:extLst>
                <a:ext uri="{FF2B5EF4-FFF2-40B4-BE49-F238E27FC236}">
                  <a16:creationId xmlns:a16="http://schemas.microsoft.com/office/drawing/2014/main" id="{18ABF332-FDEC-620C-EE86-FCF1FB3F0D94}"/>
                </a:ext>
              </a:extLst>
            </p:cNvPr>
            <p:cNvSpPr/>
            <p:nvPr/>
          </p:nvSpPr>
          <p:spPr>
            <a:xfrm rot="1544360">
              <a:off x="2637759" y="200049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2" name="Oval 5">
              <a:extLst>
                <a:ext uri="{FF2B5EF4-FFF2-40B4-BE49-F238E27FC236}">
                  <a16:creationId xmlns:a16="http://schemas.microsoft.com/office/drawing/2014/main" id="{E3365617-66A8-A506-2741-46DFEC03EF3E}"/>
                </a:ext>
              </a:extLst>
            </p:cNvPr>
            <p:cNvSpPr/>
            <p:nvPr/>
          </p:nvSpPr>
          <p:spPr>
            <a:xfrm rot="1544360" flipH="1" flipV="1">
              <a:off x="5061370" y="334536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3" name="Oval 5">
              <a:extLst>
                <a:ext uri="{FF2B5EF4-FFF2-40B4-BE49-F238E27FC236}">
                  <a16:creationId xmlns:a16="http://schemas.microsoft.com/office/drawing/2014/main" id="{B6F65A29-C3A8-D732-3FD2-050D692DF86F}"/>
                </a:ext>
              </a:extLst>
            </p:cNvPr>
            <p:cNvSpPr/>
            <p:nvPr/>
          </p:nvSpPr>
          <p:spPr>
            <a:xfrm rot="20055640" flipV="1">
              <a:off x="2625429" y="3352981"/>
              <a:ext cx="1432540" cy="648072"/>
            </a:xfrm>
            <a:custGeom>
              <a:avLst/>
              <a:gdLst/>
              <a:ahLst/>
              <a:cxnLst/>
              <a:rect l="l" t="t" r="r" b="b"/>
              <a:pathLst>
                <a:path w="1432540" h="648072">
                  <a:moveTo>
                    <a:pt x="324036" y="0"/>
                  </a:moveTo>
                  <a:cubicBezTo>
                    <a:pt x="471609" y="0"/>
                    <a:pt x="596141" y="98650"/>
                    <a:pt x="633820" y="234026"/>
                  </a:cubicBezTo>
                  <a:lnTo>
                    <a:pt x="1432540" y="234026"/>
                  </a:lnTo>
                  <a:lnTo>
                    <a:pt x="1432540" y="310892"/>
                  </a:lnTo>
                  <a:lnTo>
                    <a:pt x="1432540" y="428894"/>
                  </a:lnTo>
                  <a:lnTo>
                    <a:pt x="1432540" y="520608"/>
                  </a:lnTo>
                  <a:lnTo>
                    <a:pt x="1368152" y="520608"/>
                  </a:lnTo>
                  <a:lnTo>
                    <a:pt x="1360532" y="520608"/>
                  </a:lnTo>
                  <a:lnTo>
                    <a:pt x="1296144" y="520608"/>
                  </a:lnTo>
                  <a:lnTo>
                    <a:pt x="1296144" y="428894"/>
                  </a:lnTo>
                  <a:lnTo>
                    <a:pt x="1224136" y="428894"/>
                  </a:lnTo>
                  <a:lnTo>
                    <a:pt x="1224136" y="497748"/>
                  </a:lnTo>
                  <a:lnTo>
                    <a:pt x="1152128" y="497748"/>
                  </a:lnTo>
                  <a:lnTo>
                    <a:pt x="1152128" y="428894"/>
                  </a:lnTo>
                  <a:lnTo>
                    <a:pt x="1080120" y="428894"/>
                  </a:lnTo>
                  <a:lnTo>
                    <a:pt x="1080120" y="533752"/>
                  </a:lnTo>
                  <a:lnTo>
                    <a:pt x="1008112" y="533752"/>
                  </a:lnTo>
                  <a:lnTo>
                    <a:pt x="1008112" y="428894"/>
                  </a:lnTo>
                  <a:lnTo>
                    <a:pt x="629211" y="428894"/>
                  </a:lnTo>
                  <a:cubicBezTo>
                    <a:pt x="586855" y="556617"/>
                    <a:pt x="466125" y="648072"/>
                    <a:pt x="324036" y="648072"/>
                  </a:cubicBezTo>
                  <a:cubicBezTo>
                    <a:pt x="145076" y="648072"/>
                    <a:pt x="0" y="502996"/>
                    <a:pt x="0" y="324036"/>
                  </a:cubicBezTo>
                  <a:cubicBezTo>
                    <a:pt x="0" y="145076"/>
                    <a:pt x="145076" y="0"/>
                    <a:pt x="32403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4" name="TextBox 73">
              <a:extLst>
                <a:ext uri="{FF2B5EF4-FFF2-40B4-BE49-F238E27FC236}">
                  <a16:creationId xmlns:a16="http://schemas.microsoft.com/office/drawing/2014/main" id="{9276055E-4850-5FB2-47D0-029A9BF36B73}"/>
                </a:ext>
              </a:extLst>
            </p:cNvPr>
            <p:cNvSpPr txBox="1"/>
            <p:nvPr/>
          </p:nvSpPr>
          <p:spPr>
            <a:xfrm>
              <a:off x="2724129" y="195110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01</a:t>
              </a:r>
              <a:endParaRPr lang="ko-KR" altLang="en-US" sz="2800" b="1" dirty="0">
                <a:solidFill>
                  <a:schemeClr val="bg1"/>
                </a:solidFill>
                <a:cs typeface="Arial" pitchFamily="34" charset="0"/>
              </a:endParaRPr>
            </a:p>
          </p:txBody>
        </p:sp>
        <p:sp>
          <p:nvSpPr>
            <p:cNvPr id="75" name="TextBox 74">
              <a:extLst>
                <a:ext uri="{FF2B5EF4-FFF2-40B4-BE49-F238E27FC236}">
                  <a16:creationId xmlns:a16="http://schemas.microsoft.com/office/drawing/2014/main" id="{F54DE0AA-6309-587A-93D5-3DA4CA769152}"/>
                </a:ext>
              </a:extLst>
            </p:cNvPr>
            <p:cNvSpPr txBox="1"/>
            <p:nvPr/>
          </p:nvSpPr>
          <p:spPr>
            <a:xfrm>
              <a:off x="5868144" y="195110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02</a:t>
              </a:r>
              <a:endParaRPr lang="ko-KR" altLang="en-US" sz="2800" b="1" dirty="0">
                <a:solidFill>
                  <a:schemeClr val="bg1"/>
                </a:solidFill>
                <a:cs typeface="Arial" pitchFamily="34" charset="0"/>
              </a:endParaRPr>
            </a:p>
          </p:txBody>
        </p:sp>
        <p:sp>
          <p:nvSpPr>
            <p:cNvPr id="76" name="TextBox 75">
              <a:extLst>
                <a:ext uri="{FF2B5EF4-FFF2-40B4-BE49-F238E27FC236}">
                  <a16:creationId xmlns:a16="http://schemas.microsoft.com/office/drawing/2014/main" id="{DEDAEF32-F537-930B-033D-06D2F5CD4FCD}"/>
                </a:ext>
              </a:extLst>
            </p:cNvPr>
            <p:cNvSpPr txBox="1"/>
            <p:nvPr/>
          </p:nvSpPr>
          <p:spPr>
            <a:xfrm>
              <a:off x="5860524" y="3634633"/>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03</a:t>
              </a:r>
              <a:endParaRPr lang="ko-KR" altLang="en-US" sz="2800" b="1" dirty="0">
                <a:solidFill>
                  <a:schemeClr val="bg1"/>
                </a:solidFill>
                <a:cs typeface="Arial" pitchFamily="34" charset="0"/>
              </a:endParaRPr>
            </a:p>
          </p:txBody>
        </p:sp>
        <p:sp>
          <p:nvSpPr>
            <p:cNvPr id="77" name="TextBox 76">
              <a:extLst>
                <a:ext uri="{FF2B5EF4-FFF2-40B4-BE49-F238E27FC236}">
                  <a16:creationId xmlns:a16="http://schemas.microsoft.com/office/drawing/2014/main" id="{D67ACA89-C58B-D762-7A64-EE2F2A7750D3}"/>
                </a:ext>
              </a:extLst>
            </p:cNvPr>
            <p:cNvSpPr txBox="1"/>
            <p:nvPr/>
          </p:nvSpPr>
          <p:spPr>
            <a:xfrm>
              <a:off x="2707412" y="3640227"/>
              <a:ext cx="551728" cy="428324"/>
            </a:xfrm>
            <a:prstGeom prst="rect">
              <a:avLst/>
            </a:prstGeom>
            <a:noFill/>
            <a:ln w="3175">
              <a:noFill/>
            </a:ln>
          </p:spPr>
          <p:txBody>
            <a:bodyPr wrap="square" rtlCol="0" anchor="ctr">
              <a:spAutoFit/>
            </a:bodyPr>
            <a:lstStyle/>
            <a:p>
              <a:pPr algn="ctr"/>
              <a:r>
                <a:rPr lang="en-US" altLang="ko-KR" sz="2800" b="1" dirty="0">
                  <a:solidFill>
                    <a:schemeClr val="bg1"/>
                  </a:solidFill>
                  <a:cs typeface="Arial" pitchFamily="34" charset="0"/>
                </a:rPr>
                <a:t>04</a:t>
              </a:r>
              <a:endParaRPr lang="ko-KR" altLang="en-US" sz="2800" b="1" dirty="0">
                <a:solidFill>
                  <a:schemeClr val="bg1"/>
                </a:solidFill>
                <a:cs typeface="Arial" pitchFamily="34" charset="0"/>
              </a:endParaRPr>
            </a:p>
          </p:txBody>
        </p:sp>
      </p:grpSp>
      <p:sp>
        <p:nvSpPr>
          <p:cNvPr id="81" name="TextBox 80">
            <a:extLst>
              <a:ext uri="{FF2B5EF4-FFF2-40B4-BE49-F238E27FC236}">
                <a16:creationId xmlns:a16="http://schemas.microsoft.com/office/drawing/2014/main" id="{D5B12EC8-C0CF-ADE8-C5CA-1EA55A9FE307}"/>
              </a:ext>
            </a:extLst>
          </p:cNvPr>
          <p:cNvSpPr txBox="1"/>
          <p:nvPr/>
        </p:nvSpPr>
        <p:spPr>
          <a:xfrm>
            <a:off x="13552812" y="537241"/>
            <a:ext cx="1309565" cy="461665"/>
          </a:xfrm>
          <a:prstGeom prst="rect">
            <a:avLst/>
          </a:prstGeom>
          <a:noFill/>
        </p:spPr>
        <p:txBody>
          <a:bodyPr wrap="square">
            <a:spAutoFit/>
          </a:bodyPr>
          <a:lstStyle/>
          <a:p>
            <a:r>
              <a:rPr lang="en-US" sz="2400" dirty="0">
                <a:solidFill>
                  <a:schemeClr val="accent1"/>
                </a:solidFill>
              </a:rPr>
              <a:t>Quality</a:t>
            </a:r>
          </a:p>
        </p:txBody>
      </p:sp>
      <p:sp>
        <p:nvSpPr>
          <p:cNvPr id="83" name="TextBox 82">
            <a:extLst>
              <a:ext uri="{FF2B5EF4-FFF2-40B4-BE49-F238E27FC236}">
                <a16:creationId xmlns:a16="http://schemas.microsoft.com/office/drawing/2014/main" id="{8D41D796-9734-D4FB-D692-6C49A85AFE98}"/>
              </a:ext>
            </a:extLst>
          </p:cNvPr>
          <p:cNvSpPr txBox="1"/>
          <p:nvPr/>
        </p:nvSpPr>
        <p:spPr>
          <a:xfrm>
            <a:off x="12348385" y="7364632"/>
            <a:ext cx="1643574" cy="461665"/>
          </a:xfrm>
          <a:prstGeom prst="rect">
            <a:avLst/>
          </a:prstGeom>
          <a:noFill/>
        </p:spPr>
        <p:txBody>
          <a:bodyPr wrap="square">
            <a:spAutoFit/>
          </a:bodyPr>
          <a:lstStyle/>
          <a:p>
            <a:r>
              <a:rPr lang="en-US" sz="2400" dirty="0">
                <a:solidFill>
                  <a:schemeClr val="accent2"/>
                </a:solidFill>
              </a:rPr>
              <a:t>Feasibility</a:t>
            </a:r>
          </a:p>
        </p:txBody>
      </p:sp>
      <p:sp>
        <p:nvSpPr>
          <p:cNvPr id="85" name="TextBox 84">
            <a:extLst>
              <a:ext uri="{FF2B5EF4-FFF2-40B4-BE49-F238E27FC236}">
                <a16:creationId xmlns:a16="http://schemas.microsoft.com/office/drawing/2014/main" id="{4577F9B6-29E2-59FA-5ADA-28D8E50AF474}"/>
              </a:ext>
            </a:extLst>
          </p:cNvPr>
          <p:cNvSpPr txBox="1"/>
          <p:nvPr/>
        </p:nvSpPr>
        <p:spPr>
          <a:xfrm>
            <a:off x="-2573139" y="-311988"/>
            <a:ext cx="4095285" cy="461665"/>
          </a:xfrm>
          <a:prstGeom prst="rect">
            <a:avLst/>
          </a:prstGeom>
          <a:noFill/>
        </p:spPr>
        <p:txBody>
          <a:bodyPr wrap="square">
            <a:spAutoFit/>
          </a:bodyPr>
          <a:lstStyle/>
          <a:p>
            <a:r>
              <a:rPr lang="en-US" sz="2400" dirty="0">
                <a:solidFill>
                  <a:schemeClr val="accent3"/>
                </a:solidFill>
              </a:rPr>
              <a:t>User Engagement</a:t>
            </a:r>
          </a:p>
        </p:txBody>
      </p:sp>
      <p:sp>
        <p:nvSpPr>
          <p:cNvPr id="87" name="TextBox 86">
            <a:extLst>
              <a:ext uri="{FF2B5EF4-FFF2-40B4-BE49-F238E27FC236}">
                <a16:creationId xmlns:a16="http://schemas.microsoft.com/office/drawing/2014/main" id="{760829BB-2F3B-1B64-8E89-D1CDD96093F1}"/>
              </a:ext>
            </a:extLst>
          </p:cNvPr>
          <p:cNvSpPr txBox="1"/>
          <p:nvPr/>
        </p:nvSpPr>
        <p:spPr>
          <a:xfrm>
            <a:off x="-2446543" y="2896598"/>
            <a:ext cx="1802828" cy="477054"/>
          </a:xfrm>
          <a:prstGeom prst="rect">
            <a:avLst/>
          </a:prstGeom>
          <a:noFill/>
        </p:spPr>
        <p:txBody>
          <a:bodyPr wrap="square">
            <a:spAutoFit/>
          </a:bodyPr>
          <a:lstStyle/>
          <a:p>
            <a:r>
              <a:rPr lang="en-US" sz="2400" dirty="0">
                <a:solidFill>
                  <a:schemeClr val="accent4"/>
                </a:solidFill>
              </a:rPr>
              <a:t>Ubiquitous </a:t>
            </a:r>
          </a:p>
        </p:txBody>
      </p:sp>
      <p:pic>
        <p:nvPicPr>
          <p:cNvPr id="80" name="Picture 79">
            <a:extLst>
              <a:ext uri="{FF2B5EF4-FFF2-40B4-BE49-F238E27FC236}">
                <a16:creationId xmlns:a16="http://schemas.microsoft.com/office/drawing/2014/main" id="{AE5D1945-9002-50D4-D4D4-B99CC1BF0356}"/>
              </a:ext>
            </a:extLst>
          </p:cNvPr>
          <p:cNvPicPr>
            <a:picLocks noChangeAspect="1"/>
          </p:cNvPicPr>
          <p:nvPr/>
        </p:nvPicPr>
        <p:blipFill>
          <a:blip r:embed="rId4"/>
          <a:stretch>
            <a:fillRect/>
          </a:stretch>
        </p:blipFill>
        <p:spPr>
          <a:xfrm>
            <a:off x="1011755" y="1780031"/>
            <a:ext cx="9963633" cy="4602731"/>
          </a:xfrm>
          <a:prstGeom prst="rect">
            <a:avLst/>
          </a:prstGeom>
        </p:spPr>
      </p:pic>
      <p:pic>
        <p:nvPicPr>
          <p:cNvPr id="78" name="Picture 77">
            <a:extLst>
              <a:ext uri="{FF2B5EF4-FFF2-40B4-BE49-F238E27FC236}">
                <a16:creationId xmlns:a16="http://schemas.microsoft.com/office/drawing/2014/main" id="{5802B9F2-CE4E-B1E9-450D-D9A44BF37C34}"/>
              </a:ext>
            </a:extLst>
          </p:cNvPr>
          <p:cNvPicPr>
            <a:picLocks noChangeAspect="1"/>
          </p:cNvPicPr>
          <p:nvPr/>
        </p:nvPicPr>
        <p:blipFill>
          <a:blip r:embed="rId5"/>
          <a:stretch>
            <a:fillRect/>
          </a:stretch>
        </p:blipFill>
        <p:spPr>
          <a:xfrm>
            <a:off x="1011755" y="1787743"/>
            <a:ext cx="9960514" cy="4592999"/>
          </a:xfrm>
          <a:prstGeom prst="rect">
            <a:avLst/>
          </a:prstGeom>
        </p:spPr>
      </p:pic>
      <p:pic>
        <p:nvPicPr>
          <p:cNvPr id="41" name="Graphic 40" descr="Cursor with solid fill">
            <a:extLst>
              <a:ext uri="{FF2B5EF4-FFF2-40B4-BE49-F238E27FC236}">
                <a16:creationId xmlns:a16="http://schemas.microsoft.com/office/drawing/2014/main" id="{C7FA18A7-238A-3E88-4310-27ACF7E36F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4569924">
            <a:off x="4975847" y="1919002"/>
            <a:ext cx="535454" cy="535454"/>
          </a:xfrm>
          <a:prstGeom prst="rect">
            <a:avLst/>
          </a:prstGeom>
        </p:spPr>
      </p:pic>
    </p:spTree>
    <p:extLst>
      <p:ext uri="{BB962C8B-B14F-4D97-AF65-F5344CB8AC3E}">
        <p14:creationId xmlns:p14="http://schemas.microsoft.com/office/powerpoint/2010/main" val="28510266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xfrm>
            <a:off x="323529" y="312077"/>
            <a:ext cx="11573197" cy="724247"/>
          </a:xfrm>
          <a:prstGeom prst="rect">
            <a:avLst/>
          </a:prstGeom>
        </p:spPr>
        <p:txBody>
          <a:bodyPr/>
          <a:lstStyle/>
          <a:p>
            <a:r>
              <a:rPr lang="en-US" b="1" dirty="0"/>
              <a:t>Project Overview</a:t>
            </a:r>
          </a:p>
        </p:txBody>
      </p:sp>
      <p:grpSp>
        <p:nvGrpSpPr>
          <p:cNvPr id="56" name="Group 55">
            <a:extLst>
              <a:ext uri="{FF2B5EF4-FFF2-40B4-BE49-F238E27FC236}">
                <a16:creationId xmlns:a16="http://schemas.microsoft.com/office/drawing/2014/main" id="{0E9E0331-209D-0317-FE49-EAB3F544D2E0}"/>
              </a:ext>
            </a:extLst>
          </p:cNvPr>
          <p:cNvGrpSpPr/>
          <p:nvPr/>
        </p:nvGrpSpPr>
        <p:grpSpPr>
          <a:xfrm>
            <a:off x="935503" y="4796831"/>
            <a:ext cx="2268786" cy="424416"/>
            <a:chOff x="904678" y="4153711"/>
            <a:chExt cx="2268786" cy="424416"/>
          </a:xfrm>
          <a:solidFill>
            <a:srgbClr val="06381A"/>
          </a:solidFill>
        </p:grpSpPr>
        <p:sp>
          <p:nvSpPr>
            <p:cNvPr id="3" name="Rectangle 2">
              <a:extLst>
                <a:ext uri="{FF2B5EF4-FFF2-40B4-BE49-F238E27FC236}">
                  <a16:creationId xmlns:a16="http://schemas.microsoft.com/office/drawing/2014/main" id="{25726969-86C3-4E0A-A7D5-AF1B338BD4B0}"/>
                </a:ext>
              </a:extLst>
            </p:cNvPr>
            <p:cNvSpPr/>
            <p:nvPr/>
          </p:nvSpPr>
          <p:spPr>
            <a:xfrm>
              <a:off x="904678"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7">
              <a:extLst>
                <a:ext uri="{FF2B5EF4-FFF2-40B4-BE49-F238E27FC236}">
                  <a16:creationId xmlns:a16="http://schemas.microsoft.com/office/drawing/2014/main" id="{7BE9BDF8-D9B3-4973-84B6-82816678C3EA}"/>
                </a:ext>
              </a:extLst>
            </p:cNvPr>
            <p:cNvSpPr txBox="1">
              <a:spLocks/>
            </p:cNvSpPr>
            <p:nvPr/>
          </p:nvSpPr>
          <p:spPr>
            <a:xfrm>
              <a:off x="1139071" y="4215747"/>
              <a:ext cx="1800000" cy="246087"/>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tx1">
                      <a:lumMod val="65000"/>
                      <a:lumOff val="35000"/>
                    </a:schemeClr>
                  </a:solidFill>
                  <a:cs typeface="Arial" pitchFamily="34" charset="0"/>
                </a:rPr>
                <a:t>Goals</a:t>
              </a:r>
            </a:p>
          </p:txBody>
        </p:sp>
      </p:grpSp>
      <p:grpSp>
        <p:nvGrpSpPr>
          <p:cNvPr id="55" name="Group 54">
            <a:extLst>
              <a:ext uri="{FF2B5EF4-FFF2-40B4-BE49-F238E27FC236}">
                <a16:creationId xmlns:a16="http://schemas.microsoft.com/office/drawing/2014/main" id="{B3A7A9FC-5B94-5EBE-94E2-17064C638208}"/>
              </a:ext>
            </a:extLst>
          </p:cNvPr>
          <p:cNvGrpSpPr/>
          <p:nvPr/>
        </p:nvGrpSpPr>
        <p:grpSpPr>
          <a:xfrm>
            <a:off x="8603574" y="4758739"/>
            <a:ext cx="3505620" cy="462508"/>
            <a:chOff x="8240779" y="4177679"/>
            <a:chExt cx="3505620" cy="462508"/>
          </a:xfrm>
        </p:grpSpPr>
        <p:sp>
          <p:nvSpPr>
            <p:cNvPr id="40" name="Rectangle 39">
              <a:extLst>
                <a:ext uri="{FF2B5EF4-FFF2-40B4-BE49-F238E27FC236}">
                  <a16:creationId xmlns:a16="http://schemas.microsoft.com/office/drawing/2014/main" id="{B7B3632A-98E8-43AC-8FEF-86666D82B302}"/>
                </a:ext>
              </a:extLst>
            </p:cNvPr>
            <p:cNvSpPr/>
            <p:nvPr/>
          </p:nvSpPr>
          <p:spPr>
            <a:xfrm>
              <a:off x="8389239" y="4177679"/>
              <a:ext cx="3208700" cy="4625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49AC5BD-0B7D-7A56-658F-751A0F6A0AAE}"/>
                </a:ext>
              </a:extLst>
            </p:cNvPr>
            <p:cNvSpPr/>
            <p:nvPr/>
          </p:nvSpPr>
          <p:spPr>
            <a:xfrm rot="18804368" flipV="1">
              <a:off x="10132108" y="4442698"/>
              <a:ext cx="126188" cy="45719"/>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7">
              <a:extLst>
                <a:ext uri="{FF2B5EF4-FFF2-40B4-BE49-F238E27FC236}">
                  <a16:creationId xmlns:a16="http://schemas.microsoft.com/office/drawing/2014/main" id="{C3139C75-F0DE-40C0-9200-C218BE041BBA}"/>
                </a:ext>
              </a:extLst>
            </p:cNvPr>
            <p:cNvSpPr txBox="1">
              <a:spLocks/>
            </p:cNvSpPr>
            <p:nvPr/>
          </p:nvSpPr>
          <p:spPr>
            <a:xfrm>
              <a:off x="8240779" y="4290330"/>
              <a:ext cx="3505620" cy="16732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solidFill>
                    <a:schemeClr val="bg1"/>
                  </a:solidFill>
                  <a:cs typeface="Arial" pitchFamily="34" charset="0"/>
                </a:rPr>
                <a:t>Targeted Audience</a:t>
              </a:r>
            </a:p>
          </p:txBody>
        </p:sp>
      </p:grpSp>
      <p:grpSp>
        <p:nvGrpSpPr>
          <p:cNvPr id="54" name="Group 53">
            <a:extLst>
              <a:ext uri="{FF2B5EF4-FFF2-40B4-BE49-F238E27FC236}">
                <a16:creationId xmlns:a16="http://schemas.microsoft.com/office/drawing/2014/main" id="{750CF6D1-2BDB-C5E6-66CE-7ADF691A5782}"/>
              </a:ext>
            </a:extLst>
          </p:cNvPr>
          <p:cNvGrpSpPr/>
          <p:nvPr/>
        </p:nvGrpSpPr>
        <p:grpSpPr>
          <a:xfrm>
            <a:off x="4683088" y="4758739"/>
            <a:ext cx="2555541" cy="462508"/>
            <a:chOff x="3468486" y="4153711"/>
            <a:chExt cx="2555541" cy="424416"/>
          </a:xfrm>
          <a:solidFill>
            <a:schemeClr val="tx2">
              <a:lumMod val="75000"/>
            </a:schemeClr>
          </a:solidFill>
        </p:grpSpPr>
        <p:sp>
          <p:nvSpPr>
            <p:cNvPr id="37" name="Rectangle 36">
              <a:extLst>
                <a:ext uri="{FF2B5EF4-FFF2-40B4-BE49-F238E27FC236}">
                  <a16:creationId xmlns:a16="http://schemas.microsoft.com/office/drawing/2014/main" id="{6C5901FA-3D44-4D00-B8D5-926BAB1D7ED9}"/>
                </a:ext>
              </a:extLst>
            </p:cNvPr>
            <p:cNvSpPr/>
            <p:nvPr/>
          </p:nvSpPr>
          <p:spPr>
            <a:xfrm>
              <a:off x="3611864" y="4153711"/>
              <a:ext cx="2268786" cy="4244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iamond 40">
              <a:extLst>
                <a:ext uri="{FF2B5EF4-FFF2-40B4-BE49-F238E27FC236}">
                  <a16:creationId xmlns:a16="http://schemas.microsoft.com/office/drawing/2014/main" id="{4F0A8BC6-FE75-F551-879D-7E69FD76CB6F}"/>
                </a:ext>
              </a:extLst>
            </p:cNvPr>
            <p:cNvSpPr/>
            <p:nvPr/>
          </p:nvSpPr>
          <p:spPr>
            <a:xfrm flipH="1">
              <a:off x="4288534" y="4252623"/>
              <a:ext cx="1018825" cy="56347"/>
            </a:xfrm>
            <a:prstGeom prst="diamond">
              <a:avLst/>
            </a:prstGeom>
            <a:grp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17">
              <a:extLst>
                <a:ext uri="{FF2B5EF4-FFF2-40B4-BE49-F238E27FC236}">
                  <a16:creationId xmlns:a16="http://schemas.microsoft.com/office/drawing/2014/main" id="{8CA1BDD3-CE3E-4AD3-9E3C-2B41C3038F97}"/>
                </a:ext>
              </a:extLst>
            </p:cNvPr>
            <p:cNvSpPr txBox="1">
              <a:spLocks/>
            </p:cNvSpPr>
            <p:nvPr/>
          </p:nvSpPr>
          <p:spPr>
            <a:xfrm>
              <a:off x="3468486" y="4228678"/>
              <a:ext cx="2555541" cy="274481"/>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b="1" dirty="0">
                  <a:solidFill>
                    <a:schemeClr val="tx1">
                      <a:lumMod val="65000"/>
                      <a:lumOff val="35000"/>
                    </a:schemeClr>
                  </a:solidFill>
                  <a:cs typeface="Arial" pitchFamily="34" charset="0"/>
                </a:rPr>
                <a:t>Objectives</a:t>
              </a:r>
            </a:p>
          </p:txBody>
        </p:sp>
      </p:grpSp>
      <p:sp>
        <p:nvSpPr>
          <p:cNvPr id="49" name="Rectangle 3">
            <a:extLst>
              <a:ext uri="{FF2B5EF4-FFF2-40B4-BE49-F238E27FC236}">
                <a16:creationId xmlns:a16="http://schemas.microsoft.com/office/drawing/2014/main" id="{D76D1E36-A887-A676-C3D9-7F930FE1F676}"/>
              </a:ext>
            </a:extLst>
          </p:cNvPr>
          <p:cNvSpPr/>
          <p:nvPr/>
        </p:nvSpPr>
        <p:spPr>
          <a:xfrm rot="1020000">
            <a:off x="13466847" y="-87254"/>
            <a:ext cx="355170" cy="355170"/>
          </a:xfrm>
          <a:custGeom>
            <a:avLst/>
            <a:gdLst/>
            <a:ahLst/>
            <a:cxnLst/>
            <a:rect l="l" t="t" r="r" b="b"/>
            <a:pathLst>
              <a:path w="1080120" h="1080120">
                <a:moveTo>
                  <a:pt x="0" y="0"/>
                </a:moveTo>
                <a:lnTo>
                  <a:pt x="720080" y="0"/>
                </a:lnTo>
                <a:lnTo>
                  <a:pt x="1080120" y="0"/>
                </a:lnTo>
                <a:lnTo>
                  <a:pt x="1080120" y="360040"/>
                </a:lnTo>
                <a:lnTo>
                  <a:pt x="1080120" y="1080120"/>
                </a:lnTo>
                <a:lnTo>
                  <a:pt x="720080" y="1080120"/>
                </a:lnTo>
                <a:lnTo>
                  <a:pt x="720080" y="604986"/>
                </a:lnTo>
                <a:lnTo>
                  <a:pt x="275852" y="1049214"/>
                </a:lnTo>
                <a:lnTo>
                  <a:pt x="21266" y="794627"/>
                </a:lnTo>
                <a:lnTo>
                  <a:pt x="455853" y="360040"/>
                </a:lnTo>
                <a:lnTo>
                  <a:pt x="0" y="36004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rgbClr val="FF494B"/>
              </a:solidFill>
            </a:endParaRPr>
          </a:p>
        </p:txBody>
      </p:sp>
      <p:sp>
        <p:nvSpPr>
          <p:cNvPr id="51" name="Donut 24">
            <a:extLst>
              <a:ext uri="{FF2B5EF4-FFF2-40B4-BE49-F238E27FC236}">
                <a16:creationId xmlns:a16="http://schemas.microsoft.com/office/drawing/2014/main" id="{6B70D10C-0AE4-8AF6-DB8B-9E1490E2DAFD}"/>
              </a:ext>
            </a:extLst>
          </p:cNvPr>
          <p:cNvSpPr/>
          <p:nvPr/>
        </p:nvSpPr>
        <p:spPr>
          <a:xfrm>
            <a:off x="9539993" y="2306651"/>
            <a:ext cx="1818296" cy="1852454"/>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2" name="Block Arc 25">
            <a:extLst>
              <a:ext uri="{FF2B5EF4-FFF2-40B4-BE49-F238E27FC236}">
                <a16:creationId xmlns:a16="http://schemas.microsoft.com/office/drawing/2014/main" id="{A2BA37F3-043C-C2DA-CBFC-5B47BBF37FB8}"/>
              </a:ext>
            </a:extLst>
          </p:cNvPr>
          <p:cNvSpPr/>
          <p:nvPr/>
        </p:nvSpPr>
        <p:spPr>
          <a:xfrm>
            <a:off x="5282416" y="2447425"/>
            <a:ext cx="1433050" cy="1852455"/>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53" name="Freeform 55">
            <a:extLst>
              <a:ext uri="{FF2B5EF4-FFF2-40B4-BE49-F238E27FC236}">
                <a16:creationId xmlns:a16="http://schemas.microsoft.com/office/drawing/2014/main" id="{BB5E465A-0EB5-55BA-1D3A-0F0CABFB581B}"/>
              </a:ext>
            </a:extLst>
          </p:cNvPr>
          <p:cNvSpPr/>
          <p:nvPr/>
        </p:nvSpPr>
        <p:spPr>
          <a:xfrm rot="21065170">
            <a:off x="1220057" y="2363725"/>
            <a:ext cx="910447" cy="2229452"/>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638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 name="TextBox 4">
            <a:extLst>
              <a:ext uri="{FF2B5EF4-FFF2-40B4-BE49-F238E27FC236}">
                <a16:creationId xmlns:a16="http://schemas.microsoft.com/office/drawing/2014/main" id="{B4837162-09C2-C454-3120-6989CBCF16A5}"/>
              </a:ext>
            </a:extLst>
          </p:cNvPr>
          <p:cNvSpPr txBox="1"/>
          <p:nvPr/>
        </p:nvSpPr>
        <p:spPr>
          <a:xfrm>
            <a:off x="285103" y="1394489"/>
            <a:ext cx="12600432" cy="553998"/>
          </a:xfrm>
          <a:prstGeom prst="rect">
            <a:avLst/>
          </a:prstGeom>
          <a:noFill/>
        </p:spPr>
        <p:txBody>
          <a:bodyPr wrap="square" rtlCol="0">
            <a:spAutoFit/>
          </a:bodyPr>
          <a:lstStyle/>
          <a:p>
            <a:r>
              <a:rPr lang="en-US" sz="3000" b="0" i="0" dirty="0">
                <a:solidFill>
                  <a:schemeClr val="bg1"/>
                </a:solidFill>
                <a:effectLst/>
              </a:rPr>
              <a:t>Revolutionizing Wearables: Front-End Excellence for Smart Watches</a:t>
            </a:r>
            <a:endParaRPr lang="en-US" sz="3000" dirty="0">
              <a:solidFill>
                <a:schemeClr val="bg1"/>
              </a:solidFill>
            </a:endParaRPr>
          </a:p>
        </p:txBody>
      </p:sp>
      <p:sp>
        <p:nvSpPr>
          <p:cNvPr id="7" name="Diamond 6">
            <a:extLst>
              <a:ext uri="{FF2B5EF4-FFF2-40B4-BE49-F238E27FC236}">
                <a16:creationId xmlns:a16="http://schemas.microsoft.com/office/drawing/2014/main" id="{B72C5176-A5C9-C2D2-CE0B-4F52C2198B2F}"/>
              </a:ext>
            </a:extLst>
          </p:cNvPr>
          <p:cNvSpPr/>
          <p:nvPr/>
        </p:nvSpPr>
        <p:spPr>
          <a:xfrm>
            <a:off x="328051" y="3658583"/>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6E2C411-BF99-CC40-95EC-20BE2D5EB83E}"/>
              </a:ext>
            </a:extLst>
          </p:cNvPr>
          <p:cNvSpPr/>
          <p:nvPr/>
        </p:nvSpPr>
        <p:spPr>
          <a:xfrm rot="19651367">
            <a:off x="2973406" y="2434530"/>
            <a:ext cx="474515" cy="399465"/>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9DC568A-C264-C59D-CC47-A7E2DC3F85FC}"/>
              </a:ext>
            </a:extLst>
          </p:cNvPr>
          <p:cNvSpPr/>
          <p:nvPr/>
        </p:nvSpPr>
        <p:spPr>
          <a:xfrm rot="1969883">
            <a:off x="7703037" y="3260157"/>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7848944D-7547-06FB-C587-651F6467E2B8}"/>
              </a:ext>
            </a:extLst>
          </p:cNvPr>
          <p:cNvSpPr/>
          <p:nvPr/>
        </p:nvSpPr>
        <p:spPr>
          <a:xfrm rot="1167722">
            <a:off x="9306583" y="909299"/>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4384FD0-1DE4-8405-D2DD-07CEA11485B5}"/>
              </a:ext>
            </a:extLst>
          </p:cNvPr>
          <p:cNvSpPr/>
          <p:nvPr/>
        </p:nvSpPr>
        <p:spPr>
          <a:xfrm>
            <a:off x="11251989" y="4018982"/>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4DAFBB7-E36B-54A6-E171-3DB7D1D57DCB}"/>
              </a:ext>
            </a:extLst>
          </p:cNvPr>
          <p:cNvGrpSpPr/>
          <p:nvPr/>
        </p:nvGrpSpPr>
        <p:grpSpPr>
          <a:xfrm>
            <a:off x="155049" y="140626"/>
            <a:ext cx="2620319" cy="525185"/>
            <a:chOff x="1612709" y="1258934"/>
            <a:chExt cx="2620319" cy="525185"/>
          </a:xfrm>
        </p:grpSpPr>
        <p:sp>
          <p:nvSpPr>
            <p:cNvPr id="15" name="Freeform: Shape 14">
              <a:extLst>
                <a:ext uri="{FF2B5EF4-FFF2-40B4-BE49-F238E27FC236}">
                  <a16:creationId xmlns:a16="http://schemas.microsoft.com/office/drawing/2014/main" id="{F0583F1A-E6EF-4F40-5EB2-8AC02D6CB588}"/>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44DF31-EE48-C7F2-E7C5-F01B631BFF9C}"/>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8AF09F-C895-B031-6212-368849318A92}"/>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1E3FC29-654B-C9CE-684B-1F39740CF23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AB2F58F-BB8E-1B7E-55DA-845562464593}"/>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0F83C61-3ABA-197F-C1A2-29C1B3ACDB9D}"/>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2DC3754-7FBC-8846-423C-41343D8F9094}"/>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3B0F0F-BDA8-B067-DC77-1E4A2310A449}"/>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1FCBD41-806F-5354-3017-29FE239FE667}"/>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49E6C-1EBF-444C-187A-B057936E881E}"/>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918AC39-ABD4-9095-BC5D-F82F01437FCD}"/>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BD5A648-7553-6309-00DA-C8682FB90F30}"/>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417317-F9CA-1FE7-D01D-20982EDA9E7B}"/>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7EEBF8-58AF-70A5-D6B4-3C9FFD921E0E}"/>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672C904-CF31-8E40-4E87-EE0BC89E8112}"/>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E5370BC-D92C-9D9F-5C5E-40BE5BA7499F}"/>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DE95E3-B76F-8DB6-6060-A878E28805FE}"/>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D7194D7-ECE9-65E2-9C2F-EA5D59C23E9F}"/>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306413-E34F-D25E-6AA0-BDE73A60B40D}"/>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94C6F1-302D-B25E-35F8-D8EE8BDBAAAC}"/>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5FC1835-C7EF-2B9F-DDE7-4B7F94DDDF9F}"/>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45" name="Group 44">
            <a:extLst>
              <a:ext uri="{FF2B5EF4-FFF2-40B4-BE49-F238E27FC236}">
                <a16:creationId xmlns:a16="http://schemas.microsoft.com/office/drawing/2014/main" id="{0BD3EF9C-8995-68D1-2857-CFE7516C0C45}"/>
              </a:ext>
            </a:extLst>
          </p:cNvPr>
          <p:cNvGrpSpPr/>
          <p:nvPr/>
        </p:nvGrpSpPr>
        <p:grpSpPr>
          <a:xfrm flipV="1">
            <a:off x="8317198" y="120797"/>
            <a:ext cx="3643536" cy="1106806"/>
            <a:chOff x="8230329" y="5360525"/>
            <a:chExt cx="3643536" cy="1106806"/>
          </a:xfrm>
        </p:grpSpPr>
        <p:sp>
          <p:nvSpPr>
            <p:cNvPr id="46" name="Rectangle 45">
              <a:extLst>
                <a:ext uri="{FF2B5EF4-FFF2-40B4-BE49-F238E27FC236}">
                  <a16:creationId xmlns:a16="http://schemas.microsoft.com/office/drawing/2014/main" id="{5CA7BF7F-A422-5536-A32B-445F16DF2CE3}"/>
                </a:ext>
              </a:extLst>
            </p:cNvPr>
            <p:cNvSpPr/>
            <p:nvPr/>
          </p:nvSpPr>
          <p:spPr>
            <a:xfrm rot="10800000" flipV="1">
              <a:off x="11782425"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E5E09153-C895-ADB6-5733-988B7CC322E0}"/>
                </a:ext>
              </a:extLst>
            </p:cNvPr>
            <p:cNvSpPr/>
            <p:nvPr/>
          </p:nvSpPr>
          <p:spPr>
            <a:xfrm flipH="1">
              <a:off x="8230329" y="6375891"/>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ED467565-99CE-4C02-38CC-C4539407A2AD}"/>
              </a:ext>
            </a:extLst>
          </p:cNvPr>
          <p:cNvGrpSpPr/>
          <p:nvPr/>
        </p:nvGrpSpPr>
        <p:grpSpPr>
          <a:xfrm flipH="1">
            <a:off x="223300" y="5556953"/>
            <a:ext cx="3634011" cy="1097280"/>
            <a:chOff x="8230329" y="5360525"/>
            <a:chExt cx="3634011" cy="1097280"/>
          </a:xfrm>
        </p:grpSpPr>
        <p:sp>
          <p:nvSpPr>
            <p:cNvPr id="50" name="Rectangle 49">
              <a:extLst>
                <a:ext uri="{FF2B5EF4-FFF2-40B4-BE49-F238E27FC236}">
                  <a16:creationId xmlns:a16="http://schemas.microsoft.com/office/drawing/2014/main" id="{09DFEF89-70D2-4174-6735-C4F4DCB6CA4B}"/>
                </a:ext>
              </a:extLst>
            </p:cNvPr>
            <p:cNvSpPr/>
            <p:nvPr/>
          </p:nvSpPr>
          <p:spPr>
            <a:xfrm rot="10800000" flipV="1">
              <a:off x="11772900" y="536052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C6F320AC-7E24-F4F8-9644-B3B641A3ABA2}"/>
                </a:ext>
              </a:extLst>
            </p:cNvPr>
            <p:cNvSpPr/>
            <p:nvPr/>
          </p:nvSpPr>
          <p:spPr>
            <a:xfrm flipH="1">
              <a:off x="8230329" y="6366364"/>
              <a:ext cx="3634011"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a:extLst>
              <a:ext uri="{FF2B5EF4-FFF2-40B4-BE49-F238E27FC236}">
                <a16:creationId xmlns:a16="http://schemas.microsoft.com/office/drawing/2014/main" id="{367B3633-E2E4-A84C-9E02-F8FFF9ACC428}"/>
              </a:ext>
            </a:extLst>
          </p:cNvPr>
          <p:cNvGrpSpPr/>
          <p:nvPr/>
        </p:nvGrpSpPr>
        <p:grpSpPr>
          <a:xfrm>
            <a:off x="8245766" y="5385355"/>
            <a:ext cx="737308" cy="689197"/>
            <a:chOff x="3972899" y="4013781"/>
            <a:chExt cx="1429952" cy="1278000"/>
          </a:xfrm>
        </p:grpSpPr>
        <p:graphicFrame>
          <p:nvGraphicFramePr>
            <p:cNvPr id="58" name="Chart 2">
              <a:extLst>
                <a:ext uri="{FF2B5EF4-FFF2-40B4-BE49-F238E27FC236}">
                  <a16:creationId xmlns:a16="http://schemas.microsoft.com/office/drawing/2014/main" id="{33E01345-BC19-3074-A6E7-509B6DFD8DA3}"/>
                </a:ext>
              </a:extLst>
            </p:cNvPr>
            <p:cNvGraphicFramePr/>
            <p:nvPr/>
          </p:nvGraphicFramePr>
          <p:xfrm>
            <a:off x="3988051" y="4013781"/>
            <a:ext cx="1414800" cy="1278000"/>
          </p:xfrm>
          <a:graphic>
            <a:graphicData uri="http://schemas.openxmlformats.org/drawingml/2006/chart">
              <c:chart xmlns:c="http://schemas.openxmlformats.org/drawingml/2006/chart" xmlns:r="http://schemas.openxmlformats.org/officeDocument/2006/relationships" r:id="rId2"/>
            </a:graphicData>
          </a:graphic>
        </p:graphicFrame>
        <p:sp>
          <p:nvSpPr>
            <p:cNvPr id="63" name="Oval 62">
              <a:extLst>
                <a:ext uri="{FF2B5EF4-FFF2-40B4-BE49-F238E27FC236}">
                  <a16:creationId xmlns:a16="http://schemas.microsoft.com/office/drawing/2014/main" id="{58624033-A683-1943-3EA6-4FCE19703397}"/>
                </a:ext>
              </a:extLst>
            </p:cNvPr>
            <p:cNvSpPr/>
            <p:nvPr/>
          </p:nvSpPr>
          <p:spPr>
            <a:xfrm>
              <a:off x="4320304" y="4309043"/>
              <a:ext cx="688332" cy="709645"/>
            </a:xfrm>
            <a:prstGeom prst="ellipse">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4" name="Donut 54">
              <a:extLst>
                <a:ext uri="{FF2B5EF4-FFF2-40B4-BE49-F238E27FC236}">
                  <a16:creationId xmlns:a16="http://schemas.microsoft.com/office/drawing/2014/main" id="{6F2E2D4C-E67F-A1DC-EAA6-3FEE3C33CCBB}"/>
                </a:ext>
              </a:extLst>
            </p:cNvPr>
            <p:cNvSpPr/>
            <p:nvPr/>
          </p:nvSpPr>
          <p:spPr>
            <a:xfrm>
              <a:off x="3972899" y="4628540"/>
              <a:ext cx="264284" cy="252077"/>
            </a:xfrm>
            <a:prstGeom prst="donu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grpSp>
      <p:sp>
        <p:nvSpPr>
          <p:cNvPr id="65" name="Oval 64">
            <a:extLst>
              <a:ext uri="{FF2B5EF4-FFF2-40B4-BE49-F238E27FC236}">
                <a16:creationId xmlns:a16="http://schemas.microsoft.com/office/drawing/2014/main" id="{AACA9B19-EDF6-FD0F-8F9A-8F053C807E8A}"/>
              </a:ext>
            </a:extLst>
          </p:cNvPr>
          <p:cNvSpPr/>
          <p:nvPr/>
        </p:nvSpPr>
        <p:spPr>
          <a:xfrm>
            <a:off x="3916903" y="3692620"/>
            <a:ext cx="461306" cy="467864"/>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bg1"/>
              </a:solidFill>
            </a:endParaRPr>
          </a:p>
        </p:txBody>
      </p:sp>
      <p:sp>
        <p:nvSpPr>
          <p:cNvPr id="60" name="TextBox 59">
            <a:extLst>
              <a:ext uri="{FF2B5EF4-FFF2-40B4-BE49-F238E27FC236}">
                <a16:creationId xmlns:a16="http://schemas.microsoft.com/office/drawing/2014/main" id="{F5535405-E4D4-2BD0-58B7-152D21BBF4EE}"/>
              </a:ext>
            </a:extLst>
          </p:cNvPr>
          <p:cNvSpPr txBox="1"/>
          <p:nvPr/>
        </p:nvSpPr>
        <p:spPr>
          <a:xfrm>
            <a:off x="8974293" y="5507682"/>
            <a:ext cx="2383996" cy="400110"/>
          </a:xfrm>
          <a:prstGeom prst="rect">
            <a:avLst/>
          </a:prstGeom>
          <a:noFill/>
        </p:spPr>
        <p:txBody>
          <a:bodyPr wrap="square" rtlCol="0">
            <a:spAutoFit/>
          </a:bodyPr>
          <a:lstStyle/>
          <a:p>
            <a:r>
              <a:rPr lang="en-US" sz="2000" dirty="0">
                <a:solidFill>
                  <a:schemeClr val="bg1"/>
                </a:solidFill>
              </a:rPr>
              <a:t>Millennials &amp; Gen z </a:t>
            </a:r>
          </a:p>
        </p:txBody>
      </p:sp>
    </p:spTree>
    <p:extLst>
      <p:ext uri="{BB962C8B-B14F-4D97-AF65-F5344CB8AC3E}">
        <p14:creationId xmlns:p14="http://schemas.microsoft.com/office/powerpoint/2010/main" val="10444775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F8BF47D-4090-3791-4926-6339248D6BA5}"/>
              </a:ext>
            </a:extLst>
          </p:cNvPr>
          <p:cNvSpPr/>
          <p:nvPr/>
        </p:nvSpPr>
        <p:spPr>
          <a:xfrm rot="10800000" flipV="1">
            <a:off x="8407971" y="2572429"/>
            <a:ext cx="2523615" cy="1194900"/>
          </a:xfrm>
          <a:custGeom>
            <a:avLst/>
            <a:gdLst>
              <a:gd name="connsiteX0" fmla="*/ 1163409 w 2312977"/>
              <a:gd name="connsiteY0" fmla="*/ 0 h 952844"/>
              <a:gd name="connsiteX1" fmla="*/ 1244592 w 2312977"/>
              <a:gd name="connsiteY1" fmla="*/ 237644 h 952844"/>
              <a:gd name="connsiteX2" fmla="*/ 1321591 w 2312977"/>
              <a:gd name="connsiteY2" fmla="*/ 241584 h 952844"/>
              <a:gd name="connsiteX3" fmla="*/ 2312977 w 2312977"/>
              <a:gd name="connsiteY3" fmla="*/ 809964 h 952844"/>
              <a:gd name="connsiteX4" fmla="*/ 2142794 w 2312977"/>
              <a:gd name="connsiteY4" fmla="*/ 936738 h 952844"/>
              <a:gd name="connsiteX5" fmla="*/ 1153428 w 2312977"/>
              <a:gd name="connsiteY5" fmla="*/ 445095 h 952844"/>
              <a:gd name="connsiteX6" fmla="*/ 172230 w 2312977"/>
              <a:gd name="connsiteY6" fmla="*/ 952844 h 952844"/>
              <a:gd name="connsiteX7" fmla="*/ 0 w 2312977"/>
              <a:gd name="connsiteY7" fmla="*/ 828868 h 952844"/>
              <a:gd name="connsiteX8" fmla="*/ 981964 w 2312977"/>
              <a:gd name="connsiteY8" fmla="*/ 244360 h 952844"/>
              <a:gd name="connsiteX9" fmla="*/ 1082247 w 2312977"/>
              <a:gd name="connsiteY9" fmla="*/ 237584 h 95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2977" h="952844">
                <a:moveTo>
                  <a:pt x="1163409" y="0"/>
                </a:moveTo>
                <a:lnTo>
                  <a:pt x="1244592" y="237644"/>
                </a:lnTo>
                <a:lnTo>
                  <a:pt x="1321591" y="241584"/>
                </a:lnTo>
                <a:cubicBezTo>
                  <a:pt x="1714005" y="285120"/>
                  <a:pt x="2074114" y="489313"/>
                  <a:pt x="2312977" y="809964"/>
                </a:cubicBezTo>
                <a:lnTo>
                  <a:pt x="2142794" y="936738"/>
                </a:lnTo>
                <a:cubicBezTo>
                  <a:pt x="1910220" y="624530"/>
                  <a:pt x="1542728" y="441913"/>
                  <a:pt x="1153428" y="445095"/>
                </a:cubicBezTo>
                <a:cubicBezTo>
                  <a:pt x="764128" y="448277"/>
                  <a:pt x="399670" y="636876"/>
                  <a:pt x="172230" y="952844"/>
                </a:cubicBezTo>
                <a:lnTo>
                  <a:pt x="0" y="828868"/>
                </a:lnTo>
                <a:cubicBezTo>
                  <a:pt x="233591" y="504355"/>
                  <a:pt x="590314" y="294304"/>
                  <a:pt x="981964" y="244360"/>
                </a:cubicBezTo>
                <a:lnTo>
                  <a:pt x="1082247" y="23758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xfrm>
            <a:off x="323529" y="339509"/>
            <a:ext cx="11527095" cy="724247"/>
          </a:xfrm>
          <a:prstGeom prst="rect">
            <a:avLst/>
          </a:prstGeom>
        </p:spPr>
        <p:txBody>
          <a:bodyPr/>
          <a:lstStyle/>
          <a:p>
            <a:r>
              <a:rPr lang="en-US" dirty="0"/>
              <a:t>Targeted Audience</a:t>
            </a:r>
          </a:p>
        </p:txBody>
      </p:sp>
      <p:grpSp>
        <p:nvGrpSpPr>
          <p:cNvPr id="3" name="Graphic 45">
            <a:extLst>
              <a:ext uri="{FF2B5EF4-FFF2-40B4-BE49-F238E27FC236}">
                <a16:creationId xmlns:a16="http://schemas.microsoft.com/office/drawing/2014/main" id="{96BB4FB1-7A72-4C91-BAC8-18A4C062C8D6}"/>
              </a:ext>
            </a:extLst>
          </p:cNvPr>
          <p:cNvGrpSpPr/>
          <p:nvPr/>
        </p:nvGrpSpPr>
        <p:grpSpPr>
          <a:xfrm>
            <a:off x="4356921" y="2245937"/>
            <a:ext cx="3671240" cy="3094290"/>
            <a:chOff x="1965797" y="2528498"/>
            <a:chExt cx="2172496" cy="1831080"/>
          </a:xfrm>
          <a:solidFill>
            <a:schemeClr val="accent1"/>
          </a:solidFill>
        </p:grpSpPr>
        <p:sp>
          <p:nvSpPr>
            <p:cNvPr id="4" name="Freeform: Shape 3">
              <a:extLst>
                <a:ext uri="{FF2B5EF4-FFF2-40B4-BE49-F238E27FC236}">
                  <a16:creationId xmlns:a16="http://schemas.microsoft.com/office/drawing/2014/main" id="{9B3961E5-C11D-4D53-A92D-CB61C1CB2A37}"/>
                </a:ext>
              </a:extLst>
            </p:cNvPr>
            <p:cNvSpPr/>
            <p:nvPr/>
          </p:nvSpPr>
          <p:spPr>
            <a:xfrm>
              <a:off x="3000813" y="2528498"/>
              <a:ext cx="1136356" cy="1808998"/>
            </a:xfrm>
            <a:custGeom>
              <a:avLst/>
              <a:gdLst>
                <a:gd name="connsiteX0" fmla="*/ 1127628 w 1136356"/>
                <a:gd name="connsiteY0" fmla="*/ 671962 h 1808998"/>
                <a:gd name="connsiteX1" fmla="*/ 1015351 w 1136356"/>
                <a:gd name="connsiteY1" fmla="*/ 617607 h 1808998"/>
                <a:gd name="connsiteX2" fmla="*/ 995308 w 1136356"/>
                <a:gd name="connsiteY2" fmla="*/ 623383 h 1808998"/>
                <a:gd name="connsiteX3" fmla="*/ 953862 w 1136356"/>
                <a:gd name="connsiteY3" fmla="*/ 695573 h 1808998"/>
                <a:gd name="connsiteX4" fmla="*/ 846341 w 1136356"/>
                <a:gd name="connsiteY4" fmla="*/ 882418 h 1808998"/>
                <a:gd name="connsiteX5" fmla="*/ 833093 w 1136356"/>
                <a:gd name="connsiteY5" fmla="*/ 885305 h 1808998"/>
                <a:gd name="connsiteX6" fmla="*/ 778228 w 1136356"/>
                <a:gd name="connsiteY6" fmla="*/ 844029 h 1808998"/>
                <a:gd name="connsiteX7" fmla="*/ 725062 w 1136356"/>
                <a:gd name="connsiteY7" fmla="*/ 830441 h 1808998"/>
                <a:gd name="connsiteX8" fmla="*/ 715041 w 1136356"/>
                <a:gd name="connsiteY8" fmla="*/ 830271 h 1808998"/>
                <a:gd name="connsiteX9" fmla="*/ 698564 w 1136356"/>
                <a:gd name="connsiteY9" fmla="*/ 831120 h 1808998"/>
                <a:gd name="connsiteX10" fmla="*/ 680559 w 1136356"/>
                <a:gd name="connsiteY10" fmla="*/ 834687 h 1808998"/>
                <a:gd name="connsiteX11" fmla="*/ 614654 w 1136356"/>
                <a:gd name="connsiteY11" fmla="*/ 823137 h 1808998"/>
                <a:gd name="connsiteX12" fmla="*/ 606671 w 1136356"/>
                <a:gd name="connsiteY12" fmla="*/ 818551 h 1808998"/>
                <a:gd name="connsiteX13" fmla="*/ 584929 w 1136356"/>
                <a:gd name="connsiteY13" fmla="*/ 808189 h 1808998"/>
                <a:gd name="connsiteX14" fmla="*/ 552146 w 1136356"/>
                <a:gd name="connsiteY14" fmla="*/ 796639 h 1808998"/>
                <a:gd name="connsiteX15" fmla="*/ 545351 w 1136356"/>
                <a:gd name="connsiteY15" fmla="*/ 790524 h 1808998"/>
                <a:gd name="connsiteX16" fmla="*/ 499490 w 1136356"/>
                <a:gd name="connsiteY16" fmla="*/ 772689 h 1808998"/>
                <a:gd name="connsiteX17" fmla="*/ 475709 w 1136356"/>
                <a:gd name="connsiteY17" fmla="*/ 765555 h 1808998"/>
                <a:gd name="connsiteX18" fmla="*/ 449381 w 1136356"/>
                <a:gd name="connsiteY18" fmla="*/ 751796 h 1808998"/>
                <a:gd name="connsiteX19" fmla="*/ 440209 w 1136356"/>
                <a:gd name="connsiteY19" fmla="*/ 741944 h 1808998"/>
                <a:gd name="connsiteX20" fmla="*/ 428319 w 1136356"/>
                <a:gd name="connsiteY20" fmla="*/ 728865 h 1808998"/>
                <a:gd name="connsiteX21" fmla="*/ 418127 w 1136356"/>
                <a:gd name="connsiteY21" fmla="*/ 727846 h 1808998"/>
                <a:gd name="connsiteX22" fmla="*/ 406916 w 1136356"/>
                <a:gd name="connsiteY22" fmla="*/ 710520 h 1808998"/>
                <a:gd name="connsiteX23" fmla="*/ 413541 w 1136356"/>
                <a:gd name="connsiteY23" fmla="*/ 692175 h 1808998"/>
                <a:gd name="connsiteX24" fmla="*/ 421354 w 1136356"/>
                <a:gd name="connsiteY24" fmla="*/ 662620 h 1808998"/>
                <a:gd name="connsiteX25" fmla="*/ 419656 w 1136356"/>
                <a:gd name="connsiteY25" fmla="*/ 616928 h 1808998"/>
                <a:gd name="connsiteX26" fmla="*/ 403349 w 1136356"/>
                <a:gd name="connsiteY26" fmla="*/ 577011 h 1808998"/>
                <a:gd name="connsiteX27" fmla="*/ 389081 w 1136356"/>
                <a:gd name="connsiteY27" fmla="*/ 534376 h 1808998"/>
                <a:gd name="connsiteX28" fmla="*/ 367849 w 1136356"/>
                <a:gd name="connsiteY28" fmla="*/ 467452 h 1808998"/>
                <a:gd name="connsiteX29" fmla="*/ 373794 w 1136356"/>
                <a:gd name="connsiteY29" fmla="*/ 432631 h 1808998"/>
                <a:gd name="connsiteX30" fmla="*/ 376681 w 1136356"/>
                <a:gd name="connsiteY30" fmla="*/ 426516 h 1808998"/>
                <a:gd name="connsiteX31" fmla="*/ 372265 w 1136356"/>
                <a:gd name="connsiteY31" fmla="*/ 406812 h 1808998"/>
                <a:gd name="connsiteX32" fmla="*/ 350693 w 1136356"/>
                <a:gd name="connsiteY32" fmla="*/ 385240 h 1808998"/>
                <a:gd name="connsiteX33" fmla="*/ 351542 w 1136356"/>
                <a:gd name="connsiteY33" fmla="*/ 370123 h 1808998"/>
                <a:gd name="connsiteX34" fmla="*/ 370736 w 1136356"/>
                <a:gd name="connsiteY34" fmla="*/ 368764 h 1808998"/>
                <a:gd name="connsiteX35" fmla="*/ 400292 w 1136356"/>
                <a:gd name="connsiteY35" fmla="*/ 383542 h 1808998"/>
                <a:gd name="connsiteX36" fmla="*/ 430697 w 1136356"/>
                <a:gd name="connsiteY36" fmla="*/ 370972 h 1808998"/>
                <a:gd name="connsiteX37" fmla="*/ 444795 w 1136356"/>
                <a:gd name="connsiteY37" fmla="*/ 357383 h 1808998"/>
                <a:gd name="connsiteX38" fmla="*/ 468915 w 1136356"/>
                <a:gd name="connsiteY38" fmla="*/ 338529 h 1808998"/>
                <a:gd name="connsiteX39" fmla="*/ 470444 w 1136356"/>
                <a:gd name="connsiteY39" fmla="*/ 334622 h 1808998"/>
                <a:gd name="connsiteX40" fmla="*/ 485901 w 1136356"/>
                <a:gd name="connsiteY40" fmla="*/ 322732 h 1808998"/>
                <a:gd name="connsiteX41" fmla="*/ 506114 w 1136356"/>
                <a:gd name="connsiteY41" fmla="*/ 302689 h 1808998"/>
                <a:gd name="connsiteX42" fmla="*/ 503566 w 1136356"/>
                <a:gd name="connsiteY42" fmla="*/ 264640 h 1808998"/>
                <a:gd name="connsiteX43" fmla="*/ 510700 w 1136356"/>
                <a:gd name="connsiteY43" fmla="*/ 231518 h 1808998"/>
                <a:gd name="connsiteX44" fmla="*/ 514607 w 1136356"/>
                <a:gd name="connsiteY44" fmla="*/ 220477 h 1808998"/>
                <a:gd name="connsiteX45" fmla="*/ 518344 w 1136356"/>
                <a:gd name="connsiteY45" fmla="*/ 188543 h 1808998"/>
                <a:gd name="connsiteX46" fmla="*/ 532782 w 1136356"/>
                <a:gd name="connsiteY46" fmla="*/ 141153 h 1808998"/>
                <a:gd name="connsiteX47" fmla="*/ 534480 w 1136356"/>
                <a:gd name="connsiteY47" fmla="*/ 131301 h 1808998"/>
                <a:gd name="connsiteX48" fmla="*/ 527686 w 1136356"/>
                <a:gd name="connsiteY48" fmla="*/ 107860 h 1808998"/>
                <a:gd name="connsiteX49" fmla="*/ 498980 w 1136356"/>
                <a:gd name="connsiteY49" fmla="*/ 61829 h 1808998"/>
                <a:gd name="connsiteX50" fmla="*/ 496772 w 1136356"/>
                <a:gd name="connsiteY50" fmla="*/ 59281 h 1808998"/>
                <a:gd name="connsiteX51" fmla="*/ 471293 w 1136356"/>
                <a:gd name="connsiteY51" fmla="*/ 38728 h 1808998"/>
                <a:gd name="connsiteX52" fmla="*/ 445644 w 1136356"/>
                <a:gd name="connsiteY52" fmla="*/ 18345 h 1808998"/>
                <a:gd name="connsiteX53" fmla="*/ 423223 w 1136356"/>
                <a:gd name="connsiteY53" fmla="*/ 5945 h 1808998"/>
                <a:gd name="connsiteX54" fmla="*/ 381777 w 1136356"/>
                <a:gd name="connsiteY54" fmla="*/ 0 h 1808998"/>
                <a:gd name="connsiteX55" fmla="*/ 373284 w 1136356"/>
                <a:gd name="connsiteY55" fmla="*/ 0 h 1808998"/>
                <a:gd name="connsiteX56" fmla="*/ 344918 w 1136356"/>
                <a:gd name="connsiteY56" fmla="*/ 9852 h 1808998"/>
                <a:gd name="connsiteX57" fmla="*/ 300075 w 1136356"/>
                <a:gd name="connsiteY57" fmla="*/ 35161 h 1808998"/>
                <a:gd name="connsiteX58" fmla="*/ 273407 w 1136356"/>
                <a:gd name="connsiteY58" fmla="*/ 71001 h 1808998"/>
                <a:gd name="connsiteX59" fmla="*/ 251156 w 1136356"/>
                <a:gd name="connsiteY59" fmla="*/ 134358 h 1808998"/>
                <a:gd name="connsiteX60" fmla="*/ 243172 w 1136356"/>
                <a:gd name="connsiteY60" fmla="*/ 183618 h 1808998"/>
                <a:gd name="connsiteX61" fmla="*/ 237907 w 1136356"/>
                <a:gd name="connsiteY61" fmla="*/ 235594 h 1808998"/>
                <a:gd name="connsiteX62" fmla="*/ 227375 w 1136356"/>
                <a:gd name="connsiteY62" fmla="*/ 272794 h 1808998"/>
                <a:gd name="connsiteX63" fmla="*/ 214636 w 1136356"/>
                <a:gd name="connsiteY63" fmla="*/ 276530 h 1808998"/>
                <a:gd name="connsiteX64" fmla="*/ 194423 w 1136356"/>
                <a:gd name="connsiteY64" fmla="*/ 286382 h 1808998"/>
                <a:gd name="connsiteX65" fmla="*/ 167925 w 1136356"/>
                <a:gd name="connsiteY65" fmla="*/ 335641 h 1808998"/>
                <a:gd name="connsiteX66" fmla="*/ 153317 w 1136356"/>
                <a:gd name="connsiteY66" fmla="*/ 353307 h 1808998"/>
                <a:gd name="connsiteX67" fmla="*/ 115948 w 1136356"/>
                <a:gd name="connsiteY67" fmla="*/ 403585 h 1808998"/>
                <a:gd name="connsiteX68" fmla="*/ 59045 w 1136356"/>
                <a:gd name="connsiteY68" fmla="*/ 481550 h 1808998"/>
                <a:gd name="connsiteX69" fmla="*/ 49193 w 1136356"/>
                <a:gd name="connsiteY69" fmla="*/ 495139 h 1808998"/>
                <a:gd name="connsiteX70" fmla="*/ 29320 w 1136356"/>
                <a:gd name="connsiteY70" fmla="*/ 577181 h 1808998"/>
                <a:gd name="connsiteX71" fmla="*/ 29320 w 1136356"/>
                <a:gd name="connsiteY71" fmla="*/ 660752 h 1808998"/>
                <a:gd name="connsiteX72" fmla="*/ 25753 w 1136356"/>
                <a:gd name="connsiteY72" fmla="*/ 670264 h 1808998"/>
                <a:gd name="connsiteX73" fmla="*/ 614 w 1136356"/>
                <a:gd name="connsiteY73" fmla="*/ 734131 h 1808998"/>
                <a:gd name="connsiteX74" fmla="*/ 17600 w 1136356"/>
                <a:gd name="connsiteY74" fmla="*/ 818041 h 1808998"/>
                <a:gd name="connsiteX75" fmla="*/ 34416 w 1136356"/>
                <a:gd name="connsiteY75" fmla="*/ 881059 h 1808998"/>
                <a:gd name="connsiteX76" fmla="*/ 53949 w 1136356"/>
                <a:gd name="connsiteY76" fmla="*/ 945435 h 1808998"/>
                <a:gd name="connsiteX77" fmla="*/ 61763 w 1136356"/>
                <a:gd name="connsiteY77" fmla="*/ 982295 h 1808998"/>
                <a:gd name="connsiteX78" fmla="*/ 59894 w 1136356"/>
                <a:gd name="connsiteY78" fmla="*/ 1014398 h 1808998"/>
                <a:gd name="connsiteX79" fmla="*/ 54289 w 1136356"/>
                <a:gd name="connsiteY79" fmla="*/ 1099837 h 1808998"/>
                <a:gd name="connsiteX80" fmla="*/ 79768 w 1136356"/>
                <a:gd name="connsiteY80" fmla="*/ 1170498 h 1808998"/>
                <a:gd name="connsiteX81" fmla="*/ 97943 w 1136356"/>
                <a:gd name="connsiteY81" fmla="*/ 1188673 h 1808998"/>
                <a:gd name="connsiteX82" fmla="*/ 115269 w 1136356"/>
                <a:gd name="connsiteY82" fmla="*/ 1200903 h 1808998"/>
                <a:gd name="connsiteX83" fmla="*/ 140408 w 1136356"/>
                <a:gd name="connsiteY83" fmla="*/ 1210755 h 1808998"/>
                <a:gd name="connsiteX84" fmla="*/ 196801 w 1136356"/>
                <a:gd name="connsiteY84" fmla="*/ 1222985 h 1808998"/>
                <a:gd name="connsiteX85" fmla="*/ 239945 w 1136356"/>
                <a:gd name="connsiteY85" fmla="*/ 1225872 h 1808998"/>
                <a:gd name="connsiteX86" fmla="*/ 259649 w 1136356"/>
                <a:gd name="connsiteY86" fmla="*/ 1242349 h 1808998"/>
                <a:gd name="connsiteX87" fmla="*/ 270690 w 1136356"/>
                <a:gd name="connsiteY87" fmla="*/ 1256787 h 1808998"/>
                <a:gd name="connsiteX88" fmla="*/ 304661 w 1136356"/>
                <a:gd name="connsiteY88" fmla="*/ 1252031 h 1808998"/>
                <a:gd name="connsiteX89" fmla="*/ 314004 w 1136356"/>
                <a:gd name="connsiteY89" fmla="*/ 1237253 h 1808998"/>
                <a:gd name="connsiteX90" fmla="*/ 327762 w 1136356"/>
                <a:gd name="connsiteY90" fmla="*/ 1223494 h 1808998"/>
                <a:gd name="connsiteX91" fmla="*/ 337954 w 1136356"/>
                <a:gd name="connsiteY91" fmla="*/ 1224174 h 1808998"/>
                <a:gd name="connsiteX92" fmla="*/ 344578 w 1136356"/>
                <a:gd name="connsiteY92" fmla="*/ 1229779 h 1808998"/>
                <a:gd name="connsiteX93" fmla="*/ 359016 w 1136356"/>
                <a:gd name="connsiteY93" fmla="*/ 1241500 h 1808998"/>
                <a:gd name="connsiteX94" fmla="*/ 365811 w 1136356"/>
                <a:gd name="connsiteY94" fmla="*/ 1251861 h 1808998"/>
                <a:gd name="connsiteX95" fmla="*/ 353241 w 1136356"/>
                <a:gd name="connsiteY95" fmla="*/ 1261543 h 1808998"/>
                <a:gd name="connsiteX96" fmla="*/ 347636 w 1136356"/>
                <a:gd name="connsiteY96" fmla="*/ 1266639 h 1808998"/>
                <a:gd name="connsiteX97" fmla="*/ 348315 w 1136356"/>
                <a:gd name="connsiteY97" fmla="*/ 1298742 h 1808998"/>
                <a:gd name="connsiteX98" fmla="*/ 348994 w 1136356"/>
                <a:gd name="connsiteY98" fmla="*/ 1315558 h 1808998"/>
                <a:gd name="connsiteX99" fmla="*/ 349504 w 1136356"/>
                <a:gd name="connsiteY99" fmla="*/ 1334582 h 1808998"/>
                <a:gd name="connsiteX100" fmla="*/ 348994 w 1136356"/>
                <a:gd name="connsiteY100" fmla="*/ 1367365 h 1808998"/>
                <a:gd name="connsiteX101" fmla="*/ 349164 w 1136356"/>
                <a:gd name="connsiteY101" fmla="*/ 1383502 h 1808998"/>
                <a:gd name="connsiteX102" fmla="*/ 347975 w 1136356"/>
                <a:gd name="connsiteY102" fmla="*/ 1410679 h 1808998"/>
                <a:gd name="connsiteX103" fmla="*/ 349164 w 1136356"/>
                <a:gd name="connsiteY103" fmla="*/ 1443802 h 1808998"/>
                <a:gd name="connsiteX104" fmla="*/ 346616 w 1136356"/>
                <a:gd name="connsiteY104" fmla="*/ 1497137 h 1808998"/>
                <a:gd name="connsiteX105" fmla="*/ 336255 w 1136356"/>
                <a:gd name="connsiteY105" fmla="*/ 1503932 h 1808998"/>
                <a:gd name="connsiteX106" fmla="*/ 292431 w 1136356"/>
                <a:gd name="connsiteY106" fmla="*/ 1486096 h 1808998"/>
                <a:gd name="connsiteX107" fmla="*/ 216335 w 1136356"/>
                <a:gd name="connsiteY107" fmla="*/ 1454842 h 1808998"/>
                <a:gd name="connsiteX108" fmla="*/ 193743 w 1136356"/>
                <a:gd name="connsiteY108" fmla="*/ 1467922 h 1808998"/>
                <a:gd name="connsiteX109" fmla="*/ 201387 w 1136356"/>
                <a:gd name="connsiteY109" fmla="*/ 1533147 h 1808998"/>
                <a:gd name="connsiteX110" fmla="*/ 203086 w 1136356"/>
                <a:gd name="connsiteY110" fmla="*/ 1537903 h 1808998"/>
                <a:gd name="connsiteX111" fmla="*/ 208012 w 1136356"/>
                <a:gd name="connsiteY111" fmla="*/ 1545037 h 1808998"/>
                <a:gd name="connsiteX112" fmla="*/ 212598 w 1136356"/>
                <a:gd name="connsiteY112" fmla="*/ 1556078 h 1808998"/>
                <a:gd name="connsiteX113" fmla="*/ 205124 w 1136356"/>
                <a:gd name="connsiteY113" fmla="*/ 1561854 h 1808998"/>
                <a:gd name="connsiteX114" fmla="*/ 138369 w 1136356"/>
                <a:gd name="connsiteY114" fmla="*/ 1577650 h 1808998"/>
                <a:gd name="connsiteX115" fmla="*/ 73653 w 1136356"/>
                <a:gd name="connsiteY115" fmla="*/ 1591579 h 1808998"/>
                <a:gd name="connsiteX116" fmla="*/ 54119 w 1136356"/>
                <a:gd name="connsiteY116" fmla="*/ 1608055 h 1808998"/>
                <a:gd name="connsiteX117" fmla="*/ 66009 w 1136356"/>
                <a:gd name="connsiteY117" fmla="*/ 1685001 h 1808998"/>
                <a:gd name="connsiteX118" fmla="*/ 81467 w 1136356"/>
                <a:gd name="connsiteY118" fmla="*/ 1699949 h 1808998"/>
                <a:gd name="connsiteX119" fmla="*/ 115608 w 1136356"/>
                <a:gd name="connsiteY119" fmla="*/ 1695193 h 1808998"/>
                <a:gd name="connsiteX120" fmla="*/ 134123 w 1136356"/>
                <a:gd name="connsiteY120" fmla="*/ 1651199 h 1808998"/>
                <a:gd name="connsiteX121" fmla="*/ 131235 w 1136356"/>
                <a:gd name="connsiteY121" fmla="*/ 1640668 h 1808998"/>
                <a:gd name="connsiteX122" fmla="*/ 137860 w 1136356"/>
                <a:gd name="connsiteY122" fmla="*/ 1626400 h 1808998"/>
                <a:gd name="connsiteX123" fmla="*/ 239775 w 1136356"/>
                <a:gd name="connsiteY123" fmla="*/ 1615529 h 1808998"/>
                <a:gd name="connsiteX124" fmla="*/ 245550 w 1136356"/>
                <a:gd name="connsiteY124" fmla="*/ 1614680 h 1808998"/>
                <a:gd name="connsiteX125" fmla="*/ 265933 w 1136356"/>
                <a:gd name="connsiteY125" fmla="*/ 1608395 h 1808998"/>
                <a:gd name="connsiteX126" fmla="*/ 316042 w 1136356"/>
                <a:gd name="connsiteY126" fmla="*/ 1599902 h 1808998"/>
                <a:gd name="connsiteX127" fmla="*/ 348994 w 1136356"/>
                <a:gd name="connsiteY127" fmla="*/ 1599053 h 1808998"/>
                <a:gd name="connsiteX128" fmla="*/ 364112 w 1136356"/>
                <a:gd name="connsiteY128" fmla="*/ 1612132 h 1808998"/>
                <a:gd name="connsiteX129" fmla="*/ 368528 w 1136356"/>
                <a:gd name="connsiteY129" fmla="*/ 1668015 h 1808998"/>
                <a:gd name="connsiteX130" fmla="*/ 353750 w 1136356"/>
                <a:gd name="connsiteY130" fmla="*/ 1679906 h 1808998"/>
                <a:gd name="connsiteX131" fmla="*/ 345427 w 1136356"/>
                <a:gd name="connsiteY131" fmla="*/ 1685171 h 1808998"/>
                <a:gd name="connsiteX132" fmla="*/ 344578 w 1136356"/>
                <a:gd name="connsiteY132" fmla="*/ 1694513 h 1808998"/>
                <a:gd name="connsiteX133" fmla="*/ 361394 w 1136356"/>
                <a:gd name="connsiteY133" fmla="*/ 1786067 h 1808998"/>
                <a:gd name="connsiteX134" fmla="*/ 372435 w 1136356"/>
                <a:gd name="connsiteY134" fmla="*/ 1798297 h 1808998"/>
                <a:gd name="connsiteX135" fmla="*/ 419995 w 1136356"/>
                <a:gd name="connsiteY135" fmla="*/ 1808998 h 1808998"/>
                <a:gd name="connsiteX136" fmla="*/ 435453 w 1136356"/>
                <a:gd name="connsiteY136" fmla="*/ 1803223 h 1808998"/>
                <a:gd name="connsiteX137" fmla="*/ 456006 w 1136356"/>
                <a:gd name="connsiteY137" fmla="*/ 1753624 h 1808998"/>
                <a:gd name="connsiteX138" fmla="*/ 441568 w 1136356"/>
                <a:gd name="connsiteY138" fmla="*/ 1732562 h 1808998"/>
                <a:gd name="connsiteX139" fmla="*/ 432056 w 1136356"/>
                <a:gd name="connsiteY139" fmla="*/ 1729165 h 1808998"/>
                <a:gd name="connsiteX140" fmla="*/ 417108 w 1136356"/>
                <a:gd name="connsiteY140" fmla="*/ 1711499 h 1808998"/>
                <a:gd name="connsiteX141" fmla="*/ 410653 w 1136356"/>
                <a:gd name="connsiteY141" fmla="*/ 1615869 h 1808998"/>
                <a:gd name="connsiteX142" fmla="*/ 425771 w 1136356"/>
                <a:gd name="connsiteY142" fmla="*/ 1597694 h 1808998"/>
                <a:gd name="connsiteX143" fmla="*/ 475709 w 1136356"/>
                <a:gd name="connsiteY143" fmla="*/ 1599053 h 1808998"/>
                <a:gd name="connsiteX144" fmla="*/ 555713 w 1136356"/>
                <a:gd name="connsiteY144" fmla="*/ 1608395 h 1808998"/>
                <a:gd name="connsiteX145" fmla="*/ 662894 w 1136356"/>
                <a:gd name="connsiteY145" fmla="*/ 1618926 h 1808998"/>
                <a:gd name="connsiteX146" fmla="*/ 671726 w 1136356"/>
                <a:gd name="connsiteY146" fmla="*/ 1630477 h 1808998"/>
                <a:gd name="connsiteX147" fmla="*/ 680389 w 1136356"/>
                <a:gd name="connsiteY147" fmla="*/ 1677188 h 1808998"/>
                <a:gd name="connsiteX148" fmla="*/ 694488 w 1136356"/>
                <a:gd name="connsiteY148" fmla="*/ 1714896 h 1808998"/>
                <a:gd name="connsiteX149" fmla="*/ 733725 w 1136356"/>
                <a:gd name="connsiteY149" fmla="*/ 1752945 h 1808998"/>
                <a:gd name="connsiteX150" fmla="*/ 800140 w 1136356"/>
                <a:gd name="connsiteY150" fmla="*/ 1760758 h 1808998"/>
                <a:gd name="connsiteX151" fmla="*/ 808463 w 1136356"/>
                <a:gd name="connsiteY151" fmla="*/ 1759739 h 1808998"/>
                <a:gd name="connsiteX152" fmla="*/ 825449 w 1136356"/>
                <a:gd name="connsiteY152" fmla="*/ 1757022 h 1808998"/>
                <a:gd name="connsiteX153" fmla="*/ 875217 w 1136356"/>
                <a:gd name="connsiteY153" fmla="*/ 1766873 h 1808998"/>
                <a:gd name="connsiteX154" fmla="*/ 972207 w 1136356"/>
                <a:gd name="connsiteY154" fmla="*/ 1778594 h 1808998"/>
                <a:gd name="connsiteX155" fmla="*/ 1054589 w 1136356"/>
                <a:gd name="connsiteY155" fmla="*/ 1768572 h 1808998"/>
                <a:gd name="connsiteX156" fmla="*/ 1096204 w 1136356"/>
                <a:gd name="connsiteY156" fmla="*/ 1747339 h 1808998"/>
                <a:gd name="connsiteX157" fmla="*/ 1099771 w 1136356"/>
                <a:gd name="connsiteY157" fmla="*/ 1719483 h 1808998"/>
                <a:gd name="connsiteX158" fmla="*/ 1043038 w 1136356"/>
                <a:gd name="connsiteY158" fmla="*/ 1684662 h 1808998"/>
                <a:gd name="connsiteX159" fmla="*/ 1022145 w 1136356"/>
                <a:gd name="connsiteY159" fmla="*/ 1682623 h 1808998"/>
                <a:gd name="connsiteX160" fmla="*/ 1001253 w 1136356"/>
                <a:gd name="connsiteY160" fmla="*/ 1681434 h 1808998"/>
                <a:gd name="connsiteX161" fmla="*/ 995308 w 1136356"/>
                <a:gd name="connsiteY161" fmla="*/ 1680755 h 1808998"/>
                <a:gd name="connsiteX162" fmla="*/ 980870 w 1136356"/>
                <a:gd name="connsiteY162" fmla="*/ 1671243 h 1808998"/>
                <a:gd name="connsiteX163" fmla="*/ 948257 w 1136356"/>
                <a:gd name="connsiteY163" fmla="*/ 1655616 h 1808998"/>
                <a:gd name="connsiteX164" fmla="*/ 945539 w 1136356"/>
                <a:gd name="connsiteY164" fmla="*/ 1651879 h 1808998"/>
                <a:gd name="connsiteX165" fmla="*/ 950295 w 1136356"/>
                <a:gd name="connsiteY165" fmla="*/ 1649331 h 1808998"/>
                <a:gd name="connsiteX166" fmla="*/ 964733 w 1136356"/>
                <a:gd name="connsiteY166" fmla="*/ 1648991 h 1808998"/>
                <a:gd name="connsiteX167" fmla="*/ 1037773 w 1136356"/>
                <a:gd name="connsiteY167" fmla="*/ 1646783 h 1808998"/>
                <a:gd name="connsiteX168" fmla="*/ 1088560 w 1136356"/>
                <a:gd name="connsiteY168" fmla="*/ 1626740 h 1808998"/>
                <a:gd name="connsiteX169" fmla="*/ 1092467 w 1136356"/>
                <a:gd name="connsiteY169" fmla="*/ 1607206 h 1808998"/>
                <a:gd name="connsiteX170" fmla="*/ 1071235 w 1136356"/>
                <a:gd name="connsiteY170" fmla="*/ 1587842 h 1808998"/>
                <a:gd name="connsiteX171" fmla="*/ 1058326 w 1136356"/>
                <a:gd name="connsiteY171" fmla="*/ 1584105 h 1808998"/>
                <a:gd name="connsiteX172" fmla="*/ 1055947 w 1136356"/>
                <a:gd name="connsiteY172" fmla="*/ 1584615 h 1808998"/>
                <a:gd name="connsiteX173" fmla="*/ 1044737 w 1136356"/>
                <a:gd name="connsiteY173" fmla="*/ 1587332 h 1808998"/>
                <a:gd name="connsiteX174" fmla="*/ 1029959 w 1136356"/>
                <a:gd name="connsiteY174" fmla="*/ 1581387 h 1808998"/>
                <a:gd name="connsiteX175" fmla="*/ 1003461 w 1136356"/>
                <a:gd name="connsiteY175" fmla="*/ 1570347 h 1808998"/>
                <a:gd name="connsiteX176" fmla="*/ 994968 w 1136356"/>
                <a:gd name="connsiteY176" fmla="*/ 1561514 h 1808998"/>
                <a:gd name="connsiteX177" fmla="*/ 995987 w 1136356"/>
                <a:gd name="connsiteY177" fmla="*/ 1489324 h 1808998"/>
                <a:gd name="connsiteX178" fmla="*/ 1001253 w 1136356"/>
                <a:gd name="connsiteY178" fmla="*/ 1482360 h 1808998"/>
                <a:gd name="connsiteX179" fmla="*/ 1008047 w 1136356"/>
                <a:gd name="connsiteY179" fmla="*/ 1468941 h 1808998"/>
                <a:gd name="connsiteX180" fmla="*/ 1006519 w 1136356"/>
                <a:gd name="connsiteY180" fmla="*/ 1457220 h 1808998"/>
                <a:gd name="connsiteX181" fmla="*/ 1002442 w 1136356"/>
                <a:gd name="connsiteY181" fmla="*/ 1390296 h 1808998"/>
                <a:gd name="connsiteX182" fmla="*/ 1006519 w 1136356"/>
                <a:gd name="connsiteY182" fmla="*/ 1229439 h 1808998"/>
                <a:gd name="connsiteX183" fmla="*/ 1015691 w 1136356"/>
                <a:gd name="connsiteY183" fmla="*/ 1100856 h 1808998"/>
                <a:gd name="connsiteX184" fmla="*/ 999724 w 1136356"/>
                <a:gd name="connsiteY184" fmla="*/ 1050238 h 1808998"/>
                <a:gd name="connsiteX185" fmla="*/ 992760 w 1136356"/>
                <a:gd name="connsiteY185" fmla="*/ 1032403 h 1808998"/>
                <a:gd name="connsiteX186" fmla="*/ 983248 w 1136356"/>
                <a:gd name="connsiteY186" fmla="*/ 1004037 h 1808998"/>
                <a:gd name="connsiteX187" fmla="*/ 981719 w 1136356"/>
                <a:gd name="connsiteY187" fmla="*/ 990957 h 1808998"/>
                <a:gd name="connsiteX188" fmla="*/ 1133403 w 1136356"/>
                <a:gd name="connsiteY188" fmla="*/ 687759 h 1808998"/>
                <a:gd name="connsiteX189" fmla="*/ 1137819 w 1136356"/>
                <a:gd name="connsiteY189" fmla="*/ 680795 h 1808998"/>
                <a:gd name="connsiteX190" fmla="*/ 1137819 w 1136356"/>
                <a:gd name="connsiteY190" fmla="*/ 679096 h 1808998"/>
                <a:gd name="connsiteX191" fmla="*/ 1127628 w 1136356"/>
                <a:gd name="connsiteY191" fmla="*/ 671962 h 1808998"/>
                <a:gd name="connsiteX192" fmla="*/ 187798 w 1136356"/>
                <a:gd name="connsiteY192" fmla="*/ 1154022 h 1808998"/>
                <a:gd name="connsiteX193" fmla="*/ 143125 w 1136356"/>
                <a:gd name="connsiteY193" fmla="*/ 1155891 h 1808998"/>
                <a:gd name="connsiteX194" fmla="*/ 125630 w 1136356"/>
                <a:gd name="connsiteY194" fmla="*/ 1144000 h 1808998"/>
                <a:gd name="connsiteX195" fmla="*/ 103548 w 1136356"/>
                <a:gd name="connsiteY195" fmla="*/ 1086079 h 1808998"/>
                <a:gd name="connsiteX196" fmla="*/ 103548 w 1136356"/>
                <a:gd name="connsiteY196" fmla="*/ 1069942 h 1808998"/>
                <a:gd name="connsiteX197" fmla="*/ 107795 w 1136356"/>
                <a:gd name="connsiteY197" fmla="*/ 997242 h 1808998"/>
                <a:gd name="connsiteX198" fmla="*/ 120364 w 1136356"/>
                <a:gd name="connsiteY198" fmla="*/ 987051 h 1808998"/>
                <a:gd name="connsiteX199" fmla="*/ 128687 w 1136356"/>
                <a:gd name="connsiteY199" fmla="*/ 997072 h 1808998"/>
                <a:gd name="connsiteX200" fmla="*/ 152128 w 1136356"/>
                <a:gd name="connsiteY200" fmla="*/ 1027817 h 1808998"/>
                <a:gd name="connsiteX201" fmla="*/ 176078 w 1136356"/>
                <a:gd name="connsiteY201" fmla="*/ 1063317 h 1808998"/>
                <a:gd name="connsiteX202" fmla="*/ 176758 w 1136356"/>
                <a:gd name="connsiteY202" fmla="*/ 1066545 h 1808998"/>
                <a:gd name="connsiteX203" fmla="*/ 192215 w 1136356"/>
                <a:gd name="connsiteY203" fmla="*/ 1124636 h 1808998"/>
                <a:gd name="connsiteX204" fmla="*/ 187798 w 1136356"/>
                <a:gd name="connsiteY204" fmla="*/ 1154022 h 1808998"/>
                <a:gd name="connsiteX205" fmla="*/ 795724 w 1136356"/>
                <a:gd name="connsiteY205" fmla="*/ 1195638 h 1808998"/>
                <a:gd name="connsiteX206" fmla="*/ 783663 w 1136356"/>
                <a:gd name="connsiteY206" fmla="*/ 1278699 h 1808998"/>
                <a:gd name="connsiteX207" fmla="*/ 782305 w 1136356"/>
                <a:gd name="connsiteY207" fmla="*/ 1330506 h 1808998"/>
                <a:gd name="connsiteX208" fmla="*/ 772962 w 1136356"/>
                <a:gd name="connsiteY208" fmla="*/ 1370422 h 1808998"/>
                <a:gd name="connsiteX209" fmla="*/ 750201 w 1136356"/>
                <a:gd name="connsiteY209" fmla="*/ 1462486 h 1808998"/>
                <a:gd name="connsiteX210" fmla="*/ 721495 w 1136356"/>
                <a:gd name="connsiteY210" fmla="*/ 1605337 h 1808998"/>
                <a:gd name="connsiteX211" fmla="*/ 720306 w 1136356"/>
                <a:gd name="connsiteY211" fmla="*/ 1606526 h 1808998"/>
                <a:gd name="connsiteX212" fmla="*/ 715041 w 1136356"/>
                <a:gd name="connsiteY212" fmla="*/ 1586313 h 1808998"/>
                <a:gd name="connsiteX213" fmla="*/ 702981 w 1136356"/>
                <a:gd name="connsiteY213" fmla="*/ 1577820 h 1808998"/>
                <a:gd name="connsiteX214" fmla="*/ 615673 w 1136356"/>
                <a:gd name="connsiteY214" fmla="*/ 1561174 h 1808998"/>
                <a:gd name="connsiteX215" fmla="*/ 590024 w 1136356"/>
                <a:gd name="connsiteY215" fmla="*/ 1555739 h 1808998"/>
                <a:gd name="connsiteX216" fmla="*/ 585778 w 1136356"/>
                <a:gd name="connsiteY216" fmla="*/ 1550643 h 1808998"/>
                <a:gd name="connsiteX217" fmla="*/ 589515 w 1136356"/>
                <a:gd name="connsiteY217" fmla="*/ 1516671 h 1808998"/>
                <a:gd name="connsiteX218" fmla="*/ 585608 w 1136356"/>
                <a:gd name="connsiteY218" fmla="*/ 1479302 h 1808998"/>
                <a:gd name="connsiteX219" fmla="*/ 579493 w 1136356"/>
                <a:gd name="connsiteY219" fmla="*/ 1475395 h 1808998"/>
                <a:gd name="connsiteX220" fmla="*/ 569471 w 1136356"/>
                <a:gd name="connsiteY220" fmla="*/ 1463675 h 1808998"/>
                <a:gd name="connsiteX221" fmla="*/ 553335 w 1136356"/>
                <a:gd name="connsiteY221" fmla="*/ 1443292 h 1808998"/>
                <a:gd name="connsiteX222" fmla="*/ 541275 w 1136356"/>
                <a:gd name="connsiteY222" fmla="*/ 1444481 h 1808998"/>
                <a:gd name="connsiteX223" fmla="*/ 442077 w 1136356"/>
                <a:gd name="connsiteY223" fmla="*/ 1492381 h 1808998"/>
                <a:gd name="connsiteX224" fmla="*/ 424072 w 1136356"/>
                <a:gd name="connsiteY224" fmla="*/ 1481340 h 1808998"/>
                <a:gd name="connsiteX225" fmla="*/ 423053 w 1136356"/>
                <a:gd name="connsiteY225" fmla="*/ 1308933 h 1808998"/>
                <a:gd name="connsiteX226" fmla="*/ 423393 w 1136356"/>
                <a:gd name="connsiteY226" fmla="*/ 1264261 h 1808998"/>
                <a:gd name="connsiteX227" fmla="*/ 419486 w 1136356"/>
                <a:gd name="connsiteY227" fmla="*/ 1258485 h 1808998"/>
                <a:gd name="connsiteX228" fmla="*/ 409294 w 1136356"/>
                <a:gd name="connsiteY228" fmla="*/ 1254239 h 1808998"/>
                <a:gd name="connsiteX229" fmla="*/ 404708 w 1136356"/>
                <a:gd name="connsiteY229" fmla="*/ 1251012 h 1808998"/>
                <a:gd name="connsiteX230" fmla="*/ 408275 w 1136356"/>
                <a:gd name="connsiteY230" fmla="*/ 1246086 h 1808998"/>
                <a:gd name="connsiteX231" fmla="*/ 413371 w 1136356"/>
                <a:gd name="connsiteY231" fmla="*/ 1241669 h 1808998"/>
                <a:gd name="connsiteX232" fmla="*/ 440039 w 1136356"/>
                <a:gd name="connsiteY232" fmla="*/ 1229439 h 1808998"/>
                <a:gd name="connsiteX233" fmla="*/ 585268 w 1136356"/>
                <a:gd name="connsiteY233" fmla="*/ 1229100 h 1808998"/>
                <a:gd name="connsiteX234" fmla="*/ 658987 w 1136356"/>
                <a:gd name="connsiteY234" fmla="*/ 1213133 h 1808998"/>
                <a:gd name="connsiteX235" fmla="*/ 680559 w 1136356"/>
                <a:gd name="connsiteY235" fmla="*/ 1196996 h 1808998"/>
                <a:gd name="connsiteX236" fmla="*/ 690241 w 1136356"/>
                <a:gd name="connsiteY236" fmla="*/ 1192580 h 1808998"/>
                <a:gd name="connsiteX237" fmla="*/ 788589 w 1136356"/>
                <a:gd name="connsiteY237" fmla="*/ 1186805 h 1808998"/>
                <a:gd name="connsiteX238" fmla="*/ 795724 w 1136356"/>
                <a:gd name="connsiteY238" fmla="*/ 1195638 h 180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Lst>
              <a:rect l="l" t="t" r="r" b="b"/>
              <a:pathLst>
                <a:path w="1136356" h="1808998">
                  <a:moveTo>
                    <a:pt x="1127628" y="671962"/>
                  </a:moveTo>
                  <a:cubicBezTo>
                    <a:pt x="1090089" y="653957"/>
                    <a:pt x="1052720" y="635612"/>
                    <a:pt x="1015351" y="617607"/>
                  </a:cubicBezTo>
                  <a:cubicBezTo>
                    <a:pt x="1003121" y="611662"/>
                    <a:pt x="1001932" y="611832"/>
                    <a:pt x="995308" y="623383"/>
                  </a:cubicBezTo>
                  <a:cubicBezTo>
                    <a:pt x="981549" y="647503"/>
                    <a:pt x="967621" y="671453"/>
                    <a:pt x="953862" y="695573"/>
                  </a:cubicBezTo>
                  <a:cubicBezTo>
                    <a:pt x="918022" y="757911"/>
                    <a:pt x="882182" y="820079"/>
                    <a:pt x="846341" y="882418"/>
                  </a:cubicBezTo>
                  <a:cubicBezTo>
                    <a:pt x="841416" y="891080"/>
                    <a:pt x="840906" y="891080"/>
                    <a:pt x="833093" y="885305"/>
                  </a:cubicBezTo>
                  <a:cubicBezTo>
                    <a:pt x="814748" y="871547"/>
                    <a:pt x="796063" y="858128"/>
                    <a:pt x="778228" y="844029"/>
                  </a:cubicBezTo>
                  <a:cubicBezTo>
                    <a:pt x="762261" y="831460"/>
                    <a:pt x="744766" y="827043"/>
                    <a:pt x="725062" y="830441"/>
                  </a:cubicBezTo>
                  <a:cubicBezTo>
                    <a:pt x="721665" y="830950"/>
                    <a:pt x="718268" y="831630"/>
                    <a:pt x="715041" y="830271"/>
                  </a:cubicBezTo>
                  <a:cubicBezTo>
                    <a:pt x="709435" y="827893"/>
                    <a:pt x="704000" y="828912"/>
                    <a:pt x="698564" y="831120"/>
                  </a:cubicBezTo>
                  <a:cubicBezTo>
                    <a:pt x="692789" y="833328"/>
                    <a:pt x="687014" y="835536"/>
                    <a:pt x="680559" y="834687"/>
                  </a:cubicBezTo>
                  <a:cubicBezTo>
                    <a:pt x="658308" y="831969"/>
                    <a:pt x="636736" y="826194"/>
                    <a:pt x="614654" y="823137"/>
                  </a:cubicBezTo>
                  <a:cubicBezTo>
                    <a:pt x="611427" y="822627"/>
                    <a:pt x="608879" y="820929"/>
                    <a:pt x="606671" y="818551"/>
                  </a:cubicBezTo>
                  <a:cubicBezTo>
                    <a:pt x="600895" y="812096"/>
                    <a:pt x="593422" y="809208"/>
                    <a:pt x="584929" y="808189"/>
                  </a:cubicBezTo>
                  <a:cubicBezTo>
                    <a:pt x="573208" y="806830"/>
                    <a:pt x="563017" y="800715"/>
                    <a:pt x="552146" y="796639"/>
                  </a:cubicBezTo>
                  <a:cubicBezTo>
                    <a:pt x="549258" y="795620"/>
                    <a:pt x="546710" y="793411"/>
                    <a:pt x="545351" y="790524"/>
                  </a:cubicBezTo>
                  <a:cubicBezTo>
                    <a:pt x="535500" y="770990"/>
                    <a:pt x="516306" y="772349"/>
                    <a:pt x="499490" y="772689"/>
                  </a:cubicBezTo>
                  <a:cubicBezTo>
                    <a:pt x="489977" y="772858"/>
                    <a:pt x="482164" y="772519"/>
                    <a:pt x="475709" y="765555"/>
                  </a:cubicBezTo>
                  <a:cubicBezTo>
                    <a:pt x="468405" y="757571"/>
                    <a:pt x="459912" y="752815"/>
                    <a:pt x="449381" y="751796"/>
                  </a:cubicBezTo>
                  <a:cubicBezTo>
                    <a:pt x="443606" y="751286"/>
                    <a:pt x="439869" y="748399"/>
                    <a:pt x="440209" y="741944"/>
                  </a:cubicBezTo>
                  <a:cubicBezTo>
                    <a:pt x="440548" y="733961"/>
                    <a:pt x="435623" y="730394"/>
                    <a:pt x="428319" y="728865"/>
                  </a:cubicBezTo>
                  <a:cubicBezTo>
                    <a:pt x="424921" y="728186"/>
                    <a:pt x="421524" y="728016"/>
                    <a:pt x="418127" y="727846"/>
                  </a:cubicBezTo>
                  <a:cubicBezTo>
                    <a:pt x="407426" y="727336"/>
                    <a:pt x="402840" y="720542"/>
                    <a:pt x="406916" y="710520"/>
                  </a:cubicBezTo>
                  <a:cubicBezTo>
                    <a:pt x="409464" y="704405"/>
                    <a:pt x="411333" y="698290"/>
                    <a:pt x="413541" y="692175"/>
                  </a:cubicBezTo>
                  <a:cubicBezTo>
                    <a:pt x="417278" y="682663"/>
                    <a:pt x="417108" y="672132"/>
                    <a:pt x="421354" y="662620"/>
                  </a:cubicBezTo>
                  <a:cubicBezTo>
                    <a:pt x="428319" y="646993"/>
                    <a:pt x="427469" y="632045"/>
                    <a:pt x="419656" y="616928"/>
                  </a:cubicBezTo>
                  <a:cubicBezTo>
                    <a:pt x="413031" y="604189"/>
                    <a:pt x="406747" y="591109"/>
                    <a:pt x="403349" y="577011"/>
                  </a:cubicBezTo>
                  <a:cubicBezTo>
                    <a:pt x="399782" y="562403"/>
                    <a:pt x="394177" y="548475"/>
                    <a:pt x="389081" y="534376"/>
                  </a:cubicBezTo>
                  <a:cubicBezTo>
                    <a:pt x="381098" y="512295"/>
                    <a:pt x="370567" y="491062"/>
                    <a:pt x="367849" y="467452"/>
                  </a:cubicBezTo>
                  <a:cubicBezTo>
                    <a:pt x="366490" y="455392"/>
                    <a:pt x="364791" y="443162"/>
                    <a:pt x="373794" y="432631"/>
                  </a:cubicBezTo>
                  <a:cubicBezTo>
                    <a:pt x="375323" y="430932"/>
                    <a:pt x="375832" y="428554"/>
                    <a:pt x="376681" y="426516"/>
                  </a:cubicBezTo>
                  <a:cubicBezTo>
                    <a:pt x="379739" y="418872"/>
                    <a:pt x="379060" y="412588"/>
                    <a:pt x="372265" y="406812"/>
                  </a:cubicBezTo>
                  <a:cubicBezTo>
                    <a:pt x="364452" y="400188"/>
                    <a:pt x="357487" y="392884"/>
                    <a:pt x="350693" y="385240"/>
                  </a:cubicBezTo>
                  <a:cubicBezTo>
                    <a:pt x="345258" y="379125"/>
                    <a:pt x="345597" y="375558"/>
                    <a:pt x="351542" y="370123"/>
                  </a:cubicBezTo>
                  <a:cubicBezTo>
                    <a:pt x="357657" y="364517"/>
                    <a:pt x="362753" y="363838"/>
                    <a:pt x="370736" y="368764"/>
                  </a:cubicBezTo>
                  <a:cubicBezTo>
                    <a:pt x="380249" y="374539"/>
                    <a:pt x="389931" y="379635"/>
                    <a:pt x="400292" y="383542"/>
                  </a:cubicBezTo>
                  <a:cubicBezTo>
                    <a:pt x="414900" y="388977"/>
                    <a:pt x="424752" y="384901"/>
                    <a:pt x="430697" y="370972"/>
                  </a:cubicBezTo>
                  <a:cubicBezTo>
                    <a:pt x="433584" y="364178"/>
                    <a:pt x="438001" y="360101"/>
                    <a:pt x="444795" y="357383"/>
                  </a:cubicBezTo>
                  <a:cubicBezTo>
                    <a:pt x="454647" y="353646"/>
                    <a:pt x="459403" y="342945"/>
                    <a:pt x="468915" y="338529"/>
                  </a:cubicBezTo>
                  <a:cubicBezTo>
                    <a:pt x="469934" y="338019"/>
                    <a:pt x="470104" y="335981"/>
                    <a:pt x="470444" y="334622"/>
                  </a:cubicBezTo>
                  <a:cubicBezTo>
                    <a:pt x="474011" y="323921"/>
                    <a:pt x="475200" y="322902"/>
                    <a:pt x="485901" y="322732"/>
                  </a:cubicBezTo>
                  <a:cubicBezTo>
                    <a:pt x="500509" y="322392"/>
                    <a:pt x="505435" y="317466"/>
                    <a:pt x="506114" y="302689"/>
                  </a:cubicBezTo>
                  <a:cubicBezTo>
                    <a:pt x="506624" y="289949"/>
                    <a:pt x="505265" y="277210"/>
                    <a:pt x="503566" y="264640"/>
                  </a:cubicBezTo>
                  <a:cubicBezTo>
                    <a:pt x="501868" y="252580"/>
                    <a:pt x="503906" y="241539"/>
                    <a:pt x="510700" y="231518"/>
                  </a:cubicBezTo>
                  <a:cubicBezTo>
                    <a:pt x="512908" y="228121"/>
                    <a:pt x="514267" y="224554"/>
                    <a:pt x="514607" y="220477"/>
                  </a:cubicBezTo>
                  <a:cubicBezTo>
                    <a:pt x="515626" y="209776"/>
                    <a:pt x="516475" y="199075"/>
                    <a:pt x="518344" y="188543"/>
                  </a:cubicBezTo>
                  <a:cubicBezTo>
                    <a:pt x="521231" y="172237"/>
                    <a:pt x="522081" y="155251"/>
                    <a:pt x="532782" y="141153"/>
                  </a:cubicBezTo>
                  <a:cubicBezTo>
                    <a:pt x="534820" y="138435"/>
                    <a:pt x="535500" y="134698"/>
                    <a:pt x="534480" y="131301"/>
                  </a:cubicBezTo>
                  <a:cubicBezTo>
                    <a:pt x="531933" y="123487"/>
                    <a:pt x="531593" y="114655"/>
                    <a:pt x="527686" y="107860"/>
                  </a:cubicBezTo>
                  <a:cubicBezTo>
                    <a:pt x="518853" y="92233"/>
                    <a:pt x="514607" y="73379"/>
                    <a:pt x="498980" y="61829"/>
                  </a:cubicBezTo>
                  <a:cubicBezTo>
                    <a:pt x="498131" y="61149"/>
                    <a:pt x="497451" y="60130"/>
                    <a:pt x="496772" y="59281"/>
                  </a:cubicBezTo>
                  <a:cubicBezTo>
                    <a:pt x="490147" y="50108"/>
                    <a:pt x="481145" y="43484"/>
                    <a:pt x="471293" y="38728"/>
                  </a:cubicBezTo>
                  <a:cubicBezTo>
                    <a:pt x="461101" y="33802"/>
                    <a:pt x="452439" y="27008"/>
                    <a:pt x="445644" y="18345"/>
                  </a:cubicBezTo>
                  <a:cubicBezTo>
                    <a:pt x="439699" y="10871"/>
                    <a:pt x="432056" y="7983"/>
                    <a:pt x="423223" y="5945"/>
                  </a:cubicBezTo>
                  <a:cubicBezTo>
                    <a:pt x="409634" y="3397"/>
                    <a:pt x="395706" y="1868"/>
                    <a:pt x="381777" y="0"/>
                  </a:cubicBezTo>
                  <a:cubicBezTo>
                    <a:pt x="378890" y="0"/>
                    <a:pt x="376172" y="0"/>
                    <a:pt x="373284" y="0"/>
                  </a:cubicBezTo>
                  <a:cubicBezTo>
                    <a:pt x="363772" y="3227"/>
                    <a:pt x="354430" y="6964"/>
                    <a:pt x="344918" y="9852"/>
                  </a:cubicBezTo>
                  <a:cubicBezTo>
                    <a:pt x="327932" y="14778"/>
                    <a:pt x="313154" y="23780"/>
                    <a:pt x="300075" y="35161"/>
                  </a:cubicBezTo>
                  <a:cubicBezTo>
                    <a:pt x="288695" y="45013"/>
                    <a:pt x="280202" y="57412"/>
                    <a:pt x="273407" y="71001"/>
                  </a:cubicBezTo>
                  <a:cubicBezTo>
                    <a:pt x="263216" y="91214"/>
                    <a:pt x="253194" y="111088"/>
                    <a:pt x="251156" y="134358"/>
                  </a:cubicBezTo>
                  <a:cubicBezTo>
                    <a:pt x="249797" y="150835"/>
                    <a:pt x="246909" y="167311"/>
                    <a:pt x="243172" y="183618"/>
                  </a:cubicBezTo>
                  <a:cubicBezTo>
                    <a:pt x="239435" y="200603"/>
                    <a:pt x="234510" y="217929"/>
                    <a:pt x="237907" y="235594"/>
                  </a:cubicBezTo>
                  <a:cubicBezTo>
                    <a:pt x="240794" y="250202"/>
                    <a:pt x="234510" y="261583"/>
                    <a:pt x="227375" y="272794"/>
                  </a:cubicBezTo>
                  <a:cubicBezTo>
                    <a:pt x="224488" y="277380"/>
                    <a:pt x="221091" y="279758"/>
                    <a:pt x="214636" y="276530"/>
                  </a:cubicBezTo>
                  <a:cubicBezTo>
                    <a:pt x="205124" y="271605"/>
                    <a:pt x="196801" y="275681"/>
                    <a:pt x="194423" y="286382"/>
                  </a:cubicBezTo>
                  <a:cubicBezTo>
                    <a:pt x="190007" y="305237"/>
                    <a:pt x="181514" y="321713"/>
                    <a:pt x="167925" y="335641"/>
                  </a:cubicBezTo>
                  <a:cubicBezTo>
                    <a:pt x="162659" y="341077"/>
                    <a:pt x="157903" y="347192"/>
                    <a:pt x="153317" y="353307"/>
                  </a:cubicBezTo>
                  <a:cubicBezTo>
                    <a:pt x="140747" y="370123"/>
                    <a:pt x="126309" y="385240"/>
                    <a:pt x="115948" y="403585"/>
                  </a:cubicBezTo>
                  <a:cubicBezTo>
                    <a:pt x="99811" y="431612"/>
                    <a:pt x="81976" y="458449"/>
                    <a:pt x="59045" y="481550"/>
                  </a:cubicBezTo>
                  <a:cubicBezTo>
                    <a:pt x="55138" y="485627"/>
                    <a:pt x="51062" y="489703"/>
                    <a:pt x="49193" y="495139"/>
                  </a:cubicBezTo>
                  <a:cubicBezTo>
                    <a:pt x="39681" y="521807"/>
                    <a:pt x="33057" y="549494"/>
                    <a:pt x="29320" y="577181"/>
                  </a:cubicBezTo>
                  <a:cubicBezTo>
                    <a:pt x="25753" y="604698"/>
                    <a:pt x="23035" y="632895"/>
                    <a:pt x="29320" y="660752"/>
                  </a:cubicBezTo>
                  <a:cubicBezTo>
                    <a:pt x="30169" y="664658"/>
                    <a:pt x="29320" y="667546"/>
                    <a:pt x="25753" y="670264"/>
                  </a:cubicBezTo>
                  <a:cubicBezTo>
                    <a:pt x="3841" y="686230"/>
                    <a:pt x="-2104" y="709331"/>
                    <a:pt x="614" y="734131"/>
                  </a:cubicBezTo>
                  <a:cubicBezTo>
                    <a:pt x="3501" y="762497"/>
                    <a:pt x="10126" y="790354"/>
                    <a:pt x="17600" y="818041"/>
                  </a:cubicBezTo>
                  <a:cubicBezTo>
                    <a:pt x="23375" y="838934"/>
                    <a:pt x="30509" y="859656"/>
                    <a:pt x="34416" y="881059"/>
                  </a:cubicBezTo>
                  <a:cubicBezTo>
                    <a:pt x="38492" y="903480"/>
                    <a:pt x="44098" y="925052"/>
                    <a:pt x="53949" y="945435"/>
                  </a:cubicBezTo>
                  <a:cubicBezTo>
                    <a:pt x="59725" y="957325"/>
                    <a:pt x="61763" y="969555"/>
                    <a:pt x="61763" y="982295"/>
                  </a:cubicBezTo>
                  <a:cubicBezTo>
                    <a:pt x="61763" y="992996"/>
                    <a:pt x="60574" y="1003697"/>
                    <a:pt x="59894" y="1014398"/>
                  </a:cubicBezTo>
                  <a:cubicBezTo>
                    <a:pt x="57856" y="1042934"/>
                    <a:pt x="53440" y="1071131"/>
                    <a:pt x="54289" y="1099837"/>
                  </a:cubicBezTo>
                  <a:cubicBezTo>
                    <a:pt x="55138" y="1126335"/>
                    <a:pt x="63801" y="1149436"/>
                    <a:pt x="79768" y="1170498"/>
                  </a:cubicBezTo>
                  <a:cubicBezTo>
                    <a:pt x="85204" y="1177632"/>
                    <a:pt x="92847" y="1181709"/>
                    <a:pt x="97943" y="1188673"/>
                  </a:cubicBezTo>
                  <a:cubicBezTo>
                    <a:pt x="102189" y="1194449"/>
                    <a:pt x="108814" y="1197676"/>
                    <a:pt x="115269" y="1200903"/>
                  </a:cubicBezTo>
                  <a:cubicBezTo>
                    <a:pt x="123252" y="1205150"/>
                    <a:pt x="131575" y="1208377"/>
                    <a:pt x="140408" y="1210755"/>
                  </a:cubicBezTo>
                  <a:cubicBezTo>
                    <a:pt x="158922" y="1215851"/>
                    <a:pt x="177267" y="1221966"/>
                    <a:pt x="196801" y="1222985"/>
                  </a:cubicBezTo>
                  <a:cubicBezTo>
                    <a:pt x="211239" y="1223834"/>
                    <a:pt x="225677" y="1224514"/>
                    <a:pt x="239945" y="1225872"/>
                  </a:cubicBezTo>
                  <a:cubicBezTo>
                    <a:pt x="255402" y="1227401"/>
                    <a:pt x="255232" y="1227741"/>
                    <a:pt x="259649" y="1242349"/>
                  </a:cubicBezTo>
                  <a:cubicBezTo>
                    <a:pt x="261517" y="1248294"/>
                    <a:pt x="262536" y="1255428"/>
                    <a:pt x="270690" y="1256787"/>
                  </a:cubicBezTo>
                  <a:cubicBezTo>
                    <a:pt x="282410" y="1258655"/>
                    <a:pt x="293790" y="1257126"/>
                    <a:pt x="304661" y="1252031"/>
                  </a:cubicBezTo>
                  <a:cubicBezTo>
                    <a:pt x="310946" y="1249143"/>
                    <a:pt x="313834" y="1244387"/>
                    <a:pt x="314004" y="1237253"/>
                  </a:cubicBezTo>
                  <a:cubicBezTo>
                    <a:pt x="314004" y="1223834"/>
                    <a:pt x="314683" y="1223494"/>
                    <a:pt x="327762" y="1223494"/>
                  </a:cubicBezTo>
                  <a:cubicBezTo>
                    <a:pt x="331159" y="1223494"/>
                    <a:pt x="334556" y="1223834"/>
                    <a:pt x="337954" y="1224174"/>
                  </a:cubicBezTo>
                  <a:cubicBezTo>
                    <a:pt x="341351" y="1224514"/>
                    <a:pt x="344578" y="1226212"/>
                    <a:pt x="344578" y="1229779"/>
                  </a:cubicBezTo>
                  <a:cubicBezTo>
                    <a:pt x="344408" y="1240141"/>
                    <a:pt x="351203" y="1241160"/>
                    <a:pt x="359016" y="1241500"/>
                  </a:cubicBezTo>
                  <a:cubicBezTo>
                    <a:pt x="365980" y="1241839"/>
                    <a:pt x="367509" y="1245576"/>
                    <a:pt x="365811" y="1251861"/>
                  </a:cubicBezTo>
                  <a:cubicBezTo>
                    <a:pt x="364112" y="1258485"/>
                    <a:pt x="358846" y="1260184"/>
                    <a:pt x="353241" y="1261543"/>
                  </a:cubicBezTo>
                  <a:cubicBezTo>
                    <a:pt x="350693" y="1262222"/>
                    <a:pt x="346447" y="1261883"/>
                    <a:pt x="347636" y="1266639"/>
                  </a:cubicBezTo>
                  <a:cubicBezTo>
                    <a:pt x="350014" y="1277340"/>
                    <a:pt x="348655" y="1288041"/>
                    <a:pt x="348315" y="1298742"/>
                  </a:cubicBezTo>
                  <a:cubicBezTo>
                    <a:pt x="348145" y="1304347"/>
                    <a:pt x="346447" y="1310462"/>
                    <a:pt x="348994" y="1315558"/>
                  </a:cubicBezTo>
                  <a:cubicBezTo>
                    <a:pt x="352222" y="1322013"/>
                    <a:pt x="350014" y="1328807"/>
                    <a:pt x="349504" y="1334582"/>
                  </a:cubicBezTo>
                  <a:cubicBezTo>
                    <a:pt x="348485" y="1345623"/>
                    <a:pt x="347975" y="1356324"/>
                    <a:pt x="348994" y="1367365"/>
                  </a:cubicBezTo>
                  <a:cubicBezTo>
                    <a:pt x="349504" y="1372801"/>
                    <a:pt x="349504" y="1378236"/>
                    <a:pt x="349164" y="1383502"/>
                  </a:cubicBezTo>
                  <a:cubicBezTo>
                    <a:pt x="348825" y="1392504"/>
                    <a:pt x="346616" y="1401846"/>
                    <a:pt x="347975" y="1410679"/>
                  </a:cubicBezTo>
                  <a:cubicBezTo>
                    <a:pt x="349844" y="1421720"/>
                    <a:pt x="349674" y="1433100"/>
                    <a:pt x="349164" y="1443802"/>
                  </a:cubicBezTo>
                  <a:cubicBezTo>
                    <a:pt x="348145" y="1461637"/>
                    <a:pt x="348485" y="1479472"/>
                    <a:pt x="346616" y="1497137"/>
                  </a:cubicBezTo>
                  <a:cubicBezTo>
                    <a:pt x="345767" y="1505291"/>
                    <a:pt x="343559" y="1506989"/>
                    <a:pt x="336255" y="1503932"/>
                  </a:cubicBezTo>
                  <a:cubicBezTo>
                    <a:pt x="321647" y="1497987"/>
                    <a:pt x="306700" y="1493061"/>
                    <a:pt x="292431" y="1486096"/>
                  </a:cubicBezTo>
                  <a:cubicBezTo>
                    <a:pt x="267802" y="1474206"/>
                    <a:pt x="242323" y="1463845"/>
                    <a:pt x="216335" y="1454842"/>
                  </a:cubicBezTo>
                  <a:cubicBezTo>
                    <a:pt x="203425" y="1450426"/>
                    <a:pt x="194593" y="1454333"/>
                    <a:pt x="193743" y="1467922"/>
                  </a:cubicBezTo>
                  <a:cubicBezTo>
                    <a:pt x="192384" y="1489833"/>
                    <a:pt x="184911" y="1513104"/>
                    <a:pt x="201387" y="1533147"/>
                  </a:cubicBezTo>
                  <a:cubicBezTo>
                    <a:pt x="202406" y="1534336"/>
                    <a:pt x="202916" y="1536205"/>
                    <a:pt x="203086" y="1537903"/>
                  </a:cubicBezTo>
                  <a:cubicBezTo>
                    <a:pt x="203255" y="1541301"/>
                    <a:pt x="204614" y="1543509"/>
                    <a:pt x="208012" y="1545037"/>
                  </a:cubicBezTo>
                  <a:cubicBezTo>
                    <a:pt x="212598" y="1547076"/>
                    <a:pt x="212937" y="1551662"/>
                    <a:pt x="212598" y="1556078"/>
                  </a:cubicBezTo>
                  <a:cubicBezTo>
                    <a:pt x="212258" y="1560665"/>
                    <a:pt x="208181" y="1560834"/>
                    <a:pt x="205124" y="1561854"/>
                  </a:cubicBezTo>
                  <a:cubicBezTo>
                    <a:pt x="183212" y="1568478"/>
                    <a:pt x="160791" y="1572894"/>
                    <a:pt x="138369" y="1577650"/>
                  </a:cubicBezTo>
                  <a:cubicBezTo>
                    <a:pt x="116797" y="1582237"/>
                    <a:pt x="95225" y="1586653"/>
                    <a:pt x="73653" y="1591579"/>
                  </a:cubicBezTo>
                  <a:cubicBezTo>
                    <a:pt x="64651" y="1593617"/>
                    <a:pt x="55818" y="1597524"/>
                    <a:pt x="54119" y="1608055"/>
                  </a:cubicBezTo>
                  <a:cubicBezTo>
                    <a:pt x="49873" y="1634893"/>
                    <a:pt x="44098" y="1662070"/>
                    <a:pt x="66009" y="1685001"/>
                  </a:cubicBezTo>
                  <a:cubicBezTo>
                    <a:pt x="66009" y="1695363"/>
                    <a:pt x="74502" y="1696722"/>
                    <a:pt x="81467" y="1699949"/>
                  </a:cubicBezTo>
                  <a:cubicBezTo>
                    <a:pt x="91658" y="1704535"/>
                    <a:pt x="107625" y="1703006"/>
                    <a:pt x="115608" y="1695193"/>
                  </a:cubicBezTo>
                  <a:cubicBezTo>
                    <a:pt x="127838" y="1683303"/>
                    <a:pt x="134802" y="1668695"/>
                    <a:pt x="134123" y="1651199"/>
                  </a:cubicBezTo>
                  <a:cubicBezTo>
                    <a:pt x="133953" y="1647463"/>
                    <a:pt x="133274" y="1644065"/>
                    <a:pt x="131235" y="1640668"/>
                  </a:cubicBezTo>
                  <a:cubicBezTo>
                    <a:pt x="125290" y="1631156"/>
                    <a:pt x="126819" y="1627759"/>
                    <a:pt x="137860" y="1626400"/>
                  </a:cubicBezTo>
                  <a:cubicBezTo>
                    <a:pt x="171832" y="1621984"/>
                    <a:pt x="205634" y="1616548"/>
                    <a:pt x="239775" y="1615529"/>
                  </a:cubicBezTo>
                  <a:cubicBezTo>
                    <a:pt x="241813" y="1615529"/>
                    <a:pt x="244531" y="1615699"/>
                    <a:pt x="245550" y="1614680"/>
                  </a:cubicBezTo>
                  <a:cubicBezTo>
                    <a:pt x="250986" y="1608055"/>
                    <a:pt x="258969" y="1609754"/>
                    <a:pt x="265933" y="1608395"/>
                  </a:cubicBezTo>
                  <a:cubicBezTo>
                    <a:pt x="282580" y="1605337"/>
                    <a:pt x="299396" y="1602790"/>
                    <a:pt x="316042" y="1599902"/>
                  </a:cubicBezTo>
                  <a:cubicBezTo>
                    <a:pt x="327083" y="1598033"/>
                    <a:pt x="338124" y="1597694"/>
                    <a:pt x="348994" y="1599053"/>
                  </a:cubicBezTo>
                  <a:cubicBezTo>
                    <a:pt x="356468" y="1600072"/>
                    <a:pt x="363432" y="1602790"/>
                    <a:pt x="364112" y="1612132"/>
                  </a:cubicBezTo>
                  <a:cubicBezTo>
                    <a:pt x="365471" y="1630816"/>
                    <a:pt x="368698" y="1649161"/>
                    <a:pt x="368528" y="1668015"/>
                  </a:cubicBezTo>
                  <a:cubicBezTo>
                    <a:pt x="368358" y="1680585"/>
                    <a:pt x="366150" y="1682453"/>
                    <a:pt x="353750" y="1679906"/>
                  </a:cubicBezTo>
                  <a:cubicBezTo>
                    <a:pt x="348655" y="1678886"/>
                    <a:pt x="346107" y="1680075"/>
                    <a:pt x="345427" y="1685171"/>
                  </a:cubicBezTo>
                  <a:cubicBezTo>
                    <a:pt x="345088" y="1688229"/>
                    <a:pt x="344578" y="1691286"/>
                    <a:pt x="344578" y="1694513"/>
                  </a:cubicBezTo>
                  <a:cubicBezTo>
                    <a:pt x="344748" y="1726107"/>
                    <a:pt x="348825" y="1756852"/>
                    <a:pt x="361394" y="1786067"/>
                  </a:cubicBezTo>
                  <a:cubicBezTo>
                    <a:pt x="363772" y="1791503"/>
                    <a:pt x="367000" y="1796259"/>
                    <a:pt x="372435" y="1798297"/>
                  </a:cubicBezTo>
                  <a:cubicBezTo>
                    <a:pt x="387722" y="1804072"/>
                    <a:pt x="403349" y="1808829"/>
                    <a:pt x="419995" y="1808998"/>
                  </a:cubicBezTo>
                  <a:cubicBezTo>
                    <a:pt x="425771" y="1809168"/>
                    <a:pt x="431376" y="1807639"/>
                    <a:pt x="435453" y="1803223"/>
                  </a:cubicBezTo>
                  <a:cubicBezTo>
                    <a:pt x="448532" y="1789295"/>
                    <a:pt x="456006" y="1772988"/>
                    <a:pt x="456006" y="1753624"/>
                  </a:cubicBezTo>
                  <a:cubicBezTo>
                    <a:pt x="456006" y="1743263"/>
                    <a:pt x="450570" y="1736639"/>
                    <a:pt x="441568" y="1732562"/>
                  </a:cubicBezTo>
                  <a:cubicBezTo>
                    <a:pt x="438510" y="1731203"/>
                    <a:pt x="435283" y="1729844"/>
                    <a:pt x="432056" y="1729165"/>
                  </a:cubicBezTo>
                  <a:cubicBezTo>
                    <a:pt x="422374" y="1727126"/>
                    <a:pt x="418297" y="1721181"/>
                    <a:pt x="417108" y="1711499"/>
                  </a:cubicBezTo>
                  <a:cubicBezTo>
                    <a:pt x="413371" y="1679736"/>
                    <a:pt x="412692" y="1647632"/>
                    <a:pt x="410653" y="1615869"/>
                  </a:cubicBezTo>
                  <a:cubicBezTo>
                    <a:pt x="409804" y="1603299"/>
                    <a:pt x="413201" y="1599562"/>
                    <a:pt x="425771" y="1597694"/>
                  </a:cubicBezTo>
                  <a:cubicBezTo>
                    <a:pt x="442417" y="1595316"/>
                    <a:pt x="459063" y="1597524"/>
                    <a:pt x="475709" y="1599053"/>
                  </a:cubicBezTo>
                  <a:cubicBezTo>
                    <a:pt x="502377" y="1601770"/>
                    <a:pt x="529045" y="1605847"/>
                    <a:pt x="555713" y="1608395"/>
                  </a:cubicBezTo>
                  <a:cubicBezTo>
                    <a:pt x="591553" y="1611792"/>
                    <a:pt x="627223" y="1614850"/>
                    <a:pt x="662894" y="1618926"/>
                  </a:cubicBezTo>
                  <a:cubicBezTo>
                    <a:pt x="670537" y="1619775"/>
                    <a:pt x="674105" y="1623173"/>
                    <a:pt x="671726" y="1630477"/>
                  </a:cubicBezTo>
                  <a:cubicBezTo>
                    <a:pt x="665951" y="1647802"/>
                    <a:pt x="672916" y="1663259"/>
                    <a:pt x="680389" y="1677188"/>
                  </a:cubicBezTo>
                  <a:cubicBezTo>
                    <a:pt x="686844" y="1689418"/>
                    <a:pt x="691770" y="1701478"/>
                    <a:pt x="694488" y="1714896"/>
                  </a:cubicBezTo>
                  <a:cubicBezTo>
                    <a:pt x="698904" y="1736299"/>
                    <a:pt x="712493" y="1748019"/>
                    <a:pt x="733725" y="1752945"/>
                  </a:cubicBezTo>
                  <a:cubicBezTo>
                    <a:pt x="755637" y="1758041"/>
                    <a:pt x="777888" y="1758890"/>
                    <a:pt x="800140" y="1760758"/>
                  </a:cubicBezTo>
                  <a:cubicBezTo>
                    <a:pt x="802858" y="1760928"/>
                    <a:pt x="805915" y="1761438"/>
                    <a:pt x="808463" y="1759739"/>
                  </a:cubicBezTo>
                  <a:cubicBezTo>
                    <a:pt x="813729" y="1755832"/>
                    <a:pt x="819504" y="1756512"/>
                    <a:pt x="825449" y="1757022"/>
                  </a:cubicBezTo>
                  <a:cubicBezTo>
                    <a:pt x="842605" y="1758041"/>
                    <a:pt x="858911" y="1762117"/>
                    <a:pt x="875217" y="1766873"/>
                  </a:cubicBezTo>
                  <a:cubicBezTo>
                    <a:pt x="906981" y="1776386"/>
                    <a:pt x="939084" y="1781651"/>
                    <a:pt x="972207" y="1778594"/>
                  </a:cubicBezTo>
                  <a:cubicBezTo>
                    <a:pt x="999724" y="1776046"/>
                    <a:pt x="1027411" y="1773498"/>
                    <a:pt x="1054589" y="1768572"/>
                  </a:cubicBezTo>
                  <a:cubicBezTo>
                    <a:pt x="1070725" y="1765684"/>
                    <a:pt x="1085673" y="1761608"/>
                    <a:pt x="1096204" y="1747339"/>
                  </a:cubicBezTo>
                  <a:cubicBezTo>
                    <a:pt x="1101979" y="1739526"/>
                    <a:pt x="1104527" y="1727806"/>
                    <a:pt x="1099771" y="1719483"/>
                  </a:cubicBezTo>
                  <a:cubicBezTo>
                    <a:pt x="1087371" y="1697401"/>
                    <a:pt x="1068857" y="1685171"/>
                    <a:pt x="1043038" y="1684662"/>
                  </a:cubicBezTo>
                  <a:cubicBezTo>
                    <a:pt x="1036074" y="1684492"/>
                    <a:pt x="1028430" y="1685851"/>
                    <a:pt x="1022145" y="1682623"/>
                  </a:cubicBezTo>
                  <a:cubicBezTo>
                    <a:pt x="1015011" y="1678886"/>
                    <a:pt x="1008387" y="1677867"/>
                    <a:pt x="1001253" y="1681434"/>
                  </a:cubicBezTo>
                  <a:cubicBezTo>
                    <a:pt x="999215" y="1682453"/>
                    <a:pt x="995987" y="1683473"/>
                    <a:pt x="995308" y="1680755"/>
                  </a:cubicBezTo>
                  <a:cubicBezTo>
                    <a:pt x="993609" y="1672432"/>
                    <a:pt x="986305" y="1673111"/>
                    <a:pt x="980870" y="1671243"/>
                  </a:cubicBezTo>
                  <a:cubicBezTo>
                    <a:pt x="969319" y="1667336"/>
                    <a:pt x="957769" y="1663939"/>
                    <a:pt x="948257" y="1655616"/>
                  </a:cubicBezTo>
                  <a:cubicBezTo>
                    <a:pt x="947068" y="1654597"/>
                    <a:pt x="945029" y="1653917"/>
                    <a:pt x="945539" y="1651879"/>
                  </a:cubicBezTo>
                  <a:cubicBezTo>
                    <a:pt x="946049" y="1649501"/>
                    <a:pt x="948427" y="1649331"/>
                    <a:pt x="950295" y="1649331"/>
                  </a:cubicBezTo>
                  <a:cubicBezTo>
                    <a:pt x="955051" y="1649161"/>
                    <a:pt x="959977" y="1648991"/>
                    <a:pt x="964733" y="1648991"/>
                  </a:cubicBezTo>
                  <a:cubicBezTo>
                    <a:pt x="989023" y="1648991"/>
                    <a:pt x="1013483" y="1649840"/>
                    <a:pt x="1037773" y="1646783"/>
                  </a:cubicBezTo>
                  <a:cubicBezTo>
                    <a:pt x="1055947" y="1644575"/>
                    <a:pt x="1075821" y="1645084"/>
                    <a:pt x="1088560" y="1626740"/>
                  </a:cubicBezTo>
                  <a:cubicBezTo>
                    <a:pt x="1093147" y="1619945"/>
                    <a:pt x="1097053" y="1614510"/>
                    <a:pt x="1092467" y="1607206"/>
                  </a:cubicBezTo>
                  <a:cubicBezTo>
                    <a:pt x="1087202" y="1598883"/>
                    <a:pt x="1084144" y="1588182"/>
                    <a:pt x="1071235" y="1587842"/>
                  </a:cubicBezTo>
                  <a:cubicBezTo>
                    <a:pt x="1066819" y="1587842"/>
                    <a:pt x="1061383" y="1589880"/>
                    <a:pt x="1058326" y="1584105"/>
                  </a:cubicBezTo>
                  <a:cubicBezTo>
                    <a:pt x="1057646" y="1582916"/>
                    <a:pt x="1056627" y="1583426"/>
                    <a:pt x="1055947" y="1584615"/>
                  </a:cubicBezTo>
                  <a:cubicBezTo>
                    <a:pt x="1053230" y="1589880"/>
                    <a:pt x="1048474" y="1588012"/>
                    <a:pt x="1044737" y="1587332"/>
                  </a:cubicBezTo>
                  <a:cubicBezTo>
                    <a:pt x="1039471" y="1586483"/>
                    <a:pt x="1034715" y="1583595"/>
                    <a:pt x="1029959" y="1581387"/>
                  </a:cubicBezTo>
                  <a:cubicBezTo>
                    <a:pt x="1021296" y="1577650"/>
                    <a:pt x="1014332" y="1569667"/>
                    <a:pt x="1003461" y="1570347"/>
                  </a:cubicBezTo>
                  <a:cubicBezTo>
                    <a:pt x="998195" y="1570686"/>
                    <a:pt x="994968" y="1566610"/>
                    <a:pt x="994968" y="1561514"/>
                  </a:cubicBezTo>
                  <a:cubicBezTo>
                    <a:pt x="994459" y="1537394"/>
                    <a:pt x="994119" y="1513444"/>
                    <a:pt x="995987" y="1489324"/>
                  </a:cubicBezTo>
                  <a:cubicBezTo>
                    <a:pt x="996327" y="1485757"/>
                    <a:pt x="998026" y="1483209"/>
                    <a:pt x="1001253" y="1482360"/>
                  </a:cubicBezTo>
                  <a:cubicBezTo>
                    <a:pt x="1008727" y="1480321"/>
                    <a:pt x="1008727" y="1474886"/>
                    <a:pt x="1008047" y="1468941"/>
                  </a:cubicBezTo>
                  <a:cubicBezTo>
                    <a:pt x="1007538" y="1465034"/>
                    <a:pt x="1006688" y="1461127"/>
                    <a:pt x="1006519" y="1457220"/>
                  </a:cubicBezTo>
                  <a:cubicBezTo>
                    <a:pt x="1005160" y="1434969"/>
                    <a:pt x="1005329" y="1412378"/>
                    <a:pt x="1002442" y="1390296"/>
                  </a:cubicBezTo>
                  <a:cubicBezTo>
                    <a:pt x="995648" y="1336451"/>
                    <a:pt x="1001593" y="1282775"/>
                    <a:pt x="1006519" y="1229439"/>
                  </a:cubicBezTo>
                  <a:cubicBezTo>
                    <a:pt x="1010425" y="1186635"/>
                    <a:pt x="1016370" y="1144170"/>
                    <a:pt x="1015691" y="1100856"/>
                  </a:cubicBezTo>
                  <a:cubicBezTo>
                    <a:pt x="1015351" y="1081832"/>
                    <a:pt x="1010595" y="1065356"/>
                    <a:pt x="999724" y="1050238"/>
                  </a:cubicBezTo>
                  <a:cubicBezTo>
                    <a:pt x="995817" y="1044803"/>
                    <a:pt x="993609" y="1039028"/>
                    <a:pt x="992760" y="1032403"/>
                  </a:cubicBezTo>
                  <a:cubicBezTo>
                    <a:pt x="991231" y="1022381"/>
                    <a:pt x="990042" y="1011850"/>
                    <a:pt x="983248" y="1004037"/>
                  </a:cubicBezTo>
                  <a:cubicBezTo>
                    <a:pt x="979001" y="999111"/>
                    <a:pt x="979171" y="996053"/>
                    <a:pt x="981719" y="990957"/>
                  </a:cubicBezTo>
                  <a:cubicBezTo>
                    <a:pt x="1032337" y="889891"/>
                    <a:pt x="1082785" y="788825"/>
                    <a:pt x="1133403" y="687759"/>
                  </a:cubicBezTo>
                  <a:cubicBezTo>
                    <a:pt x="1134592" y="685381"/>
                    <a:pt x="1135102" y="682324"/>
                    <a:pt x="1137819" y="680795"/>
                  </a:cubicBezTo>
                  <a:cubicBezTo>
                    <a:pt x="1137819" y="680285"/>
                    <a:pt x="1137819" y="679606"/>
                    <a:pt x="1137819" y="679096"/>
                  </a:cubicBezTo>
                  <a:cubicBezTo>
                    <a:pt x="1135442" y="675359"/>
                    <a:pt x="1131365" y="673831"/>
                    <a:pt x="1127628" y="671962"/>
                  </a:cubicBezTo>
                  <a:close/>
                  <a:moveTo>
                    <a:pt x="187798" y="1154022"/>
                  </a:moveTo>
                  <a:cubicBezTo>
                    <a:pt x="172851" y="1168800"/>
                    <a:pt x="159432" y="1169479"/>
                    <a:pt x="143125" y="1155891"/>
                  </a:cubicBezTo>
                  <a:cubicBezTo>
                    <a:pt x="137690" y="1151304"/>
                    <a:pt x="130896" y="1148926"/>
                    <a:pt x="125630" y="1144000"/>
                  </a:cubicBezTo>
                  <a:cubicBezTo>
                    <a:pt x="108984" y="1128204"/>
                    <a:pt x="105417" y="1107481"/>
                    <a:pt x="103548" y="1086079"/>
                  </a:cubicBezTo>
                  <a:cubicBezTo>
                    <a:pt x="103039" y="1080813"/>
                    <a:pt x="103548" y="1075377"/>
                    <a:pt x="103548" y="1069942"/>
                  </a:cubicBezTo>
                  <a:cubicBezTo>
                    <a:pt x="104228" y="1045652"/>
                    <a:pt x="107455" y="1021532"/>
                    <a:pt x="107795" y="997242"/>
                  </a:cubicBezTo>
                  <a:cubicBezTo>
                    <a:pt x="107965" y="989938"/>
                    <a:pt x="113740" y="985012"/>
                    <a:pt x="120364" y="987051"/>
                  </a:cubicBezTo>
                  <a:cubicBezTo>
                    <a:pt x="125120" y="988410"/>
                    <a:pt x="126989" y="993335"/>
                    <a:pt x="128687" y="997072"/>
                  </a:cubicBezTo>
                  <a:cubicBezTo>
                    <a:pt x="134463" y="1008962"/>
                    <a:pt x="143125" y="1018135"/>
                    <a:pt x="152128" y="1027817"/>
                  </a:cubicBezTo>
                  <a:cubicBezTo>
                    <a:pt x="161810" y="1038178"/>
                    <a:pt x="168265" y="1051427"/>
                    <a:pt x="176078" y="1063317"/>
                  </a:cubicBezTo>
                  <a:cubicBezTo>
                    <a:pt x="176588" y="1064167"/>
                    <a:pt x="177097" y="1065695"/>
                    <a:pt x="176758" y="1066545"/>
                  </a:cubicBezTo>
                  <a:cubicBezTo>
                    <a:pt x="170643" y="1088796"/>
                    <a:pt x="183892" y="1106292"/>
                    <a:pt x="192215" y="1124636"/>
                  </a:cubicBezTo>
                  <a:cubicBezTo>
                    <a:pt x="199858" y="1141453"/>
                    <a:pt x="201047" y="1140943"/>
                    <a:pt x="187798" y="1154022"/>
                  </a:cubicBezTo>
                  <a:close/>
                  <a:moveTo>
                    <a:pt x="795724" y="1195638"/>
                  </a:moveTo>
                  <a:cubicBezTo>
                    <a:pt x="790458" y="1223155"/>
                    <a:pt x="786211" y="1250842"/>
                    <a:pt x="783663" y="1278699"/>
                  </a:cubicBezTo>
                  <a:cubicBezTo>
                    <a:pt x="782135" y="1295854"/>
                    <a:pt x="782305" y="1313180"/>
                    <a:pt x="782305" y="1330506"/>
                  </a:cubicBezTo>
                  <a:cubicBezTo>
                    <a:pt x="782305" y="1344604"/>
                    <a:pt x="780436" y="1358362"/>
                    <a:pt x="772962" y="1370422"/>
                  </a:cubicBezTo>
                  <a:cubicBezTo>
                    <a:pt x="755467" y="1398789"/>
                    <a:pt x="753599" y="1430553"/>
                    <a:pt x="750201" y="1462486"/>
                  </a:cubicBezTo>
                  <a:cubicBezTo>
                    <a:pt x="744936" y="1510896"/>
                    <a:pt x="732706" y="1558117"/>
                    <a:pt x="721495" y="1605337"/>
                  </a:cubicBezTo>
                  <a:cubicBezTo>
                    <a:pt x="721325" y="1605677"/>
                    <a:pt x="720816" y="1606017"/>
                    <a:pt x="720306" y="1606526"/>
                  </a:cubicBezTo>
                  <a:cubicBezTo>
                    <a:pt x="717418" y="1600242"/>
                    <a:pt x="720306" y="1592598"/>
                    <a:pt x="715041" y="1586313"/>
                  </a:cubicBezTo>
                  <a:cubicBezTo>
                    <a:pt x="711473" y="1582237"/>
                    <a:pt x="708076" y="1579179"/>
                    <a:pt x="702981" y="1577820"/>
                  </a:cubicBezTo>
                  <a:cubicBezTo>
                    <a:pt x="674274" y="1569837"/>
                    <a:pt x="644719" y="1567119"/>
                    <a:pt x="615673" y="1561174"/>
                  </a:cubicBezTo>
                  <a:cubicBezTo>
                    <a:pt x="607180" y="1559475"/>
                    <a:pt x="598517" y="1557437"/>
                    <a:pt x="590024" y="1555739"/>
                  </a:cubicBezTo>
                  <a:cubicBezTo>
                    <a:pt x="586967" y="1555229"/>
                    <a:pt x="585778" y="1553700"/>
                    <a:pt x="585778" y="1550643"/>
                  </a:cubicBezTo>
                  <a:cubicBezTo>
                    <a:pt x="585268" y="1539092"/>
                    <a:pt x="584419" y="1528221"/>
                    <a:pt x="589515" y="1516671"/>
                  </a:cubicBezTo>
                  <a:cubicBezTo>
                    <a:pt x="594950" y="1504611"/>
                    <a:pt x="593082" y="1491192"/>
                    <a:pt x="585608" y="1479302"/>
                  </a:cubicBezTo>
                  <a:cubicBezTo>
                    <a:pt x="584079" y="1476924"/>
                    <a:pt x="582041" y="1475225"/>
                    <a:pt x="579493" y="1475395"/>
                  </a:cubicBezTo>
                  <a:cubicBezTo>
                    <a:pt x="571170" y="1475565"/>
                    <a:pt x="569981" y="1470639"/>
                    <a:pt x="569471" y="1463675"/>
                  </a:cubicBezTo>
                  <a:cubicBezTo>
                    <a:pt x="568792" y="1453484"/>
                    <a:pt x="564036" y="1446349"/>
                    <a:pt x="553335" y="1443292"/>
                  </a:cubicBezTo>
                  <a:cubicBezTo>
                    <a:pt x="548749" y="1441933"/>
                    <a:pt x="545182" y="1442443"/>
                    <a:pt x="541275" y="1444481"/>
                  </a:cubicBezTo>
                  <a:cubicBezTo>
                    <a:pt x="508322" y="1460618"/>
                    <a:pt x="475200" y="1476584"/>
                    <a:pt x="442077" y="1492381"/>
                  </a:cubicBezTo>
                  <a:cubicBezTo>
                    <a:pt x="426110" y="1500025"/>
                    <a:pt x="424921" y="1499006"/>
                    <a:pt x="424072" y="1481340"/>
                  </a:cubicBezTo>
                  <a:cubicBezTo>
                    <a:pt x="421015" y="1423928"/>
                    <a:pt x="421864" y="1366346"/>
                    <a:pt x="423053" y="1308933"/>
                  </a:cubicBezTo>
                  <a:cubicBezTo>
                    <a:pt x="423393" y="1293986"/>
                    <a:pt x="421185" y="1279038"/>
                    <a:pt x="423393" y="1264261"/>
                  </a:cubicBezTo>
                  <a:cubicBezTo>
                    <a:pt x="423902" y="1261033"/>
                    <a:pt x="421864" y="1259505"/>
                    <a:pt x="419486" y="1258485"/>
                  </a:cubicBezTo>
                  <a:cubicBezTo>
                    <a:pt x="416259" y="1256957"/>
                    <a:pt x="412692" y="1255768"/>
                    <a:pt x="409294" y="1254239"/>
                  </a:cubicBezTo>
                  <a:cubicBezTo>
                    <a:pt x="407426" y="1253559"/>
                    <a:pt x="405218" y="1253220"/>
                    <a:pt x="404708" y="1251012"/>
                  </a:cubicBezTo>
                  <a:cubicBezTo>
                    <a:pt x="404199" y="1248294"/>
                    <a:pt x="406407" y="1247275"/>
                    <a:pt x="408275" y="1246086"/>
                  </a:cubicBezTo>
                  <a:cubicBezTo>
                    <a:pt x="410144" y="1244897"/>
                    <a:pt x="412522" y="1243538"/>
                    <a:pt x="413371" y="1241669"/>
                  </a:cubicBezTo>
                  <a:cubicBezTo>
                    <a:pt x="418807" y="1229609"/>
                    <a:pt x="428828" y="1229439"/>
                    <a:pt x="440039" y="1229439"/>
                  </a:cubicBezTo>
                  <a:cubicBezTo>
                    <a:pt x="488449" y="1229779"/>
                    <a:pt x="536859" y="1230459"/>
                    <a:pt x="585268" y="1229100"/>
                  </a:cubicBezTo>
                  <a:cubicBezTo>
                    <a:pt x="610577" y="1228420"/>
                    <a:pt x="635886" y="1224683"/>
                    <a:pt x="658987" y="1213133"/>
                  </a:cubicBezTo>
                  <a:cubicBezTo>
                    <a:pt x="667140" y="1209056"/>
                    <a:pt x="673935" y="1203111"/>
                    <a:pt x="680559" y="1196996"/>
                  </a:cubicBezTo>
                  <a:cubicBezTo>
                    <a:pt x="683447" y="1194449"/>
                    <a:pt x="686164" y="1192750"/>
                    <a:pt x="690241" y="1192580"/>
                  </a:cubicBezTo>
                  <a:cubicBezTo>
                    <a:pt x="723024" y="1190881"/>
                    <a:pt x="755807" y="1189183"/>
                    <a:pt x="788589" y="1186805"/>
                  </a:cubicBezTo>
                  <a:cubicBezTo>
                    <a:pt x="796743" y="1186295"/>
                    <a:pt x="797082" y="1189183"/>
                    <a:pt x="795724" y="1195638"/>
                  </a:cubicBezTo>
                  <a:close/>
                </a:path>
              </a:pathLst>
            </a:custGeom>
            <a:solidFill>
              <a:schemeClr val="accent2"/>
            </a:solidFill>
            <a:ln w="1698"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B9039F2F-BF71-4D33-8D72-F021A5B250DC}"/>
                </a:ext>
              </a:extLst>
            </p:cNvPr>
            <p:cNvSpPr/>
            <p:nvPr/>
          </p:nvSpPr>
          <p:spPr>
            <a:xfrm>
              <a:off x="1965840" y="2555836"/>
              <a:ext cx="1010661" cy="1802204"/>
            </a:xfrm>
            <a:custGeom>
              <a:avLst/>
              <a:gdLst>
                <a:gd name="connsiteX0" fmla="*/ 1010278 w 1010660"/>
                <a:gd name="connsiteY0" fmla="*/ 1613160 h 1802203"/>
                <a:gd name="connsiteX1" fmla="*/ 998557 w 1010660"/>
                <a:gd name="connsiteY1" fmla="*/ 1603308 h 1802203"/>
                <a:gd name="connsiteX2" fmla="*/ 990404 w 1010660"/>
                <a:gd name="connsiteY2" fmla="*/ 1596344 h 1802203"/>
                <a:gd name="connsiteX3" fmla="*/ 988536 w 1010660"/>
                <a:gd name="connsiteY3" fmla="*/ 1584624 h 1802203"/>
                <a:gd name="connsiteX4" fmla="*/ 968322 w 1010660"/>
                <a:gd name="connsiteY4" fmla="*/ 1564241 h 1802203"/>
                <a:gd name="connsiteX5" fmla="*/ 871163 w 1010660"/>
                <a:gd name="connsiteY5" fmla="*/ 1548444 h 1802203"/>
                <a:gd name="connsiteX6" fmla="*/ 749714 w 1010660"/>
                <a:gd name="connsiteY6" fmla="*/ 1529589 h 1802203"/>
                <a:gd name="connsiteX7" fmla="*/ 717101 w 1010660"/>
                <a:gd name="connsiteY7" fmla="*/ 1522625 h 1802203"/>
                <a:gd name="connsiteX8" fmla="*/ 717441 w 1010660"/>
                <a:gd name="connsiteY8" fmla="*/ 1520417 h 1802203"/>
                <a:gd name="connsiteX9" fmla="*/ 740032 w 1010660"/>
                <a:gd name="connsiteY9" fmla="*/ 1517020 h 1802203"/>
                <a:gd name="connsiteX10" fmla="*/ 743769 w 1010660"/>
                <a:gd name="connsiteY10" fmla="*/ 1518379 h 1802203"/>
                <a:gd name="connsiteX11" fmla="*/ 750563 w 1010660"/>
                <a:gd name="connsiteY11" fmla="*/ 1523474 h 1802203"/>
                <a:gd name="connsiteX12" fmla="*/ 804069 w 1010660"/>
                <a:gd name="connsiteY12" fmla="*/ 1521946 h 1802203"/>
                <a:gd name="connsiteX13" fmla="*/ 813581 w 1010660"/>
                <a:gd name="connsiteY13" fmla="*/ 1509036 h 1802203"/>
                <a:gd name="connsiteX14" fmla="*/ 816129 w 1010660"/>
                <a:gd name="connsiteY14" fmla="*/ 1490522 h 1802203"/>
                <a:gd name="connsiteX15" fmla="*/ 806277 w 1010660"/>
                <a:gd name="connsiteY15" fmla="*/ 1469459 h 1802203"/>
                <a:gd name="connsiteX16" fmla="*/ 798124 w 1010660"/>
                <a:gd name="connsiteY16" fmla="*/ 1455871 h 1802203"/>
                <a:gd name="connsiteX17" fmla="*/ 797274 w 1010660"/>
                <a:gd name="connsiteY17" fmla="*/ 1445849 h 1802203"/>
                <a:gd name="connsiteX18" fmla="*/ 786064 w 1010660"/>
                <a:gd name="connsiteY18" fmla="*/ 1441772 h 1802203"/>
                <a:gd name="connsiteX19" fmla="*/ 758037 w 1010660"/>
                <a:gd name="connsiteY19" fmla="*/ 1457739 h 1802203"/>
                <a:gd name="connsiteX20" fmla="*/ 698586 w 1010660"/>
                <a:gd name="connsiteY20" fmla="*/ 1490012 h 1802203"/>
                <a:gd name="connsiteX21" fmla="*/ 685507 w 1010660"/>
                <a:gd name="connsiteY21" fmla="*/ 1481859 h 1802203"/>
                <a:gd name="connsiteX22" fmla="*/ 683299 w 1010660"/>
                <a:gd name="connsiteY22" fmla="*/ 1417313 h 1802203"/>
                <a:gd name="connsiteX23" fmla="*/ 692302 w 1010660"/>
                <a:gd name="connsiteY23" fmla="*/ 1403214 h 1802203"/>
                <a:gd name="connsiteX24" fmla="*/ 708608 w 1010660"/>
                <a:gd name="connsiteY24" fmla="*/ 1399138 h 1802203"/>
                <a:gd name="connsiteX25" fmla="*/ 784875 w 1010660"/>
                <a:gd name="connsiteY25" fmla="*/ 1387417 h 1802203"/>
                <a:gd name="connsiteX26" fmla="*/ 833794 w 1010660"/>
                <a:gd name="connsiteY26" fmla="*/ 1365675 h 1802203"/>
                <a:gd name="connsiteX27" fmla="*/ 910231 w 1010660"/>
                <a:gd name="connsiteY27" fmla="*/ 1264100 h 1802203"/>
                <a:gd name="connsiteX28" fmla="*/ 935540 w 1010660"/>
                <a:gd name="connsiteY28" fmla="*/ 1186474 h 1802203"/>
                <a:gd name="connsiteX29" fmla="*/ 939616 w 1010660"/>
                <a:gd name="connsiteY29" fmla="*/ 1178661 h 1802203"/>
                <a:gd name="connsiteX30" fmla="*/ 960679 w 1010660"/>
                <a:gd name="connsiteY30" fmla="*/ 1157768 h 1802203"/>
                <a:gd name="connsiteX31" fmla="*/ 976646 w 1010660"/>
                <a:gd name="connsiteY31" fmla="*/ 1104602 h 1802203"/>
                <a:gd name="connsiteX32" fmla="*/ 958301 w 1010660"/>
                <a:gd name="connsiteY32" fmla="*/ 973301 h 1802203"/>
                <a:gd name="connsiteX33" fmla="*/ 956942 w 1010660"/>
                <a:gd name="connsiteY33" fmla="*/ 961751 h 1802203"/>
                <a:gd name="connsiteX34" fmla="*/ 957451 w 1010660"/>
                <a:gd name="connsiteY34" fmla="*/ 937970 h 1802203"/>
                <a:gd name="connsiteX35" fmla="*/ 957961 w 1010660"/>
                <a:gd name="connsiteY35" fmla="*/ 901281 h 1802203"/>
                <a:gd name="connsiteX36" fmla="*/ 957621 w 1010660"/>
                <a:gd name="connsiteY36" fmla="*/ 891259 h 1802203"/>
                <a:gd name="connsiteX37" fmla="*/ 957112 w 1010660"/>
                <a:gd name="connsiteY37" fmla="*/ 861364 h 1802203"/>
                <a:gd name="connsiteX38" fmla="*/ 959829 w 1010660"/>
                <a:gd name="connsiteY38" fmla="*/ 813804 h 1802203"/>
                <a:gd name="connsiteX39" fmla="*/ 962547 w 1010660"/>
                <a:gd name="connsiteY39" fmla="*/ 801064 h 1802203"/>
                <a:gd name="connsiteX40" fmla="*/ 953205 w 1010660"/>
                <a:gd name="connsiteY40" fmla="*/ 776435 h 1802203"/>
                <a:gd name="connsiteX41" fmla="*/ 944882 w 1010660"/>
                <a:gd name="connsiteY41" fmla="*/ 774566 h 1802203"/>
                <a:gd name="connsiteX42" fmla="*/ 930784 w 1010660"/>
                <a:gd name="connsiteY42" fmla="*/ 756561 h 1802203"/>
                <a:gd name="connsiteX43" fmla="*/ 931463 w 1010660"/>
                <a:gd name="connsiteY43" fmla="*/ 743822 h 1802203"/>
                <a:gd name="connsiteX44" fmla="*/ 939107 w 1010660"/>
                <a:gd name="connsiteY44" fmla="*/ 650059 h 1802203"/>
                <a:gd name="connsiteX45" fmla="*/ 916685 w 1010660"/>
                <a:gd name="connsiteY45" fmla="*/ 635112 h 1802203"/>
                <a:gd name="connsiteX46" fmla="*/ 902077 w 1010660"/>
                <a:gd name="connsiteY46" fmla="*/ 624581 h 1802203"/>
                <a:gd name="connsiteX47" fmla="*/ 902417 w 1010660"/>
                <a:gd name="connsiteY47" fmla="*/ 621183 h 1802203"/>
                <a:gd name="connsiteX48" fmla="*/ 907173 w 1010660"/>
                <a:gd name="connsiteY48" fmla="*/ 545087 h 1802203"/>
                <a:gd name="connsiteX49" fmla="*/ 896132 w 1010660"/>
                <a:gd name="connsiteY49" fmla="*/ 478162 h 1802203"/>
                <a:gd name="connsiteX50" fmla="*/ 888489 w 1010660"/>
                <a:gd name="connsiteY50" fmla="*/ 462195 h 1802203"/>
                <a:gd name="connsiteX51" fmla="*/ 887300 w 1010660"/>
                <a:gd name="connsiteY51" fmla="*/ 448267 h 1802203"/>
                <a:gd name="connsiteX52" fmla="*/ 891376 w 1010660"/>
                <a:gd name="connsiteY52" fmla="*/ 426355 h 1802203"/>
                <a:gd name="connsiteX53" fmla="*/ 908702 w 1010660"/>
                <a:gd name="connsiteY53" fmla="*/ 416333 h 1802203"/>
                <a:gd name="connsiteX54" fmla="*/ 919233 w 1010660"/>
                <a:gd name="connsiteY54" fmla="*/ 418881 h 1802203"/>
                <a:gd name="connsiteX55" fmla="*/ 913798 w 1010660"/>
                <a:gd name="connsiteY55" fmla="*/ 397819 h 1802203"/>
                <a:gd name="connsiteX56" fmla="*/ 915836 w 1010660"/>
                <a:gd name="connsiteY56" fmla="*/ 361129 h 1802203"/>
                <a:gd name="connsiteX57" fmla="*/ 915157 w 1010660"/>
                <a:gd name="connsiteY57" fmla="*/ 340067 h 1802203"/>
                <a:gd name="connsiteX58" fmla="*/ 933501 w 1010660"/>
                <a:gd name="connsiteY58" fmla="*/ 275520 h 1802203"/>
                <a:gd name="connsiteX59" fmla="*/ 941315 w 1010660"/>
                <a:gd name="connsiteY59" fmla="*/ 225922 h 1802203"/>
                <a:gd name="connsiteX60" fmla="*/ 940635 w 1010660"/>
                <a:gd name="connsiteY60" fmla="*/ 202141 h 1802203"/>
                <a:gd name="connsiteX61" fmla="*/ 934521 w 1010660"/>
                <a:gd name="connsiteY61" fmla="*/ 161205 h 1802203"/>
                <a:gd name="connsiteX62" fmla="*/ 920592 w 1010660"/>
                <a:gd name="connsiteY62" fmla="*/ 124006 h 1802203"/>
                <a:gd name="connsiteX63" fmla="*/ 914477 w 1010660"/>
                <a:gd name="connsiteY63" fmla="*/ 105661 h 1802203"/>
                <a:gd name="connsiteX64" fmla="*/ 893415 w 1010660"/>
                <a:gd name="connsiteY64" fmla="*/ 67783 h 1802203"/>
                <a:gd name="connsiteX65" fmla="*/ 792858 w 1010660"/>
                <a:gd name="connsiteY65" fmla="*/ 9 h 1802203"/>
                <a:gd name="connsiteX66" fmla="*/ 773834 w 1010660"/>
                <a:gd name="connsiteY66" fmla="*/ 8332 h 1802203"/>
                <a:gd name="connsiteX67" fmla="*/ 760415 w 1010660"/>
                <a:gd name="connsiteY67" fmla="*/ 28885 h 1802203"/>
                <a:gd name="connsiteX68" fmla="*/ 741221 w 1010660"/>
                <a:gd name="connsiteY68" fmla="*/ 35849 h 1802203"/>
                <a:gd name="connsiteX69" fmla="*/ 724235 w 1010660"/>
                <a:gd name="connsiteY69" fmla="*/ 30923 h 1802203"/>
                <a:gd name="connsiteX70" fmla="*/ 656801 w 1010660"/>
                <a:gd name="connsiteY70" fmla="*/ 30074 h 1802203"/>
                <a:gd name="connsiteX71" fmla="*/ 585630 w 1010660"/>
                <a:gd name="connsiteY71" fmla="*/ 72029 h 1802203"/>
                <a:gd name="connsiteX72" fmla="*/ 566946 w 1010660"/>
                <a:gd name="connsiteY72" fmla="*/ 104812 h 1802203"/>
                <a:gd name="connsiteX73" fmla="*/ 560491 w 1010660"/>
                <a:gd name="connsiteY73" fmla="*/ 189232 h 1802203"/>
                <a:gd name="connsiteX74" fmla="*/ 563209 w 1010660"/>
                <a:gd name="connsiteY74" fmla="*/ 206558 h 1802203"/>
                <a:gd name="connsiteX75" fmla="*/ 563379 w 1010660"/>
                <a:gd name="connsiteY75" fmla="*/ 259554 h 1802203"/>
                <a:gd name="connsiteX76" fmla="*/ 561340 w 1010660"/>
                <a:gd name="connsiteY76" fmla="*/ 276370 h 1802203"/>
                <a:gd name="connsiteX77" fmla="*/ 570853 w 1010660"/>
                <a:gd name="connsiteY77" fmla="*/ 288260 h 1802203"/>
                <a:gd name="connsiteX78" fmla="*/ 584781 w 1010660"/>
                <a:gd name="connsiteY78" fmla="*/ 303887 h 1802203"/>
                <a:gd name="connsiteX79" fmla="*/ 590386 w 1010660"/>
                <a:gd name="connsiteY79" fmla="*/ 312380 h 1802203"/>
                <a:gd name="connsiteX80" fmla="*/ 601937 w 1010660"/>
                <a:gd name="connsiteY80" fmla="*/ 335311 h 1802203"/>
                <a:gd name="connsiteX81" fmla="*/ 603635 w 1010660"/>
                <a:gd name="connsiteY81" fmla="*/ 341595 h 1802203"/>
                <a:gd name="connsiteX82" fmla="*/ 616205 w 1010660"/>
                <a:gd name="connsiteY82" fmla="*/ 359940 h 1802203"/>
                <a:gd name="connsiteX83" fmla="*/ 637947 w 1010660"/>
                <a:gd name="connsiteY83" fmla="*/ 374888 h 1802203"/>
                <a:gd name="connsiteX84" fmla="*/ 660708 w 1010660"/>
                <a:gd name="connsiteY84" fmla="*/ 372510 h 1802203"/>
                <a:gd name="connsiteX85" fmla="*/ 685168 w 1010660"/>
                <a:gd name="connsiteY85" fmla="*/ 382362 h 1802203"/>
                <a:gd name="connsiteX86" fmla="*/ 698247 w 1010660"/>
                <a:gd name="connsiteY86" fmla="*/ 402065 h 1802203"/>
                <a:gd name="connsiteX87" fmla="*/ 694680 w 1010660"/>
                <a:gd name="connsiteY87" fmla="*/ 422788 h 1802203"/>
                <a:gd name="connsiteX88" fmla="*/ 690603 w 1010660"/>
                <a:gd name="connsiteY88" fmla="*/ 425846 h 1802203"/>
                <a:gd name="connsiteX89" fmla="*/ 656971 w 1010660"/>
                <a:gd name="connsiteY89" fmla="*/ 466442 h 1802203"/>
                <a:gd name="connsiteX90" fmla="*/ 637607 w 1010660"/>
                <a:gd name="connsiteY90" fmla="*/ 500414 h 1802203"/>
                <a:gd name="connsiteX91" fmla="*/ 635229 w 1010660"/>
                <a:gd name="connsiteY91" fmla="*/ 507378 h 1802203"/>
                <a:gd name="connsiteX92" fmla="*/ 628605 w 1010660"/>
                <a:gd name="connsiteY92" fmla="*/ 536084 h 1802203"/>
                <a:gd name="connsiteX93" fmla="*/ 601597 w 1010660"/>
                <a:gd name="connsiteY93" fmla="*/ 588910 h 1802203"/>
                <a:gd name="connsiteX94" fmla="*/ 576118 w 1010660"/>
                <a:gd name="connsiteY94" fmla="*/ 666876 h 1802203"/>
                <a:gd name="connsiteX95" fmla="*/ 566776 w 1010660"/>
                <a:gd name="connsiteY95" fmla="*/ 710699 h 1802203"/>
                <a:gd name="connsiteX96" fmla="*/ 552847 w 1010660"/>
                <a:gd name="connsiteY96" fmla="*/ 799535 h 1802203"/>
                <a:gd name="connsiteX97" fmla="*/ 547582 w 1010660"/>
                <a:gd name="connsiteY97" fmla="*/ 812784 h 1802203"/>
                <a:gd name="connsiteX98" fmla="*/ 532804 w 1010660"/>
                <a:gd name="connsiteY98" fmla="*/ 815332 h 1802203"/>
                <a:gd name="connsiteX99" fmla="*/ 491189 w 1010660"/>
                <a:gd name="connsiteY99" fmla="*/ 818220 h 1802203"/>
                <a:gd name="connsiteX100" fmla="*/ 458406 w 1010660"/>
                <a:gd name="connsiteY100" fmla="*/ 835885 h 1802203"/>
                <a:gd name="connsiteX101" fmla="*/ 411015 w 1010660"/>
                <a:gd name="connsiteY101" fmla="*/ 853720 h 1802203"/>
                <a:gd name="connsiteX102" fmla="*/ 394199 w 1010660"/>
                <a:gd name="connsiteY102" fmla="*/ 854400 h 1802203"/>
                <a:gd name="connsiteX103" fmla="*/ 375345 w 1010660"/>
                <a:gd name="connsiteY103" fmla="*/ 856948 h 1802203"/>
                <a:gd name="connsiteX104" fmla="*/ 367361 w 1010660"/>
                <a:gd name="connsiteY104" fmla="*/ 858646 h 1802203"/>
                <a:gd name="connsiteX105" fmla="*/ 355471 w 1010660"/>
                <a:gd name="connsiteY105" fmla="*/ 859156 h 1802203"/>
                <a:gd name="connsiteX106" fmla="*/ 346469 w 1010660"/>
                <a:gd name="connsiteY106" fmla="*/ 866800 h 1802203"/>
                <a:gd name="connsiteX107" fmla="*/ 318102 w 1010660"/>
                <a:gd name="connsiteY107" fmla="*/ 884125 h 1802203"/>
                <a:gd name="connsiteX108" fmla="*/ 274788 w 1010660"/>
                <a:gd name="connsiteY108" fmla="*/ 891259 h 1802203"/>
                <a:gd name="connsiteX109" fmla="*/ 219754 w 1010660"/>
                <a:gd name="connsiteY109" fmla="*/ 894487 h 1802203"/>
                <a:gd name="connsiteX110" fmla="*/ 211771 w 1010660"/>
                <a:gd name="connsiteY110" fmla="*/ 889391 h 1802203"/>
                <a:gd name="connsiteX111" fmla="*/ 186801 w 1010660"/>
                <a:gd name="connsiteY111" fmla="*/ 833677 h 1802203"/>
                <a:gd name="connsiteX112" fmla="*/ 87094 w 1010660"/>
                <a:gd name="connsiteY112" fmla="*/ 610992 h 1802203"/>
                <a:gd name="connsiteX113" fmla="*/ 76393 w 1010660"/>
                <a:gd name="connsiteY113" fmla="*/ 607255 h 1802203"/>
                <a:gd name="connsiteX114" fmla="*/ 5222 w 1010660"/>
                <a:gd name="connsiteY114" fmla="*/ 643095 h 1802203"/>
                <a:gd name="connsiteX115" fmla="*/ 1655 w 1010660"/>
                <a:gd name="connsiteY115" fmla="*/ 654306 h 1802203"/>
                <a:gd name="connsiteX116" fmla="*/ 35117 w 1010660"/>
                <a:gd name="connsiteY116" fmla="*/ 727515 h 1802203"/>
                <a:gd name="connsiteX117" fmla="*/ 141789 w 1010660"/>
                <a:gd name="connsiteY117" fmla="*/ 969394 h 1802203"/>
                <a:gd name="connsiteX118" fmla="*/ 138561 w 1010660"/>
                <a:gd name="connsiteY118" fmla="*/ 994194 h 1802203"/>
                <a:gd name="connsiteX119" fmla="*/ 135334 w 1010660"/>
                <a:gd name="connsiteY119" fmla="*/ 999969 h 1802203"/>
                <a:gd name="connsiteX120" fmla="*/ 125143 w 1010660"/>
                <a:gd name="connsiteY120" fmla="*/ 1013897 h 1802203"/>
                <a:gd name="connsiteX121" fmla="*/ 96436 w 1010660"/>
                <a:gd name="connsiteY121" fmla="*/ 1073178 h 1802203"/>
                <a:gd name="connsiteX122" fmla="*/ 96946 w 1010660"/>
                <a:gd name="connsiteY122" fmla="*/ 1119040 h 1802203"/>
                <a:gd name="connsiteX123" fmla="*/ 98305 w 1010660"/>
                <a:gd name="connsiteY123" fmla="*/ 1129062 h 1802203"/>
                <a:gd name="connsiteX124" fmla="*/ 105779 w 1010660"/>
                <a:gd name="connsiteY124" fmla="*/ 1168979 h 1802203"/>
                <a:gd name="connsiteX125" fmla="*/ 120726 w 1010660"/>
                <a:gd name="connsiteY125" fmla="*/ 1260872 h 1802203"/>
                <a:gd name="connsiteX126" fmla="*/ 157076 w 1010660"/>
                <a:gd name="connsiteY126" fmla="*/ 1380793 h 1802203"/>
                <a:gd name="connsiteX127" fmla="*/ 171514 w 1010660"/>
                <a:gd name="connsiteY127" fmla="*/ 1439224 h 1802203"/>
                <a:gd name="connsiteX128" fmla="*/ 162512 w 1010660"/>
                <a:gd name="connsiteY128" fmla="*/ 1504110 h 1802203"/>
                <a:gd name="connsiteX129" fmla="*/ 140430 w 1010660"/>
                <a:gd name="connsiteY129" fmla="*/ 1544197 h 1802203"/>
                <a:gd name="connsiteX130" fmla="*/ 123274 w 1010660"/>
                <a:gd name="connsiteY130" fmla="*/ 1557786 h 1802203"/>
                <a:gd name="connsiteX131" fmla="*/ 94228 w 1010660"/>
                <a:gd name="connsiteY131" fmla="*/ 1563731 h 1802203"/>
                <a:gd name="connsiteX132" fmla="*/ 85226 w 1010660"/>
                <a:gd name="connsiteY132" fmla="*/ 1569167 h 1802203"/>
                <a:gd name="connsiteX133" fmla="*/ 59917 w 1010660"/>
                <a:gd name="connsiteY133" fmla="*/ 1597533 h 1802203"/>
                <a:gd name="connsiteX134" fmla="*/ 47347 w 1010660"/>
                <a:gd name="connsiteY134" fmla="*/ 1636940 h 1802203"/>
                <a:gd name="connsiteX135" fmla="*/ 82848 w 1010660"/>
                <a:gd name="connsiteY135" fmla="*/ 1670233 h 1802203"/>
                <a:gd name="connsiteX136" fmla="*/ 168626 w 1010660"/>
                <a:gd name="connsiteY136" fmla="*/ 1675668 h 1802203"/>
                <a:gd name="connsiteX137" fmla="*/ 225699 w 1010660"/>
                <a:gd name="connsiteY137" fmla="*/ 1626239 h 1802203"/>
                <a:gd name="connsiteX138" fmla="*/ 241496 w 1010660"/>
                <a:gd name="connsiteY138" fmla="*/ 1605007 h 1802203"/>
                <a:gd name="connsiteX139" fmla="*/ 272750 w 1010660"/>
                <a:gd name="connsiteY139" fmla="*/ 1588021 h 1802203"/>
                <a:gd name="connsiteX140" fmla="*/ 282092 w 1010660"/>
                <a:gd name="connsiteY140" fmla="*/ 1593966 h 1802203"/>
                <a:gd name="connsiteX141" fmla="*/ 279884 w 1010660"/>
                <a:gd name="connsiteY141" fmla="*/ 1643055 h 1802203"/>
                <a:gd name="connsiteX142" fmla="*/ 287698 w 1010660"/>
                <a:gd name="connsiteY142" fmla="*/ 1653417 h 1802203"/>
                <a:gd name="connsiteX143" fmla="*/ 291095 w 1010660"/>
                <a:gd name="connsiteY143" fmla="*/ 1645943 h 1802203"/>
                <a:gd name="connsiteX144" fmla="*/ 292963 w 1010660"/>
                <a:gd name="connsiteY144" fmla="*/ 1604327 h 1802203"/>
                <a:gd name="connsiteX145" fmla="*/ 295681 w 1010660"/>
                <a:gd name="connsiteY145" fmla="*/ 1579188 h 1802203"/>
                <a:gd name="connsiteX146" fmla="*/ 311648 w 1010660"/>
                <a:gd name="connsiteY146" fmla="*/ 1549633 h 1802203"/>
                <a:gd name="connsiteX147" fmla="*/ 316234 w 1010660"/>
                <a:gd name="connsiteY147" fmla="*/ 1517190 h 1802203"/>
                <a:gd name="connsiteX148" fmla="*/ 316743 w 1010660"/>
                <a:gd name="connsiteY148" fmla="*/ 1507338 h 1802203"/>
                <a:gd name="connsiteX149" fmla="*/ 313686 w 1010660"/>
                <a:gd name="connsiteY149" fmla="*/ 1474385 h 1802203"/>
                <a:gd name="connsiteX150" fmla="*/ 294662 w 1010660"/>
                <a:gd name="connsiteY150" fmla="*/ 1451794 h 1802203"/>
                <a:gd name="connsiteX151" fmla="*/ 281073 w 1010660"/>
                <a:gd name="connsiteY151" fmla="*/ 1446189 h 1802203"/>
                <a:gd name="connsiteX152" fmla="*/ 272071 w 1010660"/>
                <a:gd name="connsiteY152" fmla="*/ 1439734 h 1802203"/>
                <a:gd name="connsiteX153" fmla="*/ 270542 w 1010660"/>
                <a:gd name="connsiteY153" fmla="*/ 1428863 h 1802203"/>
                <a:gd name="connsiteX154" fmla="*/ 278355 w 1010660"/>
                <a:gd name="connsiteY154" fmla="*/ 1303677 h 1802203"/>
                <a:gd name="connsiteX155" fmla="*/ 285659 w 1010660"/>
                <a:gd name="connsiteY155" fmla="*/ 1212293 h 1802203"/>
                <a:gd name="connsiteX156" fmla="*/ 280564 w 1010660"/>
                <a:gd name="connsiteY156" fmla="*/ 1182398 h 1802203"/>
                <a:gd name="connsiteX157" fmla="*/ 269862 w 1010660"/>
                <a:gd name="connsiteY157" fmla="*/ 1148596 h 1802203"/>
                <a:gd name="connsiteX158" fmla="*/ 278016 w 1010660"/>
                <a:gd name="connsiteY158" fmla="*/ 1137725 h 1802203"/>
                <a:gd name="connsiteX159" fmla="*/ 313686 w 1010660"/>
                <a:gd name="connsiteY159" fmla="*/ 1138234 h 1802203"/>
                <a:gd name="connsiteX160" fmla="*/ 323708 w 1010660"/>
                <a:gd name="connsiteY160" fmla="*/ 1148596 h 1802203"/>
                <a:gd name="connsiteX161" fmla="*/ 337296 w 1010660"/>
                <a:gd name="connsiteY161" fmla="*/ 1174414 h 1802203"/>
                <a:gd name="connsiteX162" fmla="*/ 383668 w 1010660"/>
                <a:gd name="connsiteY162" fmla="*/ 1187663 h 1802203"/>
                <a:gd name="connsiteX163" fmla="*/ 507325 w 1010660"/>
                <a:gd name="connsiteY163" fmla="*/ 1194797 h 1802203"/>
                <a:gd name="connsiteX164" fmla="*/ 517007 w 1010660"/>
                <a:gd name="connsiteY164" fmla="*/ 1204309 h 1802203"/>
                <a:gd name="connsiteX165" fmla="*/ 509194 w 1010660"/>
                <a:gd name="connsiteY165" fmla="*/ 1295524 h 1802203"/>
                <a:gd name="connsiteX166" fmla="*/ 499851 w 1010660"/>
                <a:gd name="connsiteY166" fmla="*/ 1395910 h 1802203"/>
                <a:gd name="connsiteX167" fmla="*/ 506816 w 1010660"/>
                <a:gd name="connsiteY167" fmla="*/ 1404064 h 1802203"/>
                <a:gd name="connsiteX168" fmla="*/ 593104 w 1010660"/>
                <a:gd name="connsiteY168" fmla="*/ 1408140 h 1802203"/>
                <a:gd name="connsiteX169" fmla="*/ 606693 w 1010660"/>
                <a:gd name="connsiteY169" fmla="*/ 1407970 h 1802203"/>
                <a:gd name="connsiteX170" fmla="*/ 615016 w 1010660"/>
                <a:gd name="connsiteY170" fmla="*/ 1416293 h 1802203"/>
                <a:gd name="connsiteX171" fmla="*/ 614167 w 1010660"/>
                <a:gd name="connsiteY171" fmla="*/ 1485936 h 1802203"/>
                <a:gd name="connsiteX172" fmla="*/ 610430 w 1010660"/>
                <a:gd name="connsiteY172" fmla="*/ 1490861 h 1802203"/>
                <a:gd name="connsiteX173" fmla="*/ 560831 w 1010660"/>
                <a:gd name="connsiteY173" fmla="*/ 1486105 h 1802203"/>
                <a:gd name="connsiteX174" fmla="*/ 452801 w 1010660"/>
                <a:gd name="connsiteY174" fmla="*/ 1450945 h 1802203"/>
                <a:gd name="connsiteX175" fmla="*/ 429870 w 1010660"/>
                <a:gd name="connsiteY175" fmla="*/ 1458928 h 1802203"/>
                <a:gd name="connsiteX176" fmla="*/ 428341 w 1010660"/>
                <a:gd name="connsiteY176" fmla="*/ 1467081 h 1802203"/>
                <a:gd name="connsiteX177" fmla="*/ 428171 w 1010660"/>
                <a:gd name="connsiteY177" fmla="*/ 1505300 h 1802203"/>
                <a:gd name="connsiteX178" fmla="*/ 434626 w 1010660"/>
                <a:gd name="connsiteY178" fmla="*/ 1523474 h 1802203"/>
                <a:gd name="connsiteX179" fmla="*/ 438193 w 1010660"/>
                <a:gd name="connsiteY179" fmla="*/ 1531628 h 1802203"/>
                <a:gd name="connsiteX180" fmla="*/ 448214 w 1010660"/>
                <a:gd name="connsiteY180" fmla="*/ 1551671 h 1802203"/>
                <a:gd name="connsiteX181" fmla="*/ 451611 w 1010660"/>
                <a:gd name="connsiteY181" fmla="*/ 1557956 h 1802203"/>
                <a:gd name="connsiteX182" fmla="*/ 446346 w 1010660"/>
                <a:gd name="connsiteY182" fmla="*/ 1561523 h 1802203"/>
                <a:gd name="connsiteX183" fmla="*/ 350715 w 1010660"/>
                <a:gd name="connsiteY183" fmla="*/ 1584454 h 1802203"/>
                <a:gd name="connsiteX184" fmla="*/ 327954 w 1010660"/>
                <a:gd name="connsiteY184" fmla="*/ 1610782 h 1802203"/>
                <a:gd name="connsiteX185" fmla="*/ 327954 w 1010660"/>
                <a:gd name="connsiteY185" fmla="*/ 1649850 h 1802203"/>
                <a:gd name="connsiteX186" fmla="*/ 335428 w 1010660"/>
                <a:gd name="connsiteY186" fmla="*/ 1668194 h 1802203"/>
                <a:gd name="connsiteX187" fmla="*/ 346809 w 1010660"/>
                <a:gd name="connsiteY187" fmla="*/ 1688407 h 1802203"/>
                <a:gd name="connsiteX188" fmla="*/ 351904 w 1010660"/>
                <a:gd name="connsiteY188" fmla="*/ 1693673 h 1802203"/>
                <a:gd name="connsiteX189" fmla="*/ 395558 w 1010660"/>
                <a:gd name="connsiteY189" fmla="*/ 1687219 h 1802203"/>
                <a:gd name="connsiteX190" fmla="*/ 410166 w 1010660"/>
                <a:gd name="connsiteY190" fmla="*/ 1651888 h 1802203"/>
                <a:gd name="connsiteX191" fmla="*/ 398615 w 1010660"/>
                <a:gd name="connsiteY191" fmla="*/ 1632354 h 1802203"/>
                <a:gd name="connsiteX192" fmla="*/ 395388 w 1010660"/>
                <a:gd name="connsiteY192" fmla="*/ 1623182 h 1802203"/>
                <a:gd name="connsiteX193" fmla="*/ 403032 w 1010660"/>
                <a:gd name="connsiteY193" fmla="*/ 1619445 h 1802203"/>
                <a:gd name="connsiteX194" fmla="*/ 500701 w 1010660"/>
                <a:gd name="connsiteY194" fmla="*/ 1603478 h 1802203"/>
                <a:gd name="connsiteX195" fmla="*/ 566606 w 1010660"/>
                <a:gd name="connsiteY195" fmla="*/ 1591928 h 1802203"/>
                <a:gd name="connsiteX196" fmla="*/ 616205 w 1010660"/>
                <a:gd name="connsiteY196" fmla="*/ 1587341 h 1802203"/>
                <a:gd name="connsiteX197" fmla="*/ 638626 w 1010660"/>
                <a:gd name="connsiteY197" fmla="*/ 1604667 h 1802203"/>
                <a:gd name="connsiteX198" fmla="*/ 663935 w 1010660"/>
                <a:gd name="connsiteY198" fmla="*/ 1683312 h 1802203"/>
                <a:gd name="connsiteX199" fmla="*/ 667502 w 1010660"/>
                <a:gd name="connsiteY199" fmla="*/ 1731891 h 1802203"/>
                <a:gd name="connsiteX200" fmla="*/ 665634 w 1010660"/>
                <a:gd name="connsiteY200" fmla="*/ 1757200 h 1802203"/>
                <a:gd name="connsiteX201" fmla="*/ 712345 w 1010660"/>
                <a:gd name="connsiteY201" fmla="*/ 1803402 h 1802203"/>
                <a:gd name="connsiteX202" fmla="*/ 763642 w 1010660"/>
                <a:gd name="connsiteY202" fmla="*/ 1762976 h 1802203"/>
                <a:gd name="connsiteX203" fmla="*/ 760415 w 1010660"/>
                <a:gd name="connsiteY203" fmla="*/ 1742423 h 1802203"/>
                <a:gd name="connsiteX204" fmla="*/ 730860 w 1010660"/>
                <a:gd name="connsiteY204" fmla="*/ 1710319 h 1802203"/>
                <a:gd name="connsiteX205" fmla="*/ 725934 w 1010660"/>
                <a:gd name="connsiteY205" fmla="*/ 1704204 h 1802203"/>
                <a:gd name="connsiteX206" fmla="*/ 695189 w 1010660"/>
                <a:gd name="connsiteY206" fmla="*/ 1594985 h 1802203"/>
                <a:gd name="connsiteX207" fmla="*/ 705890 w 1010660"/>
                <a:gd name="connsiteY207" fmla="*/ 1581736 h 1802203"/>
                <a:gd name="connsiteX208" fmla="*/ 711835 w 1010660"/>
                <a:gd name="connsiteY208" fmla="*/ 1582246 h 1802203"/>
                <a:gd name="connsiteX209" fmla="*/ 783516 w 1010660"/>
                <a:gd name="connsiteY209" fmla="*/ 1589719 h 1802203"/>
                <a:gd name="connsiteX210" fmla="*/ 928236 w 1010660"/>
                <a:gd name="connsiteY210" fmla="*/ 1601270 h 1802203"/>
                <a:gd name="connsiteX211" fmla="*/ 942844 w 1010660"/>
                <a:gd name="connsiteY211" fmla="*/ 1623182 h 1802203"/>
                <a:gd name="connsiteX212" fmla="*/ 943353 w 1010660"/>
                <a:gd name="connsiteY212" fmla="*/ 1639488 h 1802203"/>
                <a:gd name="connsiteX213" fmla="*/ 951506 w 1010660"/>
                <a:gd name="connsiteY213" fmla="*/ 1656984 h 1802203"/>
                <a:gd name="connsiteX214" fmla="*/ 958980 w 1010660"/>
                <a:gd name="connsiteY214" fmla="*/ 1663778 h 1802203"/>
                <a:gd name="connsiteX215" fmla="*/ 989385 w 1010660"/>
                <a:gd name="connsiteY215" fmla="*/ 1666496 h 1802203"/>
                <a:gd name="connsiteX216" fmla="*/ 1002974 w 1010660"/>
                <a:gd name="connsiteY216" fmla="*/ 1659531 h 1802203"/>
                <a:gd name="connsiteX217" fmla="*/ 1010278 w 1010660"/>
                <a:gd name="connsiteY217" fmla="*/ 1613160 h 1802203"/>
                <a:gd name="connsiteX218" fmla="*/ 893245 w 1010660"/>
                <a:gd name="connsiteY218" fmla="*/ 959203 h 1802203"/>
                <a:gd name="connsiteX219" fmla="*/ 911929 w 1010660"/>
                <a:gd name="connsiteY219" fmla="*/ 957674 h 1802203"/>
                <a:gd name="connsiteX220" fmla="*/ 923310 w 1010660"/>
                <a:gd name="connsiteY220" fmla="*/ 963110 h 1802203"/>
                <a:gd name="connsiteX221" fmla="*/ 941655 w 1010660"/>
                <a:gd name="connsiteY221" fmla="*/ 1071989 h 1802203"/>
                <a:gd name="connsiteX222" fmla="*/ 943183 w 1010660"/>
                <a:gd name="connsiteY222" fmla="*/ 1086257 h 1802203"/>
                <a:gd name="connsiteX223" fmla="*/ 942504 w 1010660"/>
                <a:gd name="connsiteY223" fmla="*/ 1086257 h 1802203"/>
                <a:gd name="connsiteX224" fmla="*/ 942504 w 1010660"/>
                <a:gd name="connsiteY224" fmla="*/ 1098147 h 1802203"/>
                <a:gd name="connsiteX225" fmla="*/ 937748 w 1010660"/>
                <a:gd name="connsiteY225" fmla="*/ 1103073 h 1802203"/>
                <a:gd name="connsiteX226" fmla="*/ 932822 w 1010660"/>
                <a:gd name="connsiteY226" fmla="*/ 1098317 h 1802203"/>
                <a:gd name="connsiteX227" fmla="*/ 912269 w 1010660"/>
                <a:gd name="connsiteY227" fmla="*/ 1033261 h 1802203"/>
                <a:gd name="connsiteX228" fmla="*/ 893245 w 1010660"/>
                <a:gd name="connsiteY228" fmla="*/ 974830 h 1802203"/>
                <a:gd name="connsiteX229" fmla="*/ 888998 w 1010660"/>
                <a:gd name="connsiteY229" fmla="*/ 962940 h 1802203"/>
                <a:gd name="connsiteX230" fmla="*/ 893245 w 1010660"/>
                <a:gd name="connsiteY230" fmla="*/ 959203 h 1802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Lst>
              <a:rect l="l" t="t" r="r" b="b"/>
              <a:pathLst>
                <a:path w="1010660" h="1802203">
                  <a:moveTo>
                    <a:pt x="1010278" y="1613160"/>
                  </a:moveTo>
                  <a:cubicBezTo>
                    <a:pt x="1009089" y="1607894"/>
                    <a:pt x="1006031" y="1602459"/>
                    <a:pt x="998557" y="1603308"/>
                  </a:cubicBezTo>
                  <a:cubicBezTo>
                    <a:pt x="993801" y="1603818"/>
                    <a:pt x="991253" y="1600760"/>
                    <a:pt x="990404" y="1596344"/>
                  </a:cubicBezTo>
                  <a:cubicBezTo>
                    <a:pt x="989725" y="1592437"/>
                    <a:pt x="989215" y="1588530"/>
                    <a:pt x="988536" y="1584624"/>
                  </a:cubicBezTo>
                  <a:cubicBezTo>
                    <a:pt x="986328" y="1571545"/>
                    <a:pt x="981232" y="1566449"/>
                    <a:pt x="968322" y="1564241"/>
                  </a:cubicBezTo>
                  <a:cubicBezTo>
                    <a:pt x="935879" y="1558975"/>
                    <a:pt x="903606" y="1553540"/>
                    <a:pt x="871163" y="1548444"/>
                  </a:cubicBezTo>
                  <a:cubicBezTo>
                    <a:pt x="830737" y="1542159"/>
                    <a:pt x="790140" y="1536214"/>
                    <a:pt x="749714" y="1529589"/>
                  </a:cubicBezTo>
                  <a:cubicBezTo>
                    <a:pt x="738843" y="1527721"/>
                    <a:pt x="728821" y="1521606"/>
                    <a:pt x="717101" y="1522625"/>
                  </a:cubicBezTo>
                  <a:cubicBezTo>
                    <a:pt x="717271" y="1521946"/>
                    <a:pt x="717441" y="1521096"/>
                    <a:pt x="717441" y="1520417"/>
                  </a:cubicBezTo>
                  <a:cubicBezTo>
                    <a:pt x="724915" y="1519228"/>
                    <a:pt x="732558" y="1518039"/>
                    <a:pt x="740032" y="1517020"/>
                  </a:cubicBezTo>
                  <a:cubicBezTo>
                    <a:pt x="741391" y="1516850"/>
                    <a:pt x="743599" y="1515491"/>
                    <a:pt x="743769" y="1518379"/>
                  </a:cubicBezTo>
                  <a:cubicBezTo>
                    <a:pt x="744109" y="1522795"/>
                    <a:pt x="748015" y="1522455"/>
                    <a:pt x="750563" y="1523474"/>
                  </a:cubicBezTo>
                  <a:cubicBezTo>
                    <a:pt x="768568" y="1530099"/>
                    <a:pt x="786404" y="1525853"/>
                    <a:pt x="804069" y="1521946"/>
                  </a:cubicBezTo>
                  <a:cubicBezTo>
                    <a:pt x="810354" y="1520587"/>
                    <a:pt x="812562" y="1514981"/>
                    <a:pt x="813581" y="1509036"/>
                  </a:cubicBezTo>
                  <a:cubicBezTo>
                    <a:pt x="814600" y="1502922"/>
                    <a:pt x="815110" y="1496637"/>
                    <a:pt x="816129" y="1490522"/>
                  </a:cubicBezTo>
                  <a:cubicBezTo>
                    <a:pt x="817827" y="1479821"/>
                    <a:pt x="815789" y="1474895"/>
                    <a:pt x="806277" y="1469459"/>
                  </a:cubicBezTo>
                  <a:cubicBezTo>
                    <a:pt x="800672" y="1466402"/>
                    <a:pt x="798124" y="1462155"/>
                    <a:pt x="798124" y="1455871"/>
                  </a:cubicBezTo>
                  <a:cubicBezTo>
                    <a:pt x="798124" y="1452473"/>
                    <a:pt x="798124" y="1449076"/>
                    <a:pt x="797274" y="1445849"/>
                  </a:cubicBezTo>
                  <a:cubicBezTo>
                    <a:pt x="795576" y="1439394"/>
                    <a:pt x="791839" y="1438375"/>
                    <a:pt x="786064" y="1441772"/>
                  </a:cubicBezTo>
                  <a:cubicBezTo>
                    <a:pt x="776722" y="1447208"/>
                    <a:pt x="767549" y="1452643"/>
                    <a:pt x="758037" y="1457739"/>
                  </a:cubicBezTo>
                  <a:cubicBezTo>
                    <a:pt x="738164" y="1468440"/>
                    <a:pt x="719649" y="1481349"/>
                    <a:pt x="698586" y="1490012"/>
                  </a:cubicBezTo>
                  <a:cubicBezTo>
                    <a:pt x="689584" y="1493749"/>
                    <a:pt x="685847" y="1491201"/>
                    <a:pt x="685507" y="1481859"/>
                  </a:cubicBezTo>
                  <a:cubicBezTo>
                    <a:pt x="684828" y="1460287"/>
                    <a:pt x="683979" y="1438885"/>
                    <a:pt x="683299" y="1417313"/>
                  </a:cubicBezTo>
                  <a:cubicBezTo>
                    <a:pt x="683129" y="1410688"/>
                    <a:pt x="686526" y="1405932"/>
                    <a:pt x="692302" y="1403214"/>
                  </a:cubicBezTo>
                  <a:cubicBezTo>
                    <a:pt x="697397" y="1400836"/>
                    <a:pt x="703003" y="1399817"/>
                    <a:pt x="708608" y="1399138"/>
                  </a:cubicBezTo>
                  <a:cubicBezTo>
                    <a:pt x="734087" y="1395910"/>
                    <a:pt x="759736" y="1392853"/>
                    <a:pt x="784875" y="1387417"/>
                  </a:cubicBezTo>
                  <a:cubicBezTo>
                    <a:pt x="802710" y="1383681"/>
                    <a:pt x="820375" y="1378755"/>
                    <a:pt x="833794" y="1365675"/>
                  </a:cubicBezTo>
                  <a:cubicBezTo>
                    <a:pt x="864369" y="1335780"/>
                    <a:pt x="892565" y="1303507"/>
                    <a:pt x="910231" y="1264100"/>
                  </a:cubicBezTo>
                  <a:cubicBezTo>
                    <a:pt x="921441" y="1239300"/>
                    <a:pt x="934011" y="1214671"/>
                    <a:pt x="935540" y="1186474"/>
                  </a:cubicBezTo>
                  <a:cubicBezTo>
                    <a:pt x="935710" y="1183417"/>
                    <a:pt x="936219" y="1180020"/>
                    <a:pt x="939616" y="1178661"/>
                  </a:cubicBezTo>
                  <a:cubicBezTo>
                    <a:pt x="949468" y="1174584"/>
                    <a:pt x="955243" y="1165582"/>
                    <a:pt x="960679" y="1157768"/>
                  </a:cubicBezTo>
                  <a:cubicBezTo>
                    <a:pt x="971380" y="1142141"/>
                    <a:pt x="975626" y="1123966"/>
                    <a:pt x="976646" y="1104602"/>
                  </a:cubicBezTo>
                  <a:cubicBezTo>
                    <a:pt x="978684" y="1059590"/>
                    <a:pt x="967473" y="1016615"/>
                    <a:pt x="958301" y="973301"/>
                  </a:cubicBezTo>
                  <a:cubicBezTo>
                    <a:pt x="957451" y="969564"/>
                    <a:pt x="954904" y="965318"/>
                    <a:pt x="956942" y="961751"/>
                  </a:cubicBezTo>
                  <a:cubicBezTo>
                    <a:pt x="961698" y="953767"/>
                    <a:pt x="959150" y="945784"/>
                    <a:pt x="957451" y="937970"/>
                  </a:cubicBezTo>
                  <a:cubicBezTo>
                    <a:pt x="954904" y="925571"/>
                    <a:pt x="953545" y="913511"/>
                    <a:pt x="957961" y="901281"/>
                  </a:cubicBezTo>
                  <a:cubicBezTo>
                    <a:pt x="959150" y="897884"/>
                    <a:pt x="958980" y="894656"/>
                    <a:pt x="957621" y="891259"/>
                  </a:cubicBezTo>
                  <a:cubicBezTo>
                    <a:pt x="953884" y="881407"/>
                    <a:pt x="954054" y="871046"/>
                    <a:pt x="957112" y="861364"/>
                  </a:cubicBezTo>
                  <a:cubicBezTo>
                    <a:pt x="961868" y="845567"/>
                    <a:pt x="962547" y="829770"/>
                    <a:pt x="959829" y="813804"/>
                  </a:cubicBezTo>
                  <a:cubicBezTo>
                    <a:pt x="958980" y="809047"/>
                    <a:pt x="959660" y="804971"/>
                    <a:pt x="962547" y="801064"/>
                  </a:cubicBezTo>
                  <a:cubicBezTo>
                    <a:pt x="971210" y="789174"/>
                    <a:pt x="967813" y="780171"/>
                    <a:pt x="953205" y="776435"/>
                  </a:cubicBezTo>
                  <a:cubicBezTo>
                    <a:pt x="950487" y="775755"/>
                    <a:pt x="947600" y="775246"/>
                    <a:pt x="944882" y="774566"/>
                  </a:cubicBezTo>
                  <a:cubicBezTo>
                    <a:pt x="930953" y="770999"/>
                    <a:pt x="930614" y="770489"/>
                    <a:pt x="930784" y="756561"/>
                  </a:cubicBezTo>
                  <a:cubicBezTo>
                    <a:pt x="930784" y="752315"/>
                    <a:pt x="931293" y="748068"/>
                    <a:pt x="931463" y="743822"/>
                  </a:cubicBezTo>
                  <a:cubicBezTo>
                    <a:pt x="932992" y="712398"/>
                    <a:pt x="939786" y="681483"/>
                    <a:pt x="939107" y="650059"/>
                  </a:cubicBezTo>
                  <a:cubicBezTo>
                    <a:pt x="938767" y="637490"/>
                    <a:pt x="928406" y="630526"/>
                    <a:pt x="916685" y="635112"/>
                  </a:cubicBezTo>
                  <a:cubicBezTo>
                    <a:pt x="902587" y="640547"/>
                    <a:pt x="901228" y="639698"/>
                    <a:pt x="902077" y="624581"/>
                  </a:cubicBezTo>
                  <a:cubicBezTo>
                    <a:pt x="902077" y="623392"/>
                    <a:pt x="902247" y="622372"/>
                    <a:pt x="902417" y="621183"/>
                  </a:cubicBezTo>
                  <a:cubicBezTo>
                    <a:pt x="908702" y="596044"/>
                    <a:pt x="906154" y="570565"/>
                    <a:pt x="907173" y="545087"/>
                  </a:cubicBezTo>
                  <a:cubicBezTo>
                    <a:pt x="908022" y="521816"/>
                    <a:pt x="906324" y="499395"/>
                    <a:pt x="896132" y="478162"/>
                  </a:cubicBezTo>
                  <a:cubicBezTo>
                    <a:pt x="893584" y="472896"/>
                    <a:pt x="890697" y="467631"/>
                    <a:pt x="888489" y="462195"/>
                  </a:cubicBezTo>
                  <a:cubicBezTo>
                    <a:pt x="886620" y="457779"/>
                    <a:pt x="884412" y="452344"/>
                    <a:pt x="887300" y="448267"/>
                  </a:cubicBezTo>
                  <a:cubicBezTo>
                    <a:pt x="892396" y="441303"/>
                    <a:pt x="891376" y="433829"/>
                    <a:pt x="891376" y="426355"/>
                  </a:cubicBezTo>
                  <a:cubicBezTo>
                    <a:pt x="891376" y="415484"/>
                    <a:pt x="898850" y="411238"/>
                    <a:pt x="908702" y="416333"/>
                  </a:cubicBezTo>
                  <a:cubicBezTo>
                    <a:pt x="911759" y="417862"/>
                    <a:pt x="914817" y="420240"/>
                    <a:pt x="919233" y="418881"/>
                  </a:cubicBezTo>
                  <a:cubicBezTo>
                    <a:pt x="916515" y="411747"/>
                    <a:pt x="910401" y="405462"/>
                    <a:pt x="913798" y="397819"/>
                  </a:cubicBezTo>
                  <a:cubicBezTo>
                    <a:pt x="919233" y="385759"/>
                    <a:pt x="916855" y="373359"/>
                    <a:pt x="915836" y="361129"/>
                  </a:cubicBezTo>
                  <a:cubicBezTo>
                    <a:pt x="915326" y="354165"/>
                    <a:pt x="912779" y="346861"/>
                    <a:pt x="915157" y="340067"/>
                  </a:cubicBezTo>
                  <a:cubicBezTo>
                    <a:pt x="922460" y="318834"/>
                    <a:pt x="918724" y="294545"/>
                    <a:pt x="933501" y="275520"/>
                  </a:cubicBezTo>
                  <a:cubicBezTo>
                    <a:pt x="933841" y="258704"/>
                    <a:pt x="943693" y="243417"/>
                    <a:pt x="941315" y="225922"/>
                  </a:cubicBezTo>
                  <a:cubicBezTo>
                    <a:pt x="940296" y="218108"/>
                    <a:pt x="940805" y="210125"/>
                    <a:pt x="940635" y="202141"/>
                  </a:cubicBezTo>
                  <a:cubicBezTo>
                    <a:pt x="940466" y="188213"/>
                    <a:pt x="939616" y="173945"/>
                    <a:pt x="934521" y="161205"/>
                  </a:cubicBezTo>
                  <a:cubicBezTo>
                    <a:pt x="929765" y="148806"/>
                    <a:pt x="933162" y="133348"/>
                    <a:pt x="920592" y="124006"/>
                  </a:cubicBezTo>
                  <a:cubicBezTo>
                    <a:pt x="914307" y="119250"/>
                    <a:pt x="917704" y="111437"/>
                    <a:pt x="914477" y="105661"/>
                  </a:cubicBezTo>
                  <a:cubicBezTo>
                    <a:pt x="907683" y="93262"/>
                    <a:pt x="900379" y="80692"/>
                    <a:pt x="893415" y="67783"/>
                  </a:cubicBezTo>
                  <a:cubicBezTo>
                    <a:pt x="871673" y="27696"/>
                    <a:pt x="841098" y="1028"/>
                    <a:pt x="792858" y="9"/>
                  </a:cubicBezTo>
                  <a:cubicBezTo>
                    <a:pt x="784535" y="-161"/>
                    <a:pt x="778420" y="2047"/>
                    <a:pt x="773834" y="8332"/>
                  </a:cubicBezTo>
                  <a:cubicBezTo>
                    <a:pt x="769078" y="14957"/>
                    <a:pt x="764322" y="21751"/>
                    <a:pt x="760415" y="28885"/>
                  </a:cubicBezTo>
                  <a:cubicBezTo>
                    <a:pt x="755659" y="37718"/>
                    <a:pt x="750393" y="40266"/>
                    <a:pt x="741221" y="35849"/>
                  </a:cubicBezTo>
                  <a:cubicBezTo>
                    <a:pt x="735786" y="33132"/>
                    <a:pt x="730010" y="32112"/>
                    <a:pt x="724235" y="30923"/>
                  </a:cubicBezTo>
                  <a:cubicBezTo>
                    <a:pt x="701814" y="26677"/>
                    <a:pt x="679053" y="25828"/>
                    <a:pt x="656801" y="30074"/>
                  </a:cubicBezTo>
                  <a:cubicBezTo>
                    <a:pt x="628435" y="35510"/>
                    <a:pt x="605674" y="52156"/>
                    <a:pt x="585630" y="72029"/>
                  </a:cubicBezTo>
                  <a:cubicBezTo>
                    <a:pt x="576628" y="81032"/>
                    <a:pt x="569833" y="91903"/>
                    <a:pt x="566946" y="104812"/>
                  </a:cubicBezTo>
                  <a:cubicBezTo>
                    <a:pt x="560831" y="132669"/>
                    <a:pt x="561171" y="161035"/>
                    <a:pt x="560491" y="189232"/>
                  </a:cubicBezTo>
                  <a:cubicBezTo>
                    <a:pt x="560321" y="195347"/>
                    <a:pt x="560831" y="200952"/>
                    <a:pt x="563209" y="206558"/>
                  </a:cubicBezTo>
                  <a:cubicBezTo>
                    <a:pt x="570853" y="224223"/>
                    <a:pt x="569324" y="241888"/>
                    <a:pt x="563379" y="259554"/>
                  </a:cubicBezTo>
                  <a:cubicBezTo>
                    <a:pt x="561510" y="264989"/>
                    <a:pt x="561680" y="270764"/>
                    <a:pt x="561340" y="276370"/>
                  </a:cubicBezTo>
                  <a:cubicBezTo>
                    <a:pt x="560831" y="283334"/>
                    <a:pt x="563039" y="287750"/>
                    <a:pt x="570853" y="288260"/>
                  </a:cubicBezTo>
                  <a:cubicBezTo>
                    <a:pt x="580534" y="288939"/>
                    <a:pt x="584951" y="294205"/>
                    <a:pt x="584781" y="303887"/>
                  </a:cubicBezTo>
                  <a:cubicBezTo>
                    <a:pt x="584781" y="307624"/>
                    <a:pt x="585970" y="311021"/>
                    <a:pt x="590386" y="312380"/>
                  </a:cubicBezTo>
                  <a:cubicBezTo>
                    <a:pt x="604654" y="317136"/>
                    <a:pt x="606353" y="320533"/>
                    <a:pt x="601937" y="335311"/>
                  </a:cubicBezTo>
                  <a:cubicBezTo>
                    <a:pt x="601087" y="338198"/>
                    <a:pt x="600918" y="339897"/>
                    <a:pt x="603635" y="341595"/>
                  </a:cubicBezTo>
                  <a:cubicBezTo>
                    <a:pt x="610599" y="345842"/>
                    <a:pt x="613827" y="352466"/>
                    <a:pt x="616205" y="359940"/>
                  </a:cubicBezTo>
                  <a:cubicBezTo>
                    <a:pt x="619772" y="370981"/>
                    <a:pt x="626227" y="375397"/>
                    <a:pt x="637947" y="374888"/>
                  </a:cubicBezTo>
                  <a:cubicBezTo>
                    <a:pt x="645590" y="374548"/>
                    <a:pt x="653234" y="373869"/>
                    <a:pt x="660708" y="372510"/>
                  </a:cubicBezTo>
                  <a:cubicBezTo>
                    <a:pt x="671239" y="370641"/>
                    <a:pt x="679222" y="374208"/>
                    <a:pt x="685168" y="382362"/>
                  </a:cubicBezTo>
                  <a:cubicBezTo>
                    <a:pt x="689924" y="388646"/>
                    <a:pt x="694000" y="395441"/>
                    <a:pt x="698247" y="402065"/>
                  </a:cubicBezTo>
                  <a:cubicBezTo>
                    <a:pt x="705381" y="413106"/>
                    <a:pt x="705041" y="414975"/>
                    <a:pt x="694680" y="422788"/>
                  </a:cubicBezTo>
                  <a:cubicBezTo>
                    <a:pt x="693321" y="423807"/>
                    <a:pt x="691962" y="424826"/>
                    <a:pt x="690603" y="425846"/>
                  </a:cubicBezTo>
                  <a:cubicBezTo>
                    <a:pt x="675995" y="436547"/>
                    <a:pt x="664954" y="450305"/>
                    <a:pt x="656971" y="466442"/>
                  </a:cubicBezTo>
                  <a:cubicBezTo>
                    <a:pt x="651196" y="478162"/>
                    <a:pt x="649327" y="492091"/>
                    <a:pt x="637607" y="500414"/>
                  </a:cubicBezTo>
                  <a:cubicBezTo>
                    <a:pt x="635399" y="501942"/>
                    <a:pt x="635908" y="505000"/>
                    <a:pt x="635229" y="507378"/>
                  </a:cubicBezTo>
                  <a:cubicBezTo>
                    <a:pt x="632851" y="516890"/>
                    <a:pt x="633021" y="527251"/>
                    <a:pt x="628605" y="536084"/>
                  </a:cubicBezTo>
                  <a:cubicBezTo>
                    <a:pt x="619942" y="553919"/>
                    <a:pt x="611449" y="571754"/>
                    <a:pt x="601597" y="588910"/>
                  </a:cubicBezTo>
                  <a:cubicBezTo>
                    <a:pt x="587499" y="613200"/>
                    <a:pt x="576798" y="638169"/>
                    <a:pt x="576118" y="666876"/>
                  </a:cubicBezTo>
                  <a:cubicBezTo>
                    <a:pt x="575778" y="681993"/>
                    <a:pt x="568474" y="695752"/>
                    <a:pt x="566776" y="710699"/>
                  </a:cubicBezTo>
                  <a:cubicBezTo>
                    <a:pt x="563209" y="740424"/>
                    <a:pt x="558453" y="769980"/>
                    <a:pt x="552847" y="799535"/>
                  </a:cubicBezTo>
                  <a:cubicBezTo>
                    <a:pt x="551998" y="804291"/>
                    <a:pt x="550300" y="808878"/>
                    <a:pt x="547582" y="812784"/>
                  </a:cubicBezTo>
                  <a:cubicBezTo>
                    <a:pt x="543505" y="818390"/>
                    <a:pt x="539768" y="819579"/>
                    <a:pt x="532804" y="815332"/>
                  </a:cubicBezTo>
                  <a:cubicBezTo>
                    <a:pt x="517177" y="805990"/>
                    <a:pt x="505457" y="802253"/>
                    <a:pt x="491189" y="818220"/>
                  </a:cubicBezTo>
                  <a:cubicBezTo>
                    <a:pt x="482866" y="827392"/>
                    <a:pt x="472334" y="835545"/>
                    <a:pt x="458406" y="835885"/>
                  </a:cubicBezTo>
                  <a:cubicBezTo>
                    <a:pt x="440571" y="836395"/>
                    <a:pt x="425114" y="844038"/>
                    <a:pt x="411015" y="853720"/>
                  </a:cubicBezTo>
                  <a:cubicBezTo>
                    <a:pt x="404391" y="858307"/>
                    <a:pt x="400654" y="861024"/>
                    <a:pt x="394199" y="854400"/>
                  </a:cubicBezTo>
                  <a:cubicBezTo>
                    <a:pt x="388424" y="848625"/>
                    <a:pt x="379761" y="850153"/>
                    <a:pt x="375345" y="856948"/>
                  </a:cubicBezTo>
                  <a:cubicBezTo>
                    <a:pt x="372967" y="860854"/>
                    <a:pt x="370249" y="861874"/>
                    <a:pt x="367361" y="858646"/>
                  </a:cubicBezTo>
                  <a:cubicBezTo>
                    <a:pt x="362945" y="853550"/>
                    <a:pt x="359208" y="855759"/>
                    <a:pt x="355471" y="859156"/>
                  </a:cubicBezTo>
                  <a:cubicBezTo>
                    <a:pt x="352414" y="861704"/>
                    <a:pt x="349526" y="864421"/>
                    <a:pt x="346469" y="866800"/>
                  </a:cubicBezTo>
                  <a:cubicBezTo>
                    <a:pt x="337806" y="873934"/>
                    <a:pt x="329143" y="882427"/>
                    <a:pt x="318102" y="884125"/>
                  </a:cubicBezTo>
                  <a:cubicBezTo>
                    <a:pt x="303664" y="886333"/>
                    <a:pt x="289566" y="890240"/>
                    <a:pt x="274788" y="891259"/>
                  </a:cubicBezTo>
                  <a:cubicBezTo>
                    <a:pt x="256444" y="892618"/>
                    <a:pt x="237929" y="891599"/>
                    <a:pt x="219754" y="894487"/>
                  </a:cubicBezTo>
                  <a:cubicBezTo>
                    <a:pt x="214998" y="895166"/>
                    <a:pt x="213469" y="893128"/>
                    <a:pt x="211771" y="889391"/>
                  </a:cubicBezTo>
                  <a:cubicBezTo>
                    <a:pt x="203617" y="870706"/>
                    <a:pt x="195124" y="852192"/>
                    <a:pt x="186801" y="833677"/>
                  </a:cubicBezTo>
                  <a:cubicBezTo>
                    <a:pt x="153509" y="759449"/>
                    <a:pt x="120047" y="685220"/>
                    <a:pt x="87094" y="610992"/>
                  </a:cubicBezTo>
                  <a:cubicBezTo>
                    <a:pt x="84207" y="604707"/>
                    <a:pt x="81998" y="604367"/>
                    <a:pt x="76393" y="607255"/>
                  </a:cubicBezTo>
                  <a:cubicBezTo>
                    <a:pt x="52783" y="619485"/>
                    <a:pt x="29172" y="631545"/>
                    <a:pt x="5222" y="643095"/>
                  </a:cubicBezTo>
                  <a:cubicBezTo>
                    <a:pt x="-1063" y="646153"/>
                    <a:pt x="-893" y="648701"/>
                    <a:pt x="1655" y="654306"/>
                  </a:cubicBezTo>
                  <a:cubicBezTo>
                    <a:pt x="13036" y="678596"/>
                    <a:pt x="23907" y="703225"/>
                    <a:pt x="35117" y="727515"/>
                  </a:cubicBezTo>
                  <a:cubicBezTo>
                    <a:pt x="71807" y="807689"/>
                    <a:pt x="107477" y="888202"/>
                    <a:pt x="141789" y="969394"/>
                  </a:cubicBezTo>
                  <a:cubicBezTo>
                    <a:pt x="145696" y="978567"/>
                    <a:pt x="147904" y="986890"/>
                    <a:pt x="138561" y="994194"/>
                  </a:cubicBezTo>
                  <a:cubicBezTo>
                    <a:pt x="136863" y="995553"/>
                    <a:pt x="135674" y="997931"/>
                    <a:pt x="135334" y="999969"/>
                  </a:cubicBezTo>
                  <a:cubicBezTo>
                    <a:pt x="133975" y="1006254"/>
                    <a:pt x="129729" y="1009991"/>
                    <a:pt x="125143" y="1013897"/>
                  </a:cubicBezTo>
                  <a:cubicBezTo>
                    <a:pt x="107138" y="1029524"/>
                    <a:pt x="94568" y="1047529"/>
                    <a:pt x="96436" y="1073178"/>
                  </a:cubicBezTo>
                  <a:cubicBezTo>
                    <a:pt x="97456" y="1088466"/>
                    <a:pt x="96776" y="1103753"/>
                    <a:pt x="96946" y="1119040"/>
                  </a:cubicBezTo>
                  <a:cubicBezTo>
                    <a:pt x="96946" y="1122437"/>
                    <a:pt x="97286" y="1125835"/>
                    <a:pt x="98305" y="1129062"/>
                  </a:cubicBezTo>
                  <a:cubicBezTo>
                    <a:pt x="102381" y="1142141"/>
                    <a:pt x="104760" y="1155390"/>
                    <a:pt x="105779" y="1168979"/>
                  </a:cubicBezTo>
                  <a:cubicBezTo>
                    <a:pt x="108157" y="1200063"/>
                    <a:pt x="112063" y="1230977"/>
                    <a:pt x="120726" y="1260872"/>
                  </a:cubicBezTo>
                  <a:cubicBezTo>
                    <a:pt x="132277" y="1300959"/>
                    <a:pt x="144676" y="1340876"/>
                    <a:pt x="157076" y="1380793"/>
                  </a:cubicBezTo>
                  <a:cubicBezTo>
                    <a:pt x="163021" y="1399987"/>
                    <a:pt x="167268" y="1419521"/>
                    <a:pt x="171514" y="1439224"/>
                  </a:cubicBezTo>
                  <a:cubicBezTo>
                    <a:pt x="176610" y="1461985"/>
                    <a:pt x="176270" y="1483727"/>
                    <a:pt x="162512" y="1504110"/>
                  </a:cubicBezTo>
                  <a:cubicBezTo>
                    <a:pt x="154019" y="1516680"/>
                    <a:pt x="147394" y="1530609"/>
                    <a:pt x="140430" y="1544197"/>
                  </a:cubicBezTo>
                  <a:cubicBezTo>
                    <a:pt x="136693" y="1551501"/>
                    <a:pt x="131597" y="1556257"/>
                    <a:pt x="123274" y="1557786"/>
                  </a:cubicBezTo>
                  <a:cubicBezTo>
                    <a:pt x="113592" y="1559485"/>
                    <a:pt x="103910" y="1561693"/>
                    <a:pt x="94228" y="1563731"/>
                  </a:cubicBezTo>
                  <a:cubicBezTo>
                    <a:pt x="90661" y="1564580"/>
                    <a:pt x="87604" y="1565599"/>
                    <a:pt x="85226" y="1569167"/>
                  </a:cubicBezTo>
                  <a:cubicBezTo>
                    <a:pt x="78092" y="1579698"/>
                    <a:pt x="70108" y="1589550"/>
                    <a:pt x="59917" y="1597533"/>
                  </a:cubicBezTo>
                  <a:cubicBezTo>
                    <a:pt x="47007" y="1607724"/>
                    <a:pt x="44120" y="1620974"/>
                    <a:pt x="47347" y="1636940"/>
                  </a:cubicBezTo>
                  <a:cubicBezTo>
                    <a:pt x="51424" y="1656984"/>
                    <a:pt x="66202" y="1666156"/>
                    <a:pt x="82848" y="1670233"/>
                  </a:cubicBezTo>
                  <a:cubicBezTo>
                    <a:pt x="110874" y="1677197"/>
                    <a:pt x="139750" y="1680764"/>
                    <a:pt x="168626" y="1675668"/>
                  </a:cubicBezTo>
                  <a:cubicBezTo>
                    <a:pt x="197333" y="1670572"/>
                    <a:pt x="219754" y="1658003"/>
                    <a:pt x="225699" y="1626239"/>
                  </a:cubicBezTo>
                  <a:cubicBezTo>
                    <a:pt x="227398" y="1616897"/>
                    <a:pt x="233343" y="1609763"/>
                    <a:pt x="241496" y="1605007"/>
                  </a:cubicBezTo>
                  <a:cubicBezTo>
                    <a:pt x="251687" y="1599062"/>
                    <a:pt x="262389" y="1593626"/>
                    <a:pt x="272750" y="1588021"/>
                  </a:cubicBezTo>
                  <a:cubicBezTo>
                    <a:pt x="280733" y="1583774"/>
                    <a:pt x="282092" y="1584284"/>
                    <a:pt x="282092" y="1593966"/>
                  </a:cubicBezTo>
                  <a:cubicBezTo>
                    <a:pt x="282262" y="1610272"/>
                    <a:pt x="283621" y="1626749"/>
                    <a:pt x="279884" y="1643055"/>
                  </a:cubicBezTo>
                  <a:cubicBezTo>
                    <a:pt x="278355" y="1649340"/>
                    <a:pt x="284300" y="1652397"/>
                    <a:pt x="287698" y="1653417"/>
                  </a:cubicBezTo>
                  <a:cubicBezTo>
                    <a:pt x="292114" y="1654606"/>
                    <a:pt x="290925" y="1648830"/>
                    <a:pt x="291095" y="1645943"/>
                  </a:cubicBezTo>
                  <a:cubicBezTo>
                    <a:pt x="291944" y="1632184"/>
                    <a:pt x="292284" y="1618256"/>
                    <a:pt x="292963" y="1604327"/>
                  </a:cubicBezTo>
                  <a:cubicBezTo>
                    <a:pt x="293473" y="1595834"/>
                    <a:pt x="293813" y="1587511"/>
                    <a:pt x="295681" y="1579188"/>
                  </a:cubicBezTo>
                  <a:cubicBezTo>
                    <a:pt x="298229" y="1567638"/>
                    <a:pt x="305363" y="1558805"/>
                    <a:pt x="311648" y="1549633"/>
                  </a:cubicBezTo>
                  <a:cubicBezTo>
                    <a:pt x="318612" y="1539441"/>
                    <a:pt x="322349" y="1529250"/>
                    <a:pt x="316234" y="1517190"/>
                  </a:cubicBezTo>
                  <a:cubicBezTo>
                    <a:pt x="314535" y="1513962"/>
                    <a:pt x="315045" y="1510395"/>
                    <a:pt x="316743" y="1507338"/>
                  </a:cubicBezTo>
                  <a:cubicBezTo>
                    <a:pt x="323028" y="1495618"/>
                    <a:pt x="319631" y="1484916"/>
                    <a:pt x="313686" y="1474385"/>
                  </a:cubicBezTo>
                  <a:cubicBezTo>
                    <a:pt x="308760" y="1465553"/>
                    <a:pt x="300947" y="1459268"/>
                    <a:pt x="294662" y="1451794"/>
                  </a:cubicBezTo>
                  <a:cubicBezTo>
                    <a:pt x="290755" y="1447378"/>
                    <a:pt x="287528" y="1444490"/>
                    <a:pt x="281073" y="1446189"/>
                  </a:cubicBezTo>
                  <a:cubicBezTo>
                    <a:pt x="276317" y="1447378"/>
                    <a:pt x="272920" y="1444830"/>
                    <a:pt x="272071" y="1439734"/>
                  </a:cubicBezTo>
                  <a:cubicBezTo>
                    <a:pt x="271391" y="1436167"/>
                    <a:pt x="270882" y="1432430"/>
                    <a:pt x="270542" y="1428863"/>
                  </a:cubicBezTo>
                  <a:cubicBezTo>
                    <a:pt x="266975" y="1386738"/>
                    <a:pt x="275298" y="1345292"/>
                    <a:pt x="278355" y="1303677"/>
                  </a:cubicBezTo>
                  <a:cubicBezTo>
                    <a:pt x="280564" y="1273272"/>
                    <a:pt x="285829" y="1243037"/>
                    <a:pt x="285659" y="1212293"/>
                  </a:cubicBezTo>
                  <a:cubicBezTo>
                    <a:pt x="285659" y="1202101"/>
                    <a:pt x="285150" y="1191230"/>
                    <a:pt x="280564" y="1182398"/>
                  </a:cubicBezTo>
                  <a:cubicBezTo>
                    <a:pt x="274958" y="1171527"/>
                    <a:pt x="273769" y="1159806"/>
                    <a:pt x="269862" y="1148596"/>
                  </a:cubicBezTo>
                  <a:cubicBezTo>
                    <a:pt x="267315" y="1141292"/>
                    <a:pt x="270372" y="1137725"/>
                    <a:pt x="278016" y="1137725"/>
                  </a:cubicBezTo>
                  <a:cubicBezTo>
                    <a:pt x="289906" y="1137555"/>
                    <a:pt x="301796" y="1138404"/>
                    <a:pt x="313686" y="1138234"/>
                  </a:cubicBezTo>
                  <a:cubicBezTo>
                    <a:pt x="321160" y="1138064"/>
                    <a:pt x="324217" y="1140952"/>
                    <a:pt x="323708" y="1148596"/>
                  </a:cubicBezTo>
                  <a:cubicBezTo>
                    <a:pt x="323198" y="1159636"/>
                    <a:pt x="328803" y="1167280"/>
                    <a:pt x="337296" y="1174414"/>
                  </a:cubicBezTo>
                  <a:cubicBezTo>
                    <a:pt x="351055" y="1185625"/>
                    <a:pt x="368041" y="1187154"/>
                    <a:pt x="383668" y="1187663"/>
                  </a:cubicBezTo>
                  <a:cubicBezTo>
                    <a:pt x="424944" y="1189362"/>
                    <a:pt x="466049" y="1193269"/>
                    <a:pt x="507325" y="1194797"/>
                  </a:cubicBezTo>
                  <a:cubicBezTo>
                    <a:pt x="514120" y="1194967"/>
                    <a:pt x="517007" y="1197345"/>
                    <a:pt x="517007" y="1204309"/>
                  </a:cubicBezTo>
                  <a:cubicBezTo>
                    <a:pt x="516837" y="1234884"/>
                    <a:pt x="513100" y="1265289"/>
                    <a:pt x="509194" y="1295524"/>
                  </a:cubicBezTo>
                  <a:cubicBezTo>
                    <a:pt x="504947" y="1328986"/>
                    <a:pt x="502229" y="1362448"/>
                    <a:pt x="499851" y="1395910"/>
                  </a:cubicBezTo>
                  <a:cubicBezTo>
                    <a:pt x="499512" y="1401176"/>
                    <a:pt x="501210" y="1403724"/>
                    <a:pt x="506816" y="1404064"/>
                  </a:cubicBezTo>
                  <a:cubicBezTo>
                    <a:pt x="535522" y="1405592"/>
                    <a:pt x="564228" y="1410688"/>
                    <a:pt x="593104" y="1408140"/>
                  </a:cubicBezTo>
                  <a:cubicBezTo>
                    <a:pt x="597520" y="1407801"/>
                    <a:pt x="602107" y="1407970"/>
                    <a:pt x="606693" y="1407970"/>
                  </a:cubicBezTo>
                  <a:cubicBezTo>
                    <a:pt x="612128" y="1407970"/>
                    <a:pt x="615016" y="1410348"/>
                    <a:pt x="615016" y="1416293"/>
                  </a:cubicBezTo>
                  <a:cubicBezTo>
                    <a:pt x="614676" y="1439564"/>
                    <a:pt x="614506" y="1462665"/>
                    <a:pt x="614167" y="1485936"/>
                  </a:cubicBezTo>
                  <a:cubicBezTo>
                    <a:pt x="614167" y="1488484"/>
                    <a:pt x="614336" y="1491201"/>
                    <a:pt x="610430" y="1490861"/>
                  </a:cubicBezTo>
                  <a:cubicBezTo>
                    <a:pt x="593953" y="1489672"/>
                    <a:pt x="577137" y="1491541"/>
                    <a:pt x="560831" y="1486105"/>
                  </a:cubicBezTo>
                  <a:cubicBezTo>
                    <a:pt x="524991" y="1474046"/>
                    <a:pt x="488980" y="1462325"/>
                    <a:pt x="452801" y="1450945"/>
                  </a:cubicBezTo>
                  <a:cubicBezTo>
                    <a:pt x="438363" y="1446358"/>
                    <a:pt x="436154" y="1447717"/>
                    <a:pt x="429870" y="1458928"/>
                  </a:cubicBezTo>
                  <a:cubicBezTo>
                    <a:pt x="428341" y="1461646"/>
                    <a:pt x="428341" y="1464194"/>
                    <a:pt x="428341" y="1467081"/>
                  </a:cubicBezTo>
                  <a:cubicBezTo>
                    <a:pt x="428341" y="1479821"/>
                    <a:pt x="428511" y="1492560"/>
                    <a:pt x="428171" y="1505300"/>
                  </a:cubicBezTo>
                  <a:cubicBezTo>
                    <a:pt x="428001" y="1512264"/>
                    <a:pt x="428341" y="1518718"/>
                    <a:pt x="434626" y="1523474"/>
                  </a:cubicBezTo>
                  <a:cubicBezTo>
                    <a:pt x="437004" y="1525343"/>
                    <a:pt x="439042" y="1528570"/>
                    <a:pt x="438193" y="1531628"/>
                  </a:cubicBezTo>
                  <a:cubicBezTo>
                    <a:pt x="435645" y="1541479"/>
                    <a:pt x="440571" y="1547085"/>
                    <a:pt x="448214" y="1551671"/>
                  </a:cubicBezTo>
                  <a:cubicBezTo>
                    <a:pt x="450592" y="1553030"/>
                    <a:pt x="451951" y="1555238"/>
                    <a:pt x="451611" y="1557956"/>
                  </a:cubicBezTo>
                  <a:cubicBezTo>
                    <a:pt x="451272" y="1560843"/>
                    <a:pt x="448554" y="1560843"/>
                    <a:pt x="446346" y="1561523"/>
                  </a:cubicBezTo>
                  <a:cubicBezTo>
                    <a:pt x="414582" y="1569846"/>
                    <a:pt x="382988" y="1578679"/>
                    <a:pt x="350715" y="1584454"/>
                  </a:cubicBezTo>
                  <a:cubicBezTo>
                    <a:pt x="336277" y="1587002"/>
                    <a:pt x="327954" y="1598722"/>
                    <a:pt x="327954" y="1610782"/>
                  </a:cubicBezTo>
                  <a:cubicBezTo>
                    <a:pt x="327954" y="1623861"/>
                    <a:pt x="327784" y="1636770"/>
                    <a:pt x="327954" y="1649850"/>
                  </a:cubicBezTo>
                  <a:cubicBezTo>
                    <a:pt x="327954" y="1656984"/>
                    <a:pt x="330332" y="1662929"/>
                    <a:pt x="335428" y="1668194"/>
                  </a:cubicBezTo>
                  <a:cubicBezTo>
                    <a:pt x="340863" y="1673800"/>
                    <a:pt x="346639" y="1679575"/>
                    <a:pt x="346809" y="1688407"/>
                  </a:cubicBezTo>
                  <a:cubicBezTo>
                    <a:pt x="346809" y="1691125"/>
                    <a:pt x="349866" y="1692314"/>
                    <a:pt x="351904" y="1693673"/>
                  </a:cubicBezTo>
                  <a:cubicBezTo>
                    <a:pt x="363285" y="1701317"/>
                    <a:pt x="383498" y="1698259"/>
                    <a:pt x="395558" y="1687219"/>
                  </a:cubicBezTo>
                  <a:cubicBezTo>
                    <a:pt x="405919" y="1677706"/>
                    <a:pt x="408637" y="1664627"/>
                    <a:pt x="410166" y="1651888"/>
                  </a:cubicBezTo>
                  <a:cubicBezTo>
                    <a:pt x="411015" y="1643905"/>
                    <a:pt x="405070" y="1637450"/>
                    <a:pt x="398615" y="1632354"/>
                  </a:cubicBezTo>
                  <a:cubicBezTo>
                    <a:pt x="395728" y="1630146"/>
                    <a:pt x="394539" y="1626919"/>
                    <a:pt x="395388" y="1623182"/>
                  </a:cubicBezTo>
                  <a:cubicBezTo>
                    <a:pt x="396407" y="1619105"/>
                    <a:pt x="400314" y="1619785"/>
                    <a:pt x="403032" y="1619445"/>
                  </a:cubicBezTo>
                  <a:cubicBezTo>
                    <a:pt x="435645" y="1614349"/>
                    <a:pt x="468597" y="1611971"/>
                    <a:pt x="500701" y="1603478"/>
                  </a:cubicBezTo>
                  <a:cubicBezTo>
                    <a:pt x="522103" y="1597703"/>
                    <a:pt x="544694" y="1595665"/>
                    <a:pt x="566606" y="1591928"/>
                  </a:cubicBezTo>
                  <a:cubicBezTo>
                    <a:pt x="583082" y="1589210"/>
                    <a:pt x="599389" y="1584963"/>
                    <a:pt x="616205" y="1587341"/>
                  </a:cubicBezTo>
                  <a:cubicBezTo>
                    <a:pt x="626736" y="1588870"/>
                    <a:pt x="634719" y="1592947"/>
                    <a:pt x="638626" y="1604667"/>
                  </a:cubicBezTo>
                  <a:cubicBezTo>
                    <a:pt x="647629" y="1630655"/>
                    <a:pt x="655952" y="1656984"/>
                    <a:pt x="663935" y="1683312"/>
                  </a:cubicBezTo>
                  <a:cubicBezTo>
                    <a:pt x="668861" y="1699448"/>
                    <a:pt x="672938" y="1715075"/>
                    <a:pt x="667502" y="1731891"/>
                  </a:cubicBezTo>
                  <a:cubicBezTo>
                    <a:pt x="664954" y="1739875"/>
                    <a:pt x="665124" y="1748707"/>
                    <a:pt x="665634" y="1757200"/>
                  </a:cubicBezTo>
                  <a:cubicBezTo>
                    <a:pt x="666993" y="1780471"/>
                    <a:pt x="688735" y="1802043"/>
                    <a:pt x="712345" y="1803402"/>
                  </a:cubicBezTo>
                  <a:cubicBezTo>
                    <a:pt x="734257" y="1804591"/>
                    <a:pt x="759905" y="1784378"/>
                    <a:pt x="763642" y="1762976"/>
                  </a:cubicBezTo>
                  <a:cubicBezTo>
                    <a:pt x="765001" y="1755842"/>
                    <a:pt x="763642" y="1748877"/>
                    <a:pt x="760415" y="1742423"/>
                  </a:cubicBezTo>
                  <a:cubicBezTo>
                    <a:pt x="753791" y="1728664"/>
                    <a:pt x="742580" y="1719152"/>
                    <a:pt x="730860" y="1710319"/>
                  </a:cubicBezTo>
                  <a:cubicBezTo>
                    <a:pt x="728482" y="1708451"/>
                    <a:pt x="726783" y="1707092"/>
                    <a:pt x="725934" y="1704204"/>
                  </a:cubicBezTo>
                  <a:cubicBezTo>
                    <a:pt x="714553" y="1668024"/>
                    <a:pt x="702663" y="1632184"/>
                    <a:pt x="695189" y="1594985"/>
                  </a:cubicBezTo>
                  <a:cubicBezTo>
                    <a:pt x="692811" y="1583435"/>
                    <a:pt x="694000" y="1581906"/>
                    <a:pt x="705890" y="1581736"/>
                  </a:cubicBezTo>
                  <a:cubicBezTo>
                    <a:pt x="707929" y="1581736"/>
                    <a:pt x="709797" y="1582076"/>
                    <a:pt x="711835" y="1582246"/>
                  </a:cubicBezTo>
                  <a:cubicBezTo>
                    <a:pt x="735786" y="1584793"/>
                    <a:pt x="759566" y="1587681"/>
                    <a:pt x="783516" y="1589719"/>
                  </a:cubicBezTo>
                  <a:cubicBezTo>
                    <a:pt x="831756" y="1593626"/>
                    <a:pt x="879996" y="1596514"/>
                    <a:pt x="928236" y="1601270"/>
                  </a:cubicBezTo>
                  <a:cubicBezTo>
                    <a:pt x="948449" y="1603308"/>
                    <a:pt x="948449" y="1603138"/>
                    <a:pt x="942844" y="1623182"/>
                  </a:cubicBezTo>
                  <a:cubicBezTo>
                    <a:pt x="941315" y="1628617"/>
                    <a:pt x="939446" y="1634732"/>
                    <a:pt x="943353" y="1639488"/>
                  </a:cubicBezTo>
                  <a:cubicBezTo>
                    <a:pt x="947600" y="1644754"/>
                    <a:pt x="950148" y="1650529"/>
                    <a:pt x="951506" y="1656984"/>
                  </a:cubicBezTo>
                  <a:cubicBezTo>
                    <a:pt x="952356" y="1661060"/>
                    <a:pt x="954734" y="1662759"/>
                    <a:pt x="958980" y="1663778"/>
                  </a:cubicBezTo>
                  <a:cubicBezTo>
                    <a:pt x="969002" y="1665986"/>
                    <a:pt x="979193" y="1665816"/>
                    <a:pt x="989385" y="1666496"/>
                  </a:cubicBezTo>
                  <a:cubicBezTo>
                    <a:pt x="996179" y="1667005"/>
                    <a:pt x="999916" y="1664118"/>
                    <a:pt x="1002974" y="1659531"/>
                  </a:cubicBezTo>
                  <a:cubicBezTo>
                    <a:pt x="1012656" y="1645263"/>
                    <a:pt x="1014015" y="1629297"/>
                    <a:pt x="1010278" y="1613160"/>
                  </a:cubicBezTo>
                  <a:close/>
                  <a:moveTo>
                    <a:pt x="893245" y="959203"/>
                  </a:moveTo>
                  <a:cubicBezTo>
                    <a:pt x="900379" y="964808"/>
                    <a:pt x="906154" y="960732"/>
                    <a:pt x="911929" y="957674"/>
                  </a:cubicBezTo>
                  <a:cubicBezTo>
                    <a:pt x="921611" y="952748"/>
                    <a:pt x="921611" y="952578"/>
                    <a:pt x="923310" y="963110"/>
                  </a:cubicBezTo>
                  <a:cubicBezTo>
                    <a:pt x="929425" y="999459"/>
                    <a:pt x="935540" y="1035639"/>
                    <a:pt x="941655" y="1071989"/>
                  </a:cubicBezTo>
                  <a:cubicBezTo>
                    <a:pt x="942504" y="1076745"/>
                    <a:pt x="942674" y="1081501"/>
                    <a:pt x="943183" y="1086257"/>
                  </a:cubicBezTo>
                  <a:cubicBezTo>
                    <a:pt x="943013" y="1086257"/>
                    <a:pt x="942844" y="1086257"/>
                    <a:pt x="942504" y="1086257"/>
                  </a:cubicBezTo>
                  <a:cubicBezTo>
                    <a:pt x="942504" y="1090164"/>
                    <a:pt x="942674" y="1094241"/>
                    <a:pt x="942504" y="1098147"/>
                  </a:cubicBezTo>
                  <a:cubicBezTo>
                    <a:pt x="942334" y="1100865"/>
                    <a:pt x="940805" y="1103073"/>
                    <a:pt x="937748" y="1103073"/>
                  </a:cubicBezTo>
                  <a:cubicBezTo>
                    <a:pt x="934690" y="1103243"/>
                    <a:pt x="933501" y="1101205"/>
                    <a:pt x="932822" y="1098317"/>
                  </a:cubicBezTo>
                  <a:cubicBezTo>
                    <a:pt x="928066" y="1076066"/>
                    <a:pt x="919573" y="1054833"/>
                    <a:pt x="912269" y="1033261"/>
                  </a:cubicBezTo>
                  <a:cubicBezTo>
                    <a:pt x="905645" y="1013897"/>
                    <a:pt x="897152" y="995213"/>
                    <a:pt x="893245" y="974830"/>
                  </a:cubicBezTo>
                  <a:cubicBezTo>
                    <a:pt x="892565" y="970753"/>
                    <a:pt x="888828" y="967526"/>
                    <a:pt x="888998" y="962940"/>
                  </a:cubicBezTo>
                  <a:cubicBezTo>
                    <a:pt x="888998" y="960562"/>
                    <a:pt x="889508" y="956145"/>
                    <a:pt x="893245" y="959203"/>
                  </a:cubicBezTo>
                  <a:close/>
                </a:path>
              </a:pathLst>
            </a:custGeom>
            <a:grpFill/>
            <a:ln w="1698" cap="flat">
              <a:noFill/>
              <a:prstDash val="solid"/>
              <a:miter/>
            </a:ln>
          </p:spPr>
          <p:txBody>
            <a:bodyPr rtlCol="0" anchor="ctr"/>
            <a:lstStyle/>
            <a:p>
              <a:endParaRPr lang="en-US"/>
            </a:p>
          </p:txBody>
        </p:sp>
      </p:grpSp>
      <p:sp>
        <p:nvSpPr>
          <p:cNvPr id="6" name="TextBox 5">
            <a:extLst>
              <a:ext uri="{FF2B5EF4-FFF2-40B4-BE49-F238E27FC236}">
                <a16:creationId xmlns:a16="http://schemas.microsoft.com/office/drawing/2014/main" id="{7404728D-A704-43B8-ADD8-E17F45397AE8}"/>
              </a:ext>
            </a:extLst>
          </p:cNvPr>
          <p:cNvSpPr txBox="1"/>
          <p:nvPr/>
        </p:nvSpPr>
        <p:spPr>
          <a:xfrm>
            <a:off x="10470722" y="3844104"/>
            <a:ext cx="1585293" cy="461665"/>
          </a:xfrm>
          <a:prstGeom prst="rect">
            <a:avLst/>
          </a:prstGeom>
          <a:noFill/>
        </p:spPr>
        <p:txBody>
          <a:bodyPr wrap="square" rtlCol="0" anchor="ctr">
            <a:spAutoFit/>
          </a:bodyPr>
          <a:lstStyle/>
          <a:p>
            <a:r>
              <a:rPr lang="en-US" altLang="ko-KR" sz="2400" b="1" dirty="0">
                <a:solidFill>
                  <a:schemeClr val="bg1"/>
                </a:solidFill>
                <a:cs typeface="Arial" pitchFamily="34" charset="0"/>
              </a:rPr>
              <a:t>Females</a:t>
            </a:r>
          </a:p>
        </p:txBody>
      </p:sp>
      <p:sp>
        <p:nvSpPr>
          <p:cNvPr id="7" name="TextBox 6">
            <a:extLst>
              <a:ext uri="{FF2B5EF4-FFF2-40B4-BE49-F238E27FC236}">
                <a16:creationId xmlns:a16="http://schemas.microsoft.com/office/drawing/2014/main" id="{F7D9DFAD-10C0-4FE1-8B9D-E303E99E89A1}"/>
              </a:ext>
            </a:extLst>
          </p:cNvPr>
          <p:cNvSpPr txBox="1"/>
          <p:nvPr/>
        </p:nvSpPr>
        <p:spPr>
          <a:xfrm>
            <a:off x="182572" y="4323384"/>
            <a:ext cx="1432798" cy="707886"/>
          </a:xfrm>
          <a:prstGeom prst="rect">
            <a:avLst/>
          </a:prstGeom>
          <a:noFill/>
        </p:spPr>
        <p:txBody>
          <a:bodyPr wrap="square" rtlCol="0" anchor="ctr">
            <a:spAutoFit/>
          </a:bodyPr>
          <a:lstStyle/>
          <a:p>
            <a:pPr algn="ctr"/>
            <a:r>
              <a:rPr lang="en-US" altLang="ko-KR" sz="2000" dirty="0">
                <a:solidFill>
                  <a:schemeClr val="accent1"/>
                </a:solidFill>
                <a:cs typeface="Arial" pitchFamily="34" charset="0"/>
              </a:rPr>
              <a:t>19-25</a:t>
            </a:r>
          </a:p>
          <a:p>
            <a:r>
              <a:rPr lang="en-US" altLang="ko-KR" sz="2000" dirty="0">
                <a:solidFill>
                  <a:schemeClr val="accent1"/>
                </a:solidFill>
                <a:cs typeface="Arial" pitchFamily="34" charset="0"/>
              </a:rPr>
              <a:t>Age Group</a:t>
            </a:r>
          </a:p>
        </p:txBody>
      </p:sp>
      <p:grpSp>
        <p:nvGrpSpPr>
          <p:cNvPr id="10" name="Group 9">
            <a:extLst>
              <a:ext uri="{FF2B5EF4-FFF2-40B4-BE49-F238E27FC236}">
                <a16:creationId xmlns:a16="http://schemas.microsoft.com/office/drawing/2014/main" id="{73B3A7F0-3602-4525-8020-F8176790C739}"/>
              </a:ext>
            </a:extLst>
          </p:cNvPr>
          <p:cNvGrpSpPr/>
          <p:nvPr/>
        </p:nvGrpSpPr>
        <p:grpSpPr>
          <a:xfrm>
            <a:off x="8026261" y="1950999"/>
            <a:ext cx="4029753" cy="2373834"/>
            <a:chOff x="6505386" y="1711996"/>
            <a:chExt cx="2564295" cy="2373834"/>
          </a:xfrm>
        </p:grpSpPr>
        <p:sp>
          <p:nvSpPr>
            <p:cNvPr id="11" name="TextBox 10">
              <a:extLst>
                <a:ext uri="{FF2B5EF4-FFF2-40B4-BE49-F238E27FC236}">
                  <a16:creationId xmlns:a16="http://schemas.microsoft.com/office/drawing/2014/main" id="{F1DF0554-A73E-4E04-A557-BB550CECDC00}"/>
                </a:ext>
              </a:extLst>
            </p:cNvPr>
            <p:cNvSpPr txBox="1"/>
            <p:nvPr/>
          </p:nvSpPr>
          <p:spPr>
            <a:xfrm>
              <a:off x="7122479" y="1711996"/>
              <a:ext cx="1947202" cy="507831"/>
            </a:xfrm>
            <a:prstGeom prst="rect">
              <a:avLst/>
            </a:prstGeom>
            <a:noFill/>
          </p:spPr>
          <p:txBody>
            <a:bodyPr wrap="square" rtlCol="0" anchor="ctr">
              <a:spAutoFit/>
            </a:bodyPr>
            <a:lstStyle/>
            <a:p>
              <a:r>
                <a:rPr lang="en-US" altLang="ko-KR" sz="2700" b="1" dirty="0">
                  <a:solidFill>
                    <a:schemeClr val="accent2"/>
                  </a:solidFill>
                  <a:cs typeface="Arial" pitchFamily="34" charset="0"/>
                </a:rPr>
                <a:t>Gender</a:t>
              </a:r>
              <a:endParaRPr lang="ko-KR" altLang="en-US" sz="2700" b="1" dirty="0">
                <a:solidFill>
                  <a:schemeClr val="accent2"/>
                </a:solidFill>
                <a:cs typeface="Arial" pitchFamily="34" charset="0"/>
              </a:endParaRPr>
            </a:p>
          </p:txBody>
        </p:sp>
        <p:sp>
          <p:nvSpPr>
            <p:cNvPr id="12" name="TextBox 11">
              <a:extLst>
                <a:ext uri="{FF2B5EF4-FFF2-40B4-BE49-F238E27FC236}">
                  <a16:creationId xmlns:a16="http://schemas.microsoft.com/office/drawing/2014/main" id="{1FCAC7AC-6DAB-469B-B401-3158200D6AA2}"/>
                </a:ext>
              </a:extLst>
            </p:cNvPr>
            <p:cNvSpPr txBox="1"/>
            <p:nvPr/>
          </p:nvSpPr>
          <p:spPr>
            <a:xfrm>
              <a:off x="6505386" y="3624165"/>
              <a:ext cx="657596" cy="461665"/>
            </a:xfrm>
            <a:prstGeom prst="rect">
              <a:avLst/>
            </a:prstGeom>
            <a:noFill/>
          </p:spPr>
          <p:txBody>
            <a:bodyPr wrap="square" rtlCol="0">
              <a:spAutoFit/>
            </a:bodyPr>
            <a:lstStyle/>
            <a:p>
              <a:r>
                <a:rPr lang="en-US" altLang="ko-KR" sz="2400" b="1" dirty="0">
                  <a:solidFill>
                    <a:schemeClr val="bg1"/>
                  </a:solidFill>
                  <a:cs typeface="Arial" pitchFamily="34" charset="0"/>
                </a:rPr>
                <a:t>Males</a:t>
              </a:r>
            </a:p>
          </p:txBody>
        </p:sp>
      </p:grpSp>
      <p:grpSp>
        <p:nvGrpSpPr>
          <p:cNvPr id="13" name="Group 12">
            <a:extLst>
              <a:ext uri="{FF2B5EF4-FFF2-40B4-BE49-F238E27FC236}">
                <a16:creationId xmlns:a16="http://schemas.microsoft.com/office/drawing/2014/main" id="{A88D2294-E182-43CA-B569-511A0655DF58}"/>
              </a:ext>
            </a:extLst>
          </p:cNvPr>
          <p:cNvGrpSpPr/>
          <p:nvPr/>
        </p:nvGrpSpPr>
        <p:grpSpPr>
          <a:xfrm>
            <a:off x="-1630133" y="1950999"/>
            <a:ext cx="4690132" cy="2411667"/>
            <a:chOff x="5253198" y="1724145"/>
            <a:chExt cx="2984522" cy="2411667"/>
          </a:xfrm>
        </p:grpSpPr>
        <p:sp>
          <p:nvSpPr>
            <p:cNvPr id="14" name="TextBox 13">
              <a:extLst>
                <a:ext uri="{FF2B5EF4-FFF2-40B4-BE49-F238E27FC236}">
                  <a16:creationId xmlns:a16="http://schemas.microsoft.com/office/drawing/2014/main" id="{7EB729D8-28D9-4ADC-9810-E076E517B813}"/>
                </a:ext>
              </a:extLst>
            </p:cNvPr>
            <p:cNvSpPr txBox="1"/>
            <p:nvPr/>
          </p:nvSpPr>
          <p:spPr>
            <a:xfrm>
              <a:off x="6290518" y="1724145"/>
              <a:ext cx="1947202" cy="507831"/>
            </a:xfrm>
            <a:prstGeom prst="rect">
              <a:avLst/>
            </a:prstGeom>
            <a:noFill/>
          </p:spPr>
          <p:txBody>
            <a:bodyPr wrap="square" rtlCol="0" anchor="ctr">
              <a:spAutoFit/>
            </a:bodyPr>
            <a:lstStyle/>
            <a:p>
              <a:pPr algn="r"/>
              <a:r>
                <a:rPr lang="en-US" altLang="ko-KR" sz="2700" b="1" dirty="0">
                  <a:solidFill>
                    <a:schemeClr val="accent1"/>
                  </a:solidFill>
                  <a:cs typeface="Arial" pitchFamily="34" charset="0"/>
                </a:rPr>
                <a:t>Age Range  </a:t>
              </a:r>
              <a:endParaRPr lang="ko-KR" altLang="en-US" sz="2700" b="1" dirty="0">
                <a:solidFill>
                  <a:schemeClr val="accent1"/>
                </a:solidFill>
                <a:cs typeface="Arial" pitchFamily="34" charset="0"/>
              </a:endParaRPr>
            </a:p>
          </p:txBody>
        </p:sp>
        <p:sp>
          <p:nvSpPr>
            <p:cNvPr id="15" name="TextBox 14">
              <a:extLst>
                <a:ext uri="{FF2B5EF4-FFF2-40B4-BE49-F238E27FC236}">
                  <a16:creationId xmlns:a16="http://schemas.microsoft.com/office/drawing/2014/main" id="{097265F2-84E2-4CAB-BDFE-A76034518045}"/>
                </a:ext>
              </a:extLst>
            </p:cNvPr>
            <p:cNvSpPr txBox="1"/>
            <p:nvPr/>
          </p:nvSpPr>
          <p:spPr>
            <a:xfrm>
              <a:off x="5253198" y="3674147"/>
              <a:ext cx="1947202" cy="461665"/>
            </a:xfrm>
            <a:prstGeom prst="rect">
              <a:avLst/>
            </a:prstGeom>
            <a:noFill/>
          </p:spPr>
          <p:txBody>
            <a:bodyPr wrap="square" rtlCol="0">
              <a:spAutoFit/>
            </a:bodyPr>
            <a:lstStyle/>
            <a:p>
              <a:pPr algn="r"/>
              <a:r>
                <a:rPr lang="en-US" altLang="ko-KR" sz="2400" b="1" dirty="0">
                  <a:solidFill>
                    <a:schemeClr val="bg1"/>
                  </a:solidFill>
                  <a:cs typeface="Arial" pitchFamily="34" charset="0"/>
                </a:rPr>
                <a:t>Gen Z</a:t>
              </a:r>
            </a:p>
          </p:txBody>
        </p:sp>
      </p:grpSp>
      <p:sp>
        <p:nvSpPr>
          <p:cNvPr id="16" name="L-Shape 15">
            <a:extLst>
              <a:ext uri="{FF2B5EF4-FFF2-40B4-BE49-F238E27FC236}">
                <a16:creationId xmlns:a16="http://schemas.microsoft.com/office/drawing/2014/main" id="{E94FE4E2-2511-4A34-AD7A-B2F5C89AAACD}"/>
              </a:ext>
            </a:extLst>
          </p:cNvPr>
          <p:cNvSpPr/>
          <p:nvPr/>
        </p:nvSpPr>
        <p:spPr>
          <a:xfrm rot="2700000">
            <a:off x="7771295" y="2196051"/>
            <a:ext cx="375843" cy="375843"/>
          </a:xfrm>
          <a:prstGeom prst="corner">
            <a:avLst>
              <a:gd name="adj1" fmla="val 20835"/>
              <a:gd name="adj2" fmla="val 243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7" name="L-Shape 16">
            <a:extLst>
              <a:ext uri="{FF2B5EF4-FFF2-40B4-BE49-F238E27FC236}">
                <a16:creationId xmlns:a16="http://schemas.microsoft.com/office/drawing/2014/main" id="{14C0A9E1-5E23-472B-8059-55D59E5C17E9}"/>
              </a:ext>
            </a:extLst>
          </p:cNvPr>
          <p:cNvSpPr/>
          <p:nvPr/>
        </p:nvSpPr>
        <p:spPr>
          <a:xfrm rot="13500000">
            <a:off x="3903238" y="2138902"/>
            <a:ext cx="375843" cy="375843"/>
          </a:xfrm>
          <a:prstGeom prst="corner">
            <a:avLst>
              <a:gd name="adj1" fmla="val 20835"/>
              <a:gd name="adj2" fmla="val 243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20" name="Rounded Rectangle 5">
            <a:extLst>
              <a:ext uri="{FF2B5EF4-FFF2-40B4-BE49-F238E27FC236}">
                <a16:creationId xmlns:a16="http://schemas.microsoft.com/office/drawing/2014/main" id="{6A96F657-5E04-4A98-86D3-540F28D9095B}"/>
              </a:ext>
            </a:extLst>
          </p:cNvPr>
          <p:cNvSpPr/>
          <p:nvPr/>
        </p:nvSpPr>
        <p:spPr>
          <a:xfrm flipH="1">
            <a:off x="7678589" y="5791690"/>
            <a:ext cx="391682" cy="323114"/>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1" name="Teardrop 1">
            <a:extLst>
              <a:ext uri="{FF2B5EF4-FFF2-40B4-BE49-F238E27FC236}">
                <a16:creationId xmlns:a16="http://schemas.microsoft.com/office/drawing/2014/main" id="{E7383128-143C-4A29-A12A-9A034A2FFF82}"/>
              </a:ext>
            </a:extLst>
          </p:cNvPr>
          <p:cNvSpPr/>
          <p:nvPr/>
        </p:nvSpPr>
        <p:spPr>
          <a:xfrm rot="17679535">
            <a:off x="335206" y="2690907"/>
            <a:ext cx="376862" cy="372930"/>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22" name="Donut 39">
            <a:extLst>
              <a:ext uri="{FF2B5EF4-FFF2-40B4-BE49-F238E27FC236}">
                <a16:creationId xmlns:a16="http://schemas.microsoft.com/office/drawing/2014/main" id="{F949E12D-36D8-40D6-9675-C4707B11EAE5}"/>
              </a:ext>
            </a:extLst>
          </p:cNvPr>
          <p:cNvSpPr/>
          <p:nvPr/>
        </p:nvSpPr>
        <p:spPr>
          <a:xfrm>
            <a:off x="5660750" y="1315958"/>
            <a:ext cx="404132" cy="404132"/>
          </a:xfrm>
          <a:custGeom>
            <a:avLst/>
            <a:gdLst/>
            <a:ahLst/>
            <a:cxnLst/>
            <a:rect l="l" t="t" r="r" b="b"/>
            <a:pathLst>
              <a:path w="3240000" h="3240000">
                <a:moveTo>
                  <a:pt x="1152300" y="922782"/>
                </a:moveTo>
                <a:lnTo>
                  <a:pt x="2354400" y="1620000"/>
                </a:lnTo>
                <a:lnTo>
                  <a:pt x="1152300" y="2317218"/>
                </a:lnTo>
                <a:close/>
                <a:moveTo>
                  <a:pt x="1620000" y="342403"/>
                </a:moveTo>
                <a:cubicBezTo>
                  <a:pt x="914403" y="342403"/>
                  <a:pt x="342403" y="914403"/>
                  <a:pt x="342403" y="1620000"/>
                </a:cubicBezTo>
                <a:cubicBezTo>
                  <a:pt x="342403" y="2325597"/>
                  <a:pt x="914403" y="2897597"/>
                  <a:pt x="1620000" y="2897597"/>
                </a:cubicBezTo>
                <a:cubicBezTo>
                  <a:pt x="2325597" y="2897597"/>
                  <a:pt x="2897597" y="2325597"/>
                  <a:pt x="2897597" y="1620000"/>
                </a:cubicBezTo>
                <a:cubicBezTo>
                  <a:pt x="2897597" y="914403"/>
                  <a:pt x="2325597" y="342403"/>
                  <a:pt x="1620000" y="342403"/>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23" name="Rectangle 36">
            <a:extLst>
              <a:ext uri="{FF2B5EF4-FFF2-40B4-BE49-F238E27FC236}">
                <a16:creationId xmlns:a16="http://schemas.microsoft.com/office/drawing/2014/main" id="{70121ED9-224D-4DC3-B465-181B750D04AD}"/>
              </a:ext>
            </a:extLst>
          </p:cNvPr>
          <p:cNvSpPr/>
          <p:nvPr/>
        </p:nvSpPr>
        <p:spPr>
          <a:xfrm rot="1074937">
            <a:off x="2096930" y="5929268"/>
            <a:ext cx="365319" cy="305377"/>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8" name="Donut 24">
            <a:extLst>
              <a:ext uri="{FF2B5EF4-FFF2-40B4-BE49-F238E27FC236}">
                <a16:creationId xmlns:a16="http://schemas.microsoft.com/office/drawing/2014/main" id="{7D530C9E-9CE5-09EB-1936-81EF31399857}"/>
              </a:ext>
            </a:extLst>
          </p:cNvPr>
          <p:cNvSpPr/>
          <p:nvPr/>
        </p:nvSpPr>
        <p:spPr>
          <a:xfrm>
            <a:off x="2015729" y="390281"/>
            <a:ext cx="918498" cy="883421"/>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19" name="Freeform: Shape 18">
            <a:extLst>
              <a:ext uri="{FF2B5EF4-FFF2-40B4-BE49-F238E27FC236}">
                <a16:creationId xmlns:a16="http://schemas.microsoft.com/office/drawing/2014/main" id="{AB0276E1-B7F1-74A8-8F73-F02556B99DFB}"/>
              </a:ext>
            </a:extLst>
          </p:cNvPr>
          <p:cNvSpPr/>
          <p:nvPr/>
        </p:nvSpPr>
        <p:spPr>
          <a:xfrm rot="10800000" flipV="1">
            <a:off x="740664" y="2652144"/>
            <a:ext cx="2441448" cy="1124328"/>
          </a:xfrm>
          <a:custGeom>
            <a:avLst/>
            <a:gdLst>
              <a:gd name="connsiteX0" fmla="*/ 1163409 w 2312977"/>
              <a:gd name="connsiteY0" fmla="*/ 0 h 952844"/>
              <a:gd name="connsiteX1" fmla="*/ 1244592 w 2312977"/>
              <a:gd name="connsiteY1" fmla="*/ 237644 h 952844"/>
              <a:gd name="connsiteX2" fmla="*/ 1321591 w 2312977"/>
              <a:gd name="connsiteY2" fmla="*/ 241584 h 952844"/>
              <a:gd name="connsiteX3" fmla="*/ 2312977 w 2312977"/>
              <a:gd name="connsiteY3" fmla="*/ 809964 h 952844"/>
              <a:gd name="connsiteX4" fmla="*/ 2142794 w 2312977"/>
              <a:gd name="connsiteY4" fmla="*/ 936738 h 952844"/>
              <a:gd name="connsiteX5" fmla="*/ 1153428 w 2312977"/>
              <a:gd name="connsiteY5" fmla="*/ 445095 h 952844"/>
              <a:gd name="connsiteX6" fmla="*/ 172230 w 2312977"/>
              <a:gd name="connsiteY6" fmla="*/ 952844 h 952844"/>
              <a:gd name="connsiteX7" fmla="*/ 0 w 2312977"/>
              <a:gd name="connsiteY7" fmla="*/ 828868 h 952844"/>
              <a:gd name="connsiteX8" fmla="*/ 981964 w 2312977"/>
              <a:gd name="connsiteY8" fmla="*/ 244360 h 952844"/>
              <a:gd name="connsiteX9" fmla="*/ 1082247 w 2312977"/>
              <a:gd name="connsiteY9" fmla="*/ 237584 h 95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2977" h="952844">
                <a:moveTo>
                  <a:pt x="1163409" y="0"/>
                </a:moveTo>
                <a:lnTo>
                  <a:pt x="1244592" y="237644"/>
                </a:lnTo>
                <a:lnTo>
                  <a:pt x="1321591" y="241584"/>
                </a:lnTo>
                <a:cubicBezTo>
                  <a:pt x="1714005" y="285120"/>
                  <a:pt x="2074114" y="489313"/>
                  <a:pt x="2312977" y="809964"/>
                </a:cubicBezTo>
                <a:lnTo>
                  <a:pt x="2142794" y="936738"/>
                </a:lnTo>
                <a:cubicBezTo>
                  <a:pt x="1910220" y="624530"/>
                  <a:pt x="1542728" y="441913"/>
                  <a:pt x="1153428" y="445095"/>
                </a:cubicBezTo>
                <a:cubicBezTo>
                  <a:pt x="764128" y="448277"/>
                  <a:pt x="399670" y="636876"/>
                  <a:pt x="172230" y="952844"/>
                </a:cubicBezTo>
                <a:lnTo>
                  <a:pt x="0" y="828868"/>
                </a:lnTo>
                <a:cubicBezTo>
                  <a:pt x="233591" y="504355"/>
                  <a:pt x="590314" y="294304"/>
                  <a:pt x="981964" y="244360"/>
                </a:cubicBezTo>
                <a:lnTo>
                  <a:pt x="1082247" y="23758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TextBox 28">
            <a:extLst>
              <a:ext uri="{FF2B5EF4-FFF2-40B4-BE49-F238E27FC236}">
                <a16:creationId xmlns:a16="http://schemas.microsoft.com/office/drawing/2014/main" id="{AF69230F-4DBE-BA00-CC84-D61E6206A945}"/>
              </a:ext>
            </a:extLst>
          </p:cNvPr>
          <p:cNvSpPr txBox="1"/>
          <p:nvPr/>
        </p:nvSpPr>
        <p:spPr>
          <a:xfrm>
            <a:off x="2327746" y="3901000"/>
            <a:ext cx="1761337" cy="461665"/>
          </a:xfrm>
          <a:prstGeom prst="rect">
            <a:avLst/>
          </a:prstGeom>
          <a:noFill/>
        </p:spPr>
        <p:txBody>
          <a:bodyPr wrap="square">
            <a:spAutoFit/>
          </a:bodyPr>
          <a:lstStyle/>
          <a:p>
            <a:pPr algn="r"/>
            <a:r>
              <a:rPr lang="en-US" altLang="ko-KR" sz="2400" b="1" dirty="0">
                <a:solidFill>
                  <a:schemeClr val="bg1"/>
                </a:solidFill>
                <a:cs typeface="Arial" pitchFamily="34" charset="0"/>
              </a:rPr>
              <a:t>Millennials</a:t>
            </a:r>
          </a:p>
        </p:txBody>
      </p:sp>
      <p:sp>
        <p:nvSpPr>
          <p:cNvPr id="31" name="TextBox 30">
            <a:extLst>
              <a:ext uri="{FF2B5EF4-FFF2-40B4-BE49-F238E27FC236}">
                <a16:creationId xmlns:a16="http://schemas.microsoft.com/office/drawing/2014/main" id="{5830DA2D-1B61-8986-706E-1EEDBA12CCBE}"/>
              </a:ext>
            </a:extLst>
          </p:cNvPr>
          <p:cNvSpPr txBox="1"/>
          <p:nvPr/>
        </p:nvSpPr>
        <p:spPr>
          <a:xfrm>
            <a:off x="2488516" y="4305769"/>
            <a:ext cx="1432798" cy="707886"/>
          </a:xfrm>
          <a:prstGeom prst="rect">
            <a:avLst/>
          </a:prstGeom>
          <a:noFill/>
        </p:spPr>
        <p:txBody>
          <a:bodyPr wrap="square">
            <a:spAutoFit/>
          </a:bodyPr>
          <a:lstStyle/>
          <a:p>
            <a:pPr algn="ctr"/>
            <a:r>
              <a:rPr lang="en-US" altLang="ko-KR" sz="2000" dirty="0">
                <a:solidFill>
                  <a:schemeClr val="accent1"/>
                </a:solidFill>
                <a:cs typeface="Arial" pitchFamily="34" charset="0"/>
              </a:rPr>
              <a:t>27-40</a:t>
            </a:r>
          </a:p>
          <a:p>
            <a:r>
              <a:rPr lang="en-US" altLang="ko-KR" sz="2000" dirty="0">
                <a:solidFill>
                  <a:schemeClr val="accent1"/>
                </a:solidFill>
                <a:cs typeface="Arial" pitchFamily="34" charset="0"/>
              </a:rPr>
              <a:t>Age Group</a:t>
            </a:r>
          </a:p>
        </p:txBody>
      </p:sp>
      <p:sp>
        <p:nvSpPr>
          <p:cNvPr id="9" name="TextBox 8">
            <a:extLst>
              <a:ext uri="{FF2B5EF4-FFF2-40B4-BE49-F238E27FC236}">
                <a16:creationId xmlns:a16="http://schemas.microsoft.com/office/drawing/2014/main" id="{88B937DD-4E4B-F01C-AAAE-6F9C985805AE}"/>
              </a:ext>
            </a:extLst>
          </p:cNvPr>
          <p:cNvSpPr txBox="1"/>
          <p:nvPr/>
        </p:nvSpPr>
        <p:spPr>
          <a:xfrm>
            <a:off x="9190549" y="4341567"/>
            <a:ext cx="1347409" cy="461665"/>
          </a:xfrm>
          <a:prstGeom prst="rect">
            <a:avLst/>
          </a:prstGeom>
          <a:noFill/>
        </p:spPr>
        <p:txBody>
          <a:bodyPr wrap="square" rtlCol="0">
            <a:spAutoFit/>
          </a:bodyPr>
          <a:lstStyle/>
          <a:p>
            <a:r>
              <a:rPr lang="en-US" sz="2400" b="1" dirty="0">
                <a:solidFill>
                  <a:schemeClr val="bg1"/>
                </a:solidFill>
              </a:rPr>
              <a:t>Others</a:t>
            </a:r>
          </a:p>
        </p:txBody>
      </p:sp>
    </p:spTree>
    <p:extLst>
      <p:ext uri="{BB962C8B-B14F-4D97-AF65-F5344CB8AC3E}">
        <p14:creationId xmlns:p14="http://schemas.microsoft.com/office/powerpoint/2010/main" val="4169082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F8BF47D-4090-3791-4926-6339248D6BA5}"/>
              </a:ext>
            </a:extLst>
          </p:cNvPr>
          <p:cNvSpPr/>
          <p:nvPr/>
        </p:nvSpPr>
        <p:spPr>
          <a:xfrm rot="10800000" flipV="1">
            <a:off x="8407971" y="-2723471"/>
            <a:ext cx="2523615" cy="1194900"/>
          </a:xfrm>
          <a:custGeom>
            <a:avLst/>
            <a:gdLst>
              <a:gd name="connsiteX0" fmla="*/ 1163409 w 2312977"/>
              <a:gd name="connsiteY0" fmla="*/ 0 h 952844"/>
              <a:gd name="connsiteX1" fmla="*/ 1244592 w 2312977"/>
              <a:gd name="connsiteY1" fmla="*/ 237644 h 952844"/>
              <a:gd name="connsiteX2" fmla="*/ 1321591 w 2312977"/>
              <a:gd name="connsiteY2" fmla="*/ 241584 h 952844"/>
              <a:gd name="connsiteX3" fmla="*/ 2312977 w 2312977"/>
              <a:gd name="connsiteY3" fmla="*/ 809964 h 952844"/>
              <a:gd name="connsiteX4" fmla="*/ 2142794 w 2312977"/>
              <a:gd name="connsiteY4" fmla="*/ 936738 h 952844"/>
              <a:gd name="connsiteX5" fmla="*/ 1153428 w 2312977"/>
              <a:gd name="connsiteY5" fmla="*/ 445095 h 952844"/>
              <a:gd name="connsiteX6" fmla="*/ 172230 w 2312977"/>
              <a:gd name="connsiteY6" fmla="*/ 952844 h 952844"/>
              <a:gd name="connsiteX7" fmla="*/ 0 w 2312977"/>
              <a:gd name="connsiteY7" fmla="*/ 828868 h 952844"/>
              <a:gd name="connsiteX8" fmla="*/ 981964 w 2312977"/>
              <a:gd name="connsiteY8" fmla="*/ 244360 h 952844"/>
              <a:gd name="connsiteX9" fmla="*/ 1082247 w 2312977"/>
              <a:gd name="connsiteY9" fmla="*/ 237584 h 95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2977" h="952844">
                <a:moveTo>
                  <a:pt x="1163409" y="0"/>
                </a:moveTo>
                <a:lnTo>
                  <a:pt x="1244592" y="237644"/>
                </a:lnTo>
                <a:lnTo>
                  <a:pt x="1321591" y="241584"/>
                </a:lnTo>
                <a:cubicBezTo>
                  <a:pt x="1714005" y="285120"/>
                  <a:pt x="2074114" y="489313"/>
                  <a:pt x="2312977" y="809964"/>
                </a:cubicBezTo>
                <a:lnTo>
                  <a:pt x="2142794" y="936738"/>
                </a:lnTo>
                <a:cubicBezTo>
                  <a:pt x="1910220" y="624530"/>
                  <a:pt x="1542728" y="441913"/>
                  <a:pt x="1153428" y="445095"/>
                </a:cubicBezTo>
                <a:cubicBezTo>
                  <a:pt x="764128" y="448277"/>
                  <a:pt x="399670" y="636876"/>
                  <a:pt x="172230" y="952844"/>
                </a:cubicBezTo>
                <a:lnTo>
                  <a:pt x="0" y="828868"/>
                </a:lnTo>
                <a:cubicBezTo>
                  <a:pt x="233591" y="504355"/>
                  <a:pt x="590314" y="294304"/>
                  <a:pt x="981964" y="244360"/>
                </a:cubicBezTo>
                <a:lnTo>
                  <a:pt x="1082247" y="23758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xfrm>
            <a:off x="323529" y="339509"/>
            <a:ext cx="11527095" cy="724247"/>
          </a:xfrm>
          <a:prstGeom prst="rect">
            <a:avLst/>
          </a:prstGeom>
        </p:spPr>
        <p:txBody>
          <a:bodyPr/>
          <a:lstStyle/>
          <a:p>
            <a:r>
              <a:rPr lang="en-US" dirty="0"/>
              <a:t>Targeted Audience</a:t>
            </a:r>
          </a:p>
        </p:txBody>
      </p:sp>
      <p:grpSp>
        <p:nvGrpSpPr>
          <p:cNvPr id="3" name="Graphic 45">
            <a:extLst>
              <a:ext uri="{FF2B5EF4-FFF2-40B4-BE49-F238E27FC236}">
                <a16:creationId xmlns:a16="http://schemas.microsoft.com/office/drawing/2014/main" id="{96BB4FB1-7A72-4C91-BAC8-18A4C062C8D6}"/>
              </a:ext>
            </a:extLst>
          </p:cNvPr>
          <p:cNvGrpSpPr/>
          <p:nvPr/>
        </p:nvGrpSpPr>
        <p:grpSpPr>
          <a:xfrm>
            <a:off x="164856" y="-1371520"/>
            <a:ext cx="13943856" cy="4117900"/>
            <a:chOff x="-382862" y="1096741"/>
            <a:chExt cx="8251413" cy="2436822"/>
          </a:xfrm>
          <a:solidFill>
            <a:schemeClr val="accent1"/>
          </a:solidFill>
        </p:grpSpPr>
        <p:sp>
          <p:nvSpPr>
            <p:cNvPr id="4" name="Freeform: Shape 3">
              <a:extLst>
                <a:ext uri="{FF2B5EF4-FFF2-40B4-BE49-F238E27FC236}">
                  <a16:creationId xmlns:a16="http://schemas.microsoft.com/office/drawing/2014/main" id="{9B3961E5-C11D-4D53-A92D-CB61C1CB2A37}"/>
                </a:ext>
              </a:extLst>
            </p:cNvPr>
            <p:cNvSpPr/>
            <p:nvPr/>
          </p:nvSpPr>
          <p:spPr>
            <a:xfrm>
              <a:off x="6732195" y="1096741"/>
              <a:ext cx="1136356" cy="1808998"/>
            </a:xfrm>
            <a:custGeom>
              <a:avLst/>
              <a:gdLst>
                <a:gd name="connsiteX0" fmla="*/ 1127628 w 1136356"/>
                <a:gd name="connsiteY0" fmla="*/ 671962 h 1808998"/>
                <a:gd name="connsiteX1" fmla="*/ 1015351 w 1136356"/>
                <a:gd name="connsiteY1" fmla="*/ 617607 h 1808998"/>
                <a:gd name="connsiteX2" fmla="*/ 995308 w 1136356"/>
                <a:gd name="connsiteY2" fmla="*/ 623383 h 1808998"/>
                <a:gd name="connsiteX3" fmla="*/ 953862 w 1136356"/>
                <a:gd name="connsiteY3" fmla="*/ 695573 h 1808998"/>
                <a:gd name="connsiteX4" fmla="*/ 846341 w 1136356"/>
                <a:gd name="connsiteY4" fmla="*/ 882418 h 1808998"/>
                <a:gd name="connsiteX5" fmla="*/ 833093 w 1136356"/>
                <a:gd name="connsiteY5" fmla="*/ 885305 h 1808998"/>
                <a:gd name="connsiteX6" fmla="*/ 778228 w 1136356"/>
                <a:gd name="connsiteY6" fmla="*/ 844029 h 1808998"/>
                <a:gd name="connsiteX7" fmla="*/ 725062 w 1136356"/>
                <a:gd name="connsiteY7" fmla="*/ 830441 h 1808998"/>
                <a:gd name="connsiteX8" fmla="*/ 715041 w 1136356"/>
                <a:gd name="connsiteY8" fmla="*/ 830271 h 1808998"/>
                <a:gd name="connsiteX9" fmla="*/ 698564 w 1136356"/>
                <a:gd name="connsiteY9" fmla="*/ 831120 h 1808998"/>
                <a:gd name="connsiteX10" fmla="*/ 680559 w 1136356"/>
                <a:gd name="connsiteY10" fmla="*/ 834687 h 1808998"/>
                <a:gd name="connsiteX11" fmla="*/ 614654 w 1136356"/>
                <a:gd name="connsiteY11" fmla="*/ 823137 h 1808998"/>
                <a:gd name="connsiteX12" fmla="*/ 606671 w 1136356"/>
                <a:gd name="connsiteY12" fmla="*/ 818551 h 1808998"/>
                <a:gd name="connsiteX13" fmla="*/ 584929 w 1136356"/>
                <a:gd name="connsiteY13" fmla="*/ 808189 h 1808998"/>
                <a:gd name="connsiteX14" fmla="*/ 552146 w 1136356"/>
                <a:gd name="connsiteY14" fmla="*/ 796639 h 1808998"/>
                <a:gd name="connsiteX15" fmla="*/ 545351 w 1136356"/>
                <a:gd name="connsiteY15" fmla="*/ 790524 h 1808998"/>
                <a:gd name="connsiteX16" fmla="*/ 499490 w 1136356"/>
                <a:gd name="connsiteY16" fmla="*/ 772689 h 1808998"/>
                <a:gd name="connsiteX17" fmla="*/ 475709 w 1136356"/>
                <a:gd name="connsiteY17" fmla="*/ 765555 h 1808998"/>
                <a:gd name="connsiteX18" fmla="*/ 449381 w 1136356"/>
                <a:gd name="connsiteY18" fmla="*/ 751796 h 1808998"/>
                <a:gd name="connsiteX19" fmla="*/ 440209 w 1136356"/>
                <a:gd name="connsiteY19" fmla="*/ 741944 h 1808998"/>
                <a:gd name="connsiteX20" fmla="*/ 428319 w 1136356"/>
                <a:gd name="connsiteY20" fmla="*/ 728865 h 1808998"/>
                <a:gd name="connsiteX21" fmla="*/ 418127 w 1136356"/>
                <a:gd name="connsiteY21" fmla="*/ 727846 h 1808998"/>
                <a:gd name="connsiteX22" fmla="*/ 406916 w 1136356"/>
                <a:gd name="connsiteY22" fmla="*/ 710520 h 1808998"/>
                <a:gd name="connsiteX23" fmla="*/ 413541 w 1136356"/>
                <a:gd name="connsiteY23" fmla="*/ 692175 h 1808998"/>
                <a:gd name="connsiteX24" fmla="*/ 421354 w 1136356"/>
                <a:gd name="connsiteY24" fmla="*/ 662620 h 1808998"/>
                <a:gd name="connsiteX25" fmla="*/ 419656 w 1136356"/>
                <a:gd name="connsiteY25" fmla="*/ 616928 h 1808998"/>
                <a:gd name="connsiteX26" fmla="*/ 403349 w 1136356"/>
                <a:gd name="connsiteY26" fmla="*/ 577011 h 1808998"/>
                <a:gd name="connsiteX27" fmla="*/ 389081 w 1136356"/>
                <a:gd name="connsiteY27" fmla="*/ 534376 h 1808998"/>
                <a:gd name="connsiteX28" fmla="*/ 367849 w 1136356"/>
                <a:gd name="connsiteY28" fmla="*/ 467452 h 1808998"/>
                <a:gd name="connsiteX29" fmla="*/ 373794 w 1136356"/>
                <a:gd name="connsiteY29" fmla="*/ 432631 h 1808998"/>
                <a:gd name="connsiteX30" fmla="*/ 376681 w 1136356"/>
                <a:gd name="connsiteY30" fmla="*/ 426516 h 1808998"/>
                <a:gd name="connsiteX31" fmla="*/ 372265 w 1136356"/>
                <a:gd name="connsiteY31" fmla="*/ 406812 h 1808998"/>
                <a:gd name="connsiteX32" fmla="*/ 350693 w 1136356"/>
                <a:gd name="connsiteY32" fmla="*/ 385240 h 1808998"/>
                <a:gd name="connsiteX33" fmla="*/ 351542 w 1136356"/>
                <a:gd name="connsiteY33" fmla="*/ 370123 h 1808998"/>
                <a:gd name="connsiteX34" fmla="*/ 370736 w 1136356"/>
                <a:gd name="connsiteY34" fmla="*/ 368764 h 1808998"/>
                <a:gd name="connsiteX35" fmla="*/ 400292 w 1136356"/>
                <a:gd name="connsiteY35" fmla="*/ 383542 h 1808998"/>
                <a:gd name="connsiteX36" fmla="*/ 430697 w 1136356"/>
                <a:gd name="connsiteY36" fmla="*/ 370972 h 1808998"/>
                <a:gd name="connsiteX37" fmla="*/ 444795 w 1136356"/>
                <a:gd name="connsiteY37" fmla="*/ 357383 h 1808998"/>
                <a:gd name="connsiteX38" fmla="*/ 468915 w 1136356"/>
                <a:gd name="connsiteY38" fmla="*/ 338529 h 1808998"/>
                <a:gd name="connsiteX39" fmla="*/ 470444 w 1136356"/>
                <a:gd name="connsiteY39" fmla="*/ 334622 h 1808998"/>
                <a:gd name="connsiteX40" fmla="*/ 485901 w 1136356"/>
                <a:gd name="connsiteY40" fmla="*/ 322732 h 1808998"/>
                <a:gd name="connsiteX41" fmla="*/ 506114 w 1136356"/>
                <a:gd name="connsiteY41" fmla="*/ 302689 h 1808998"/>
                <a:gd name="connsiteX42" fmla="*/ 503566 w 1136356"/>
                <a:gd name="connsiteY42" fmla="*/ 264640 h 1808998"/>
                <a:gd name="connsiteX43" fmla="*/ 510700 w 1136356"/>
                <a:gd name="connsiteY43" fmla="*/ 231518 h 1808998"/>
                <a:gd name="connsiteX44" fmla="*/ 514607 w 1136356"/>
                <a:gd name="connsiteY44" fmla="*/ 220477 h 1808998"/>
                <a:gd name="connsiteX45" fmla="*/ 518344 w 1136356"/>
                <a:gd name="connsiteY45" fmla="*/ 188543 h 1808998"/>
                <a:gd name="connsiteX46" fmla="*/ 532782 w 1136356"/>
                <a:gd name="connsiteY46" fmla="*/ 141153 h 1808998"/>
                <a:gd name="connsiteX47" fmla="*/ 534480 w 1136356"/>
                <a:gd name="connsiteY47" fmla="*/ 131301 h 1808998"/>
                <a:gd name="connsiteX48" fmla="*/ 527686 w 1136356"/>
                <a:gd name="connsiteY48" fmla="*/ 107860 h 1808998"/>
                <a:gd name="connsiteX49" fmla="*/ 498980 w 1136356"/>
                <a:gd name="connsiteY49" fmla="*/ 61829 h 1808998"/>
                <a:gd name="connsiteX50" fmla="*/ 496772 w 1136356"/>
                <a:gd name="connsiteY50" fmla="*/ 59281 h 1808998"/>
                <a:gd name="connsiteX51" fmla="*/ 471293 w 1136356"/>
                <a:gd name="connsiteY51" fmla="*/ 38728 h 1808998"/>
                <a:gd name="connsiteX52" fmla="*/ 445644 w 1136356"/>
                <a:gd name="connsiteY52" fmla="*/ 18345 h 1808998"/>
                <a:gd name="connsiteX53" fmla="*/ 423223 w 1136356"/>
                <a:gd name="connsiteY53" fmla="*/ 5945 h 1808998"/>
                <a:gd name="connsiteX54" fmla="*/ 381777 w 1136356"/>
                <a:gd name="connsiteY54" fmla="*/ 0 h 1808998"/>
                <a:gd name="connsiteX55" fmla="*/ 373284 w 1136356"/>
                <a:gd name="connsiteY55" fmla="*/ 0 h 1808998"/>
                <a:gd name="connsiteX56" fmla="*/ 344918 w 1136356"/>
                <a:gd name="connsiteY56" fmla="*/ 9852 h 1808998"/>
                <a:gd name="connsiteX57" fmla="*/ 300075 w 1136356"/>
                <a:gd name="connsiteY57" fmla="*/ 35161 h 1808998"/>
                <a:gd name="connsiteX58" fmla="*/ 273407 w 1136356"/>
                <a:gd name="connsiteY58" fmla="*/ 71001 h 1808998"/>
                <a:gd name="connsiteX59" fmla="*/ 251156 w 1136356"/>
                <a:gd name="connsiteY59" fmla="*/ 134358 h 1808998"/>
                <a:gd name="connsiteX60" fmla="*/ 243172 w 1136356"/>
                <a:gd name="connsiteY60" fmla="*/ 183618 h 1808998"/>
                <a:gd name="connsiteX61" fmla="*/ 237907 w 1136356"/>
                <a:gd name="connsiteY61" fmla="*/ 235594 h 1808998"/>
                <a:gd name="connsiteX62" fmla="*/ 227375 w 1136356"/>
                <a:gd name="connsiteY62" fmla="*/ 272794 h 1808998"/>
                <a:gd name="connsiteX63" fmla="*/ 214636 w 1136356"/>
                <a:gd name="connsiteY63" fmla="*/ 276530 h 1808998"/>
                <a:gd name="connsiteX64" fmla="*/ 194423 w 1136356"/>
                <a:gd name="connsiteY64" fmla="*/ 286382 h 1808998"/>
                <a:gd name="connsiteX65" fmla="*/ 167925 w 1136356"/>
                <a:gd name="connsiteY65" fmla="*/ 335641 h 1808998"/>
                <a:gd name="connsiteX66" fmla="*/ 153317 w 1136356"/>
                <a:gd name="connsiteY66" fmla="*/ 353307 h 1808998"/>
                <a:gd name="connsiteX67" fmla="*/ 115948 w 1136356"/>
                <a:gd name="connsiteY67" fmla="*/ 403585 h 1808998"/>
                <a:gd name="connsiteX68" fmla="*/ 59045 w 1136356"/>
                <a:gd name="connsiteY68" fmla="*/ 481550 h 1808998"/>
                <a:gd name="connsiteX69" fmla="*/ 49193 w 1136356"/>
                <a:gd name="connsiteY69" fmla="*/ 495139 h 1808998"/>
                <a:gd name="connsiteX70" fmla="*/ 29320 w 1136356"/>
                <a:gd name="connsiteY70" fmla="*/ 577181 h 1808998"/>
                <a:gd name="connsiteX71" fmla="*/ 29320 w 1136356"/>
                <a:gd name="connsiteY71" fmla="*/ 660752 h 1808998"/>
                <a:gd name="connsiteX72" fmla="*/ 25753 w 1136356"/>
                <a:gd name="connsiteY72" fmla="*/ 670264 h 1808998"/>
                <a:gd name="connsiteX73" fmla="*/ 614 w 1136356"/>
                <a:gd name="connsiteY73" fmla="*/ 734131 h 1808998"/>
                <a:gd name="connsiteX74" fmla="*/ 17600 w 1136356"/>
                <a:gd name="connsiteY74" fmla="*/ 818041 h 1808998"/>
                <a:gd name="connsiteX75" fmla="*/ 34416 w 1136356"/>
                <a:gd name="connsiteY75" fmla="*/ 881059 h 1808998"/>
                <a:gd name="connsiteX76" fmla="*/ 53949 w 1136356"/>
                <a:gd name="connsiteY76" fmla="*/ 945435 h 1808998"/>
                <a:gd name="connsiteX77" fmla="*/ 61763 w 1136356"/>
                <a:gd name="connsiteY77" fmla="*/ 982295 h 1808998"/>
                <a:gd name="connsiteX78" fmla="*/ 59894 w 1136356"/>
                <a:gd name="connsiteY78" fmla="*/ 1014398 h 1808998"/>
                <a:gd name="connsiteX79" fmla="*/ 54289 w 1136356"/>
                <a:gd name="connsiteY79" fmla="*/ 1099837 h 1808998"/>
                <a:gd name="connsiteX80" fmla="*/ 79768 w 1136356"/>
                <a:gd name="connsiteY80" fmla="*/ 1170498 h 1808998"/>
                <a:gd name="connsiteX81" fmla="*/ 97943 w 1136356"/>
                <a:gd name="connsiteY81" fmla="*/ 1188673 h 1808998"/>
                <a:gd name="connsiteX82" fmla="*/ 115269 w 1136356"/>
                <a:gd name="connsiteY82" fmla="*/ 1200903 h 1808998"/>
                <a:gd name="connsiteX83" fmla="*/ 140408 w 1136356"/>
                <a:gd name="connsiteY83" fmla="*/ 1210755 h 1808998"/>
                <a:gd name="connsiteX84" fmla="*/ 196801 w 1136356"/>
                <a:gd name="connsiteY84" fmla="*/ 1222985 h 1808998"/>
                <a:gd name="connsiteX85" fmla="*/ 239945 w 1136356"/>
                <a:gd name="connsiteY85" fmla="*/ 1225872 h 1808998"/>
                <a:gd name="connsiteX86" fmla="*/ 259649 w 1136356"/>
                <a:gd name="connsiteY86" fmla="*/ 1242349 h 1808998"/>
                <a:gd name="connsiteX87" fmla="*/ 270690 w 1136356"/>
                <a:gd name="connsiteY87" fmla="*/ 1256787 h 1808998"/>
                <a:gd name="connsiteX88" fmla="*/ 304661 w 1136356"/>
                <a:gd name="connsiteY88" fmla="*/ 1252031 h 1808998"/>
                <a:gd name="connsiteX89" fmla="*/ 314004 w 1136356"/>
                <a:gd name="connsiteY89" fmla="*/ 1237253 h 1808998"/>
                <a:gd name="connsiteX90" fmla="*/ 327762 w 1136356"/>
                <a:gd name="connsiteY90" fmla="*/ 1223494 h 1808998"/>
                <a:gd name="connsiteX91" fmla="*/ 337954 w 1136356"/>
                <a:gd name="connsiteY91" fmla="*/ 1224174 h 1808998"/>
                <a:gd name="connsiteX92" fmla="*/ 344578 w 1136356"/>
                <a:gd name="connsiteY92" fmla="*/ 1229779 h 1808998"/>
                <a:gd name="connsiteX93" fmla="*/ 359016 w 1136356"/>
                <a:gd name="connsiteY93" fmla="*/ 1241500 h 1808998"/>
                <a:gd name="connsiteX94" fmla="*/ 365811 w 1136356"/>
                <a:gd name="connsiteY94" fmla="*/ 1251861 h 1808998"/>
                <a:gd name="connsiteX95" fmla="*/ 353241 w 1136356"/>
                <a:gd name="connsiteY95" fmla="*/ 1261543 h 1808998"/>
                <a:gd name="connsiteX96" fmla="*/ 347636 w 1136356"/>
                <a:gd name="connsiteY96" fmla="*/ 1266639 h 1808998"/>
                <a:gd name="connsiteX97" fmla="*/ 348315 w 1136356"/>
                <a:gd name="connsiteY97" fmla="*/ 1298742 h 1808998"/>
                <a:gd name="connsiteX98" fmla="*/ 348994 w 1136356"/>
                <a:gd name="connsiteY98" fmla="*/ 1315558 h 1808998"/>
                <a:gd name="connsiteX99" fmla="*/ 349504 w 1136356"/>
                <a:gd name="connsiteY99" fmla="*/ 1334582 h 1808998"/>
                <a:gd name="connsiteX100" fmla="*/ 348994 w 1136356"/>
                <a:gd name="connsiteY100" fmla="*/ 1367365 h 1808998"/>
                <a:gd name="connsiteX101" fmla="*/ 349164 w 1136356"/>
                <a:gd name="connsiteY101" fmla="*/ 1383502 h 1808998"/>
                <a:gd name="connsiteX102" fmla="*/ 347975 w 1136356"/>
                <a:gd name="connsiteY102" fmla="*/ 1410679 h 1808998"/>
                <a:gd name="connsiteX103" fmla="*/ 349164 w 1136356"/>
                <a:gd name="connsiteY103" fmla="*/ 1443802 h 1808998"/>
                <a:gd name="connsiteX104" fmla="*/ 346616 w 1136356"/>
                <a:gd name="connsiteY104" fmla="*/ 1497137 h 1808998"/>
                <a:gd name="connsiteX105" fmla="*/ 336255 w 1136356"/>
                <a:gd name="connsiteY105" fmla="*/ 1503932 h 1808998"/>
                <a:gd name="connsiteX106" fmla="*/ 292431 w 1136356"/>
                <a:gd name="connsiteY106" fmla="*/ 1486096 h 1808998"/>
                <a:gd name="connsiteX107" fmla="*/ 216335 w 1136356"/>
                <a:gd name="connsiteY107" fmla="*/ 1454842 h 1808998"/>
                <a:gd name="connsiteX108" fmla="*/ 193743 w 1136356"/>
                <a:gd name="connsiteY108" fmla="*/ 1467922 h 1808998"/>
                <a:gd name="connsiteX109" fmla="*/ 201387 w 1136356"/>
                <a:gd name="connsiteY109" fmla="*/ 1533147 h 1808998"/>
                <a:gd name="connsiteX110" fmla="*/ 203086 w 1136356"/>
                <a:gd name="connsiteY110" fmla="*/ 1537903 h 1808998"/>
                <a:gd name="connsiteX111" fmla="*/ 208012 w 1136356"/>
                <a:gd name="connsiteY111" fmla="*/ 1545037 h 1808998"/>
                <a:gd name="connsiteX112" fmla="*/ 212598 w 1136356"/>
                <a:gd name="connsiteY112" fmla="*/ 1556078 h 1808998"/>
                <a:gd name="connsiteX113" fmla="*/ 205124 w 1136356"/>
                <a:gd name="connsiteY113" fmla="*/ 1561854 h 1808998"/>
                <a:gd name="connsiteX114" fmla="*/ 138369 w 1136356"/>
                <a:gd name="connsiteY114" fmla="*/ 1577650 h 1808998"/>
                <a:gd name="connsiteX115" fmla="*/ 73653 w 1136356"/>
                <a:gd name="connsiteY115" fmla="*/ 1591579 h 1808998"/>
                <a:gd name="connsiteX116" fmla="*/ 54119 w 1136356"/>
                <a:gd name="connsiteY116" fmla="*/ 1608055 h 1808998"/>
                <a:gd name="connsiteX117" fmla="*/ 66009 w 1136356"/>
                <a:gd name="connsiteY117" fmla="*/ 1685001 h 1808998"/>
                <a:gd name="connsiteX118" fmla="*/ 81467 w 1136356"/>
                <a:gd name="connsiteY118" fmla="*/ 1699949 h 1808998"/>
                <a:gd name="connsiteX119" fmla="*/ 115608 w 1136356"/>
                <a:gd name="connsiteY119" fmla="*/ 1695193 h 1808998"/>
                <a:gd name="connsiteX120" fmla="*/ 134123 w 1136356"/>
                <a:gd name="connsiteY120" fmla="*/ 1651199 h 1808998"/>
                <a:gd name="connsiteX121" fmla="*/ 131235 w 1136356"/>
                <a:gd name="connsiteY121" fmla="*/ 1640668 h 1808998"/>
                <a:gd name="connsiteX122" fmla="*/ 137860 w 1136356"/>
                <a:gd name="connsiteY122" fmla="*/ 1626400 h 1808998"/>
                <a:gd name="connsiteX123" fmla="*/ 239775 w 1136356"/>
                <a:gd name="connsiteY123" fmla="*/ 1615529 h 1808998"/>
                <a:gd name="connsiteX124" fmla="*/ 245550 w 1136356"/>
                <a:gd name="connsiteY124" fmla="*/ 1614680 h 1808998"/>
                <a:gd name="connsiteX125" fmla="*/ 265933 w 1136356"/>
                <a:gd name="connsiteY125" fmla="*/ 1608395 h 1808998"/>
                <a:gd name="connsiteX126" fmla="*/ 316042 w 1136356"/>
                <a:gd name="connsiteY126" fmla="*/ 1599902 h 1808998"/>
                <a:gd name="connsiteX127" fmla="*/ 348994 w 1136356"/>
                <a:gd name="connsiteY127" fmla="*/ 1599053 h 1808998"/>
                <a:gd name="connsiteX128" fmla="*/ 364112 w 1136356"/>
                <a:gd name="connsiteY128" fmla="*/ 1612132 h 1808998"/>
                <a:gd name="connsiteX129" fmla="*/ 368528 w 1136356"/>
                <a:gd name="connsiteY129" fmla="*/ 1668015 h 1808998"/>
                <a:gd name="connsiteX130" fmla="*/ 353750 w 1136356"/>
                <a:gd name="connsiteY130" fmla="*/ 1679906 h 1808998"/>
                <a:gd name="connsiteX131" fmla="*/ 345427 w 1136356"/>
                <a:gd name="connsiteY131" fmla="*/ 1685171 h 1808998"/>
                <a:gd name="connsiteX132" fmla="*/ 344578 w 1136356"/>
                <a:gd name="connsiteY132" fmla="*/ 1694513 h 1808998"/>
                <a:gd name="connsiteX133" fmla="*/ 361394 w 1136356"/>
                <a:gd name="connsiteY133" fmla="*/ 1786067 h 1808998"/>
                <a:gd name="connsiteX134" fmla="*/ 372435 w 1136356"/>
                <a:gd name="connsiteY134" fmla="*/ 1798297 h 1808998"/>
                <a:gd name="connsiteX135" fmla="*/ 419995 w 1136356"/>
                <a:gd name="connsiteY135" fmla="*/ 1808998 h 1808998"/>
                <a:gd name="connsiteX136" fmla="*/ 435453 w 1136356"/>
                <a:gd name="connsiteY136" fmla="*/ 1803223 h 1808998"/>
                <a:gd name="connsiteX137" fmla="*/ 456006 w 1136356"/>
                <a:gd name="connsiteY137" fmla="*/ 1753624 h 1808998"/>
                <a:gd name="connsiteX138" fmla="*/ 441568 w 1136356"/>
                <a:gd name="connsiteY138" fmla="*/ 1732562 h 1808998"/>
                <a:gd name="connsiteX139" fmla="*/ 432056 w 1136356"/>
                <a:gd name="connsiteY139" fmla="*/ 1729165 h 1808998"/>
                <a:gd name="connsiteX140" fmla="*/ 417108 w 1136356"/>
                <a:gd name="connsiteY140" fmla="*/ 1711499 h 1808998"/>
                <a:gd name="connsiteX141" fmla="*/ 410653 w 1136356"/>
                <a:gd name="connsiteY141" fmla="*/ 1615869 h 1808998"/>
                <a:gd name="connsiteX142" fmla="*/ 425771 w 1136356"/>
                <a:gd name="connsiteY142" fmla="*/ 1597694 h 1808998"/>
                <a:gd name="connsiteX143" fmla="*/ 475709 w 1136356"/>
                <a:gd name="connsiteY143" fmla="*/ 1599053 h 1808998"/>
                <a:gd name="connsiteX144" fmla="*/ 555713 w 1136356"/>
                <a:gd name="connsiteY144" fmla="*/ 1608395 h 1808998"/>
                <a:gd name="connsiteX145" fmla="*/ 662894 w 1136356"/>
                <a:gd name="connsiteY145" fmla="*/ 1618926 h 1808998"/>
                <a:gd name="connsiteX146" fmla="*/ 671726 w 1136356"/>
                <a:gd name="connsiteY146" fmla="*/ 1630477 h 1808998"/>
                <a:gd name="connsiteX147" fmla="*/ 680389 w 1136356"/>
                <a:gd name="connsiteY147" fmla="*/ 1677188 h 1808998"/>
                <a:gd name="connsiteX148" fmla="*/ 694488 w 1136356"/>
                <a:gd name="connsiteY148" fmla="*/ 1714896 h 1808998"/>
                <a:gd name="connsiteX149" fmla="*/ 733725 w 1136356"/>
                <a:gd name="connsiteY149" fmla="*/ 1752945 h 1808998"/>
                <a:gd name="connsiteX150" fmla="*/ 800140 w 1136356"/>
                <a:gd name="connsiteY150" fmla="*/ 1760758 h 1808998"/>
                <a:gd name="connsiteX151" fmla="*/ 808463 w 1136356"/>
                <a:gd name="connsiteY151" fmla="*/ 1759739 h 1808998"/>
                <a:gd name="connsiteX152" fmla="*/ 825449 w 1136356"/>
                <a:gd name="connsiteY152" fmla="*/ 1757022 h 1808998"/>
                <a:gd name="connsiteX153" fmla="*/ 875217 w 1136356"/>
                <a:gd name="connsiteY153" fmla="*/ 1766873 h 1808998"/>
                <a:gd name="connsiteX154" fmla="*/ 972207 w 1136356"/>
                <a:gd name="connsiteY154" fmla="*/ 1778594 h 1808998"/>
                <a:gd name="connsiteX155" fmla="*/ 1054589 w 1136356"/>
                <a:gd name="connsiteY155" fmla="*/ 1768572 h 1808998"/>
                <a:gd name="connsiteX156" fmla="*/ 1096204 w 1136356"/>
                <a:gd name="connsiteY156" fmla="*/ 1747339 h 1808998"/>
                <a:gd name="connsiteX157" fmla="*/ 1099771 w 1136356"/>
                <a:gd name="connsiteY157" fmla="*/ 1719483 h 1808998"/>
                <a:gd name="connsiteX158" fmla="*/ 1043038 w 1136356"/>
                <a:gd name="connsiteY158" fmla="*/ 1684662 h 1808998"/>
                <a:gd name="connsiteX159" fmla="*/ 1022145 w 1136356"/>
                <a:gd name="connsiteY159" fmla="*/ 1682623 h 1808998"/>
                <a:gd name="connsiteX160" fmla="*/ 1001253 w 1136356"/>
                <a:gd name="connsiteY160" fmla="*/ 1681434 h 1808998"/>
                <a:gd name="connsiteX161" fmla="*/ 995308 w 1136356"/>
                <a:gd name="connsiteY161" fmla="*/ 1680755 h 1808998"/>
                <a:gd name="connsiteX162" fmla="*/ 980870 w 1136356"/>
                <a:gd name="connsiteY162" fmla="*/ 1671243 h 1808998"/>
                <a:gd name="connsiteX163" fmla="*/ 948257 w 1136356"/>
                <a:gd name="connsiteY163" fmla="*/ 1655616 h 1808998"/>
                <a:gd name="connsiteX164" fmla="*/ 945539 w 1136356"/>
                <a:gd name="connsiteY164" fmla="*/ 1651879 h 1808998"/>
                <a:gd name="connsiteX165" fmla="*/ 950295 w 1136356"/>
                <a:gd name="connsiteY165" fmla="*/ 1649331 h 1808998"/>
                <a:gd name="connsiteX166" fmla="*/ 964733 w 1136356"/>
                <a:gd name="connsiteY166" fmla="*/ 1648991 h 1808998"/>
                <a:gd name="connsiteX167" fmla="*/ 1037773 w 1136356"/>
                <a:gd name="connsiteY167" fmla="*/ 1646783 h 1808998"/>
                <a:gd name="connsiteX168" fmla="*/ 1088560 w 1136356"/>
                <a:gd name="connsiteY168" fmla="*/ 1626740 h 1808998"/>
                <a:gd name="connsiteX169" fmla="*/ 1092467 w 1136356"/>
                <a:gd name="connsiteY169" fmla="*/ 1607206 h 1808998"/>
                <a:gd name="connsiteX170" fmla="*/ 1071235 w 1136356"/>
                <a:gd name="connsiteY170" fmla="*/ 1587842 h 1808998"/>
                <a:gd name="connsiteX171" fmla="*/ 1058326 w 1136356"/>
                <a:gd name="connsiteY171" fmla="*/ 1584105 h 1808998"/>
                <a:gd name="connsiteX172" fmla="*/ 1055947 w 1136356"/>
                <a:gd name="connsiteY172" fmla="*/ 1584615 h 1808998"/>
                <a:gd name="connsiteX173" fmla="*/ 1044737 w 1136356"/>
                <a:gd name="connsiteY173" fmla="*/ 1587332 h 1808998"/>
                <a:gd name="connsiteX174" fmla="*/ 1029959 w 1136356"/>
                <a:gd name="connsiteY174" fmla="*/ 1581387 h 1808998"/>
                <a:gd name="connsiteX175" fmla="*/ 1003461 w 1136356"/>
                <a:gd name="connsiteY175" fmla="*/ 1570347 h 1808998"/>
                <a:gd name="connsiteX176" fmla="*/ 994968 w 1136356"/>
                <a:gd name="connsiteY176" fmla="*/ 1561514 h 1808998"/>
                <a:gd name="connsiteX177" fmla="*/ 995987 w 1136356"/>
                <a:gd name="connsiteY177" fmla="*/ 1489324 h 1808998"/>
                <a:gd name="connsiteX178" fmla="*/ 1001253 w 1136356"/>
                <a:gd name="connsiteY178" fmla="*/ 1482360 h 1808998"/>
                <a:gd name="connsiteX179" fmla="*/ 1008047 w 1136356"/>
                <a:gd name="connsiteY179" fmla="*/ 1468941 h 1808998"/>
                <a:gd name="connsiteX180" fmla="*/ 1006519 w 1136356"/>
                <a:gd name="connsiteY180" fmla="*/ 1457220 h 1808998"/>
                <a:gd name="connsiteX181" fmla="*/ 1002442 w 1136356"/>
                <a:gd name="connsiteY181" fmla="*/ 1390296 h 1808998"/>
                <a:gd name="connsiteX182" fmla="*/ 1006519 w 1136356"/>
                <a:gd name="connsiteY182" fmla="*/ 1229439 h 1808998"/>
                <a:gd name="connsiteX183" fmla="*/ 1015691 w 1136356"/>
                <a:gd name="connsiteY183" fmla="*/ 1100856 h 1808998"/>
                <a:gd name="connsiteX184" fmla="*/ 999724 w 1136356"/>
                <a:gd name="connsiteY184" fmla="*/ 1050238 h 1808998"/>
                <a:gd name="connsiteX185" fmla="*/ 992760 w 1136356"/>
                <a:gd name="connsiteY185" fmla="*/ 1032403 h 1808998"/>
                <a:gd name="connsiteX186" fmla="*/ 983248 w 1136356"/>
                <a:gd name="connsiteY186" fmla="*/ 1004037 h 1808998"/>
                <a:gd name="connsiteX187" fmla="*/ 981719 w 1136356"/>
                <a:gd name="connsiteY187" fmla="*/ 990957 h 1808998"/>
                <a:gd name="connsiteX188" fmla="*/ 1133403 w 1136356"/>
                <a:gd name="connsiteY188" fmla="*/ 687759 h 1808998"/>
                <a:gd name="connsiteX189" fmla="*/ 1137819 w 1136356"/>
                <a:gd name="connsiteY189" fmla="*/ 680795 h 1808998"/>
                <a:gd name="connsiteX190" fmla="*/ 1137819 w 1136356"/>
                <a:gd name="connsiteY190" fmla="*/ 679096 h 1808998"/>
                <a:gd name="connsiteX191" fmla="*/ 1127628 w 1136356"/>
                <a:gd name="connsiteY191" fmla="*/ 671962 h 1808998"/>
                <a:gd name="connsiteX192" fmla="*/ 187798 w 1136356"/>
                <a:gd name="connsiteY192" fmla="*/ 1154022 h 1808998"/>
                <a:gd name="connsiteX193" fmla="*/ 143125 w 1136356"/>
                <a:gd name="connsiteY193" fmla="*/ 1155891 h 1808998"/>
                <a:gd name="connsiteX194" fmla="*/ 125630 w 1136356"/>
                <a:gd name="connsiteY194" fmla="*/ 1144000 h 1808998"/>
                <a:gd name="connsiteX195" fmla="*/ 103548 w 1136356"/>
                <a:gd name="connsiteY195" fmla="*/ 1086079 h 1808998"/>
                <a:gd name="connsiteX196" fmla="*/ 103548 w 1136356"/>
                <a:gd name="connsiteY196" fmla="*/ 1069942 h 1808998"/>
                <a:gd name="connsiteX197" fmla="*/ 107795 w 1136356"/>
                <a:gd name="connsiteY197" fmla="*/ 997242 h 1808998"/>
                <a:gd name="connsiteX198" fmla="*/ 120364 w 1136356"/>
                <a:gd name="connsiteY198" fmla="*/ 987051 h 1808998"/>
                <a:gd name="connsiteX199" fmla="*/ 128687 w 1136356"/>
                <a:gd name="connsiteY199" fmla="*/ 997072 h 1808998"/>
                <a:gd name="connsiteX200" fmla="*/ 152128 w 1136356"/>
                <a:gd name="connsiteY200" fmla="*/ 1027817 h 1808998"/>
                <a:gd name="connsiteX201" fmla="*/ 176078 w 1136356"/>
                <a:gd name="connsiteY201" fmla="*/ 1063317 h 1808998"/>
                <a:gd name="connsiteX202" fmla="*/ 176758 w 1136356"/>
                <a:gd name="connsiteY202" fmla="*/ 1066545 h 1808998"/>
                <a:gd name="connsiteX203" fmla="*/ 192215 w 1136356"/>
                <a:gd name="connsiteY203" fmla="*/ 1124636 h 1808998"/>
                <a:gd name="connsiteX204" fmla="*/ 187798 w 1136356"/>
                <a:gd name="connsiteY204" fmla="*/ 1154022 h 1808998"/>
                <a:gd name="connsiteX205" fmla="*/ 795724 w 1136356"/>
                <a:gd name="connsiteY205" fmla="*/ 1195638 h 1808998"/>
                <a:gd name="connsiteX206" fmla="*/ 783663 w 1136356"/>
                <a:gd name="connsiteY206" fmla="*/ 1278699 h 1808998"/>
                <a:gd name="connsiteX207" fmla="*/ 782305 w 1136356"/>
                <a:gd name="connsiteY207" fmla="*/ 1330506 h 1808998"/>
                <a:gd name="connsiteX208" fmla="*/ 772962 w 1136356"/>
                <a:gd name="connsiteY208" fmla="*/ 1370422 h 1808998"/>
                <a:gd name="connsiteX209" fmla="*/ 750201 w 1136356"/>
                <a:gd name="connsiteY209" fmla="*/ 1462486 h 1808998"/>
                <a:gd name="connsiteX210" fmla="*/ 721495 w 1136356"/>
                <a:gd name="connsiteY210" fmla="*/ 1605337 h 1808998"/>
                <a:gd name="connsiteX211" fmla="*/ 720306 w 1136356"/>
                <a:gd name="connsiteY211" fmla="*/ 1606526 h 1808998"/>
                <a:gd name="connsiteX212" fmla="*/ 715041 w 1136356"/>
                <a:gd name="connsiteY212" fmla="*/ 1586313 h 1808998"/>
                <a:gd name="connsiteX213" fmla="*/ 702981 w 1136356"/>
                <a:gd name="connsiteY213" fmla="*/ 1577820 h 1808998"/>
                <a:gd name="connsiteX214" fmla="*/ 615673 w 1136356"/>
                <a:gd name="connsiteY214" fmla="*/ 1561174 h 1808998"/>
                <a:gd name="connsiteX215" fmla="*/ 590024 w 1136356"/>
                <a:gd name="connsiteY215" fmla="*/ 1555739 h 1808998"/>
                <a:gd name="connsiteX216" fmla="*/ 585778 w 1136356"/>
                <a:gd name="connsiteY216" fmla="*/ 1550643 h 1808998"/>
                <a:gd name="connsiteX217" fmla="*/ 589515 w 1136356"/>
                <a:gd name="connsiteY217" fmla="*/ 1516671 h 1808998"/>
                <a:gd name="connsiteX218" fmla="*/ 585608 w 1136356"/>
                <a:gd name="connsiteY218" fmla="*/ 1479302 h 1808998"/>
                <a:gd name="connsiteX219" fmla="*/ 579493 w 1136356"/>
                <a:gd name="connsiteY219" fmla="*/ 1475395 h 1808998"/>
                <a:gd name="connsiteX220" fmla="*/ 569471 w 1136356"/>
                <a:gd name="connsiteY220" fmla="*/ 1463675 h 1808998"/>
                <a:gd name="connsiteX221" fmla="*/ 553335 w 1136356"/>
                <a:gd name="connsiteY221" fmla="*/ 1443292 h 1808998"/>
                <a:gd name="connsiteX222" fmla="*/ 541275 w 1136356"/>
                <a:gd name="connsiteY222" fmla="*/ 1444481 h 1808998"/>
                <a:gd name="connsiteX223" fmla="*/ 442077 w 1136356"/>
                <a:gd name="connsiteY223" fmla="*/ 1492381 h 1808998"/>
                <a:gd name="connsiteX224" fmla="*/ 424072 w 1136356"/>
                <a:gd name="connsiteY224" fmla="*/ 1481340 h 1808998"/>
                <a:gd name="connsiteX225" fmla="*/ 423053 w 1136356"/>
                <a:gd name="connsiteY225" fmla="*/ 1308933 h 1808998"/>
                <a:gd name="connsiteX226" fmla="*/ 423393 w 1136356"/>
                <a:gd name="connsiteY226" fmla="*/ 1264261 h 1808998"/>
                <a:gd name="connsiteX227" fmla="*/ 419486 w 1136356"/>
                <a:gd name="connsiteY227" fmla="*/ 1258485 h 1808998"/>
                <a:gd name="connsiteX228" fmla="*/ 409294 w 1136356"/>
                <a:gd name="connsiteY228" fmla="*/ 1254239 h 1808998"/>
                <a:gd name="connsiteX229" fmla="*/ 404708 w 1136356"/>
                <a:gd name="connsiteY229" fmla="*/ 1251012 h 1808998"/>
                <a:gd name="connsiteX230" fmla="*/ 408275 w 1136356"/>
                <a:gd name="connsiteY230" fmla="*/ 1246086 h 1808998"/>
                <a:gd name="connsiteX231" fmla="*/ 413371 w 1136356"/>
                <a:gd name="connsiteY231" fmla="*/ 1241669 h 1808998"/>
                <a:gd name="connsiteX232" fmla="*/ 440039 w 1136356"/>
                <a:gd name="connsiteY232" fmla="*/ 1229439 h 1808998"/>
                <a:gd name="connsiteX233" fmla="*/ 585268 w 1136356"/>
                <a:gd name="connsiteY233" fmla="*/ 1229100 h 1808998"/>
                <a:gd name="connsiteX234" fmla="*/ 658987 w 1136356"/>
                <a:gd name="connsiteY234" fmla="*/ 1213133 h 1808998"/>
                <a:gd name="connsiteX235" fmla="*/ 680559 w 1136356"/>
                <a:gd name="connsiteY235" fmla="*/ 1196996 h 1808998"/>
                <a:gd name="connsiteX236" fmla="*/ 690241 w 1136356"/>
                <a:gd name="connsiteY236" fmla="*/ 1192580 h 1808998"/>
                <a:gd name="connsiteX237" fmla="*/ 788589 w 1136356"/>
                <a:gd name="connsiteY237" fmla="*/ 1186805 h 1808998"/>
                <a:gd name="connsiteX238" fmla="*/ 795724 w 1136356"/>
                <a:gd name="connsiteY238" fmla="*/ 1195638 h 180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Lst>
              <a:rect l="l" t="t" r="r" b="b"/>
              <a:pathLst>
                <a:path w="1136356" h="1808998">
                  <a:moveTo>
                    <a:pt x="1127628" y="671962"/>
                  </a:moveTo>
                  <a:cubicBezTo>
                    <a:pt x="1090089" y="653957"/>
                    <a:pt x="1052720" y="635612"/>
                    <a:pt x="1015351" y="617607"/>
                  </a:cubicBezTo>
                  <a:cubicBezTo>
                    <a:pt x="1003121" y="611662"/>
                    <a:pt x="1001932" y="611832"/>
                    <a:pt x="995308" y="623383"/>
                  </a:cubicBezTo>
                  <a:cubicBezTo>
                    <a:pt x="981549" y="647503"/>
                    <a:pt x="967621" y="671453"/>
                    <a:pt x="953862" y="695573"/>
                  </a:cubicBezTo>
                  <a:cubicBezTo>
                    <a:pt x="918022" y="757911"/>
                    <a:pt x="882182" y="820079"/>
                    <a:pt x="846341" y="882418"/>
                  </a:cubicBezTo>
                  <a:cubicBezTo>
                    <a:pt x="841416" y="891080"/>
                    <a:pt x="840906" y="891080"/>
                    <a:pt x="833093" y="885305"/>
                  </a:cubicBezTo>
                  <a:cubicBezTo>
                    <a:pt x="814748" y="871547"/>
                    <a:pt x="796063" y="858128"/>
                    <a:pt x="778228" y="844029"/>
                  </a:cubicBezTo>
                  <a:cubicBezTo>
                    <a:pt x="762261" y="831460"/>
                    <a:pt x="744766" y="827043"/>
                    <a:pt x="725062" y="830441"/>
                  </a:cubicBezTo>
                  <a:cubicBezTo>
                    <a:pt x="721665" y="830950"/>
                    <a:pt x="718268" y="831630"/>
                    <a:pt x="715041" y="830271"/>
                  </a:cubicBezTo>
                  <a:cubicBezTo>
                    <a:pt x="709435" y="827893"/>
                    <a:pt x="704000" y="828912"/>
                    <a:pt x="698564" y="831120"/>
                  </a:cubicBezTo>
                  <a:cubicBezTo>
                    <a:pt x="692789" y="833328"/>
                    <a:pt x="687014" y="835536"/>
                    <a:pt x="680559" y="834687"/>
                  </a:cubicBezTo>
                  <a:cubicBezTo>
                    <a:pt x="658308" y="831969"/>
                    <a:pt x="636736" y="826194"/>
                    <a:pt x="614654" y="823137"/>
                  </a:cubicBezTo>
                  <a:cubicBezTo>
                    <a:pt x="611427" y="822627"/>
                    <a:pt x="608879" y="820929"/>
                    <a:pt x="606671" y="818551"/>
                  </a:cubicBezTo>
                  <a:cubicBezTo>
                    <a:pt x="600895" y="812096"/>
                    <a:pt x="593422" y="809208"/>
                    <a:pt x="584929" y="808189"/>
                  </a:cubicBezTo>
                  <a:cubicBezTo>
                    <a:pt x="573208" y="806830"/>
                    <a:pt x="563017" y="800715"/>
                    <a:pt x="552146" y="796639"/>
                  </a:cubicBezTo>
                  <a:cubicBezTo>
                    <a:pt x="549258" y="795620"/>
                    <a:pt x="546710" y="793411"/>
                    <a:pt x="545351" y="790524"/>
                  </a:cubicBezTo>
                  <a:cubicBezTo>
                    <a:pt x="535500" y="770990"/>
                    <a:pt x="516306" y="772349"/>
                    <a:pt x="499490" y="772689"/>
                  </a:cubicBezTo>
                  <a:cubicBezTo>
                    <a:pt x="489977" y="772858"/>
                    <a:pt x="482164" y="772519"/>
                    <a:pt x="475709" y="765555"/>
                  </a:cubicBezTo>
                  <a:cubicBezTo>
                    <a:pt x="468405" y="757571"/>
                    <a:pt x="459912" y="752815"/>
                    <a:pt x="449381" y="751796"/>
                  </a:cubicBezTo>
                  <a:cubicBezTo>
                    <a:pt x="443606" y="751286"/>
                    <a:pt x="439869" y="748399"/>
                    <a:pt x="440209" y="741944"/>
                  </a:cubicBezTo>
                  <a:cubicBezTo>
                    <a:pt x="440548" y="733961"/>
                    <a:pt x="435623" y="730394"/>
                    <a:pt x="428319" y="728865"/>
                  </a:cubicBezTo>
                  <a:cubicBezTo>
                    <a:pt x="424921" y="728186"/>
                    <a:pt x="421524" y="728016"/>
                    <a:pt x="418127" y="727846"/>
                  </a:cubicBezTo>
                  <a:cubicBezTo>
                    <a:pt x="407426" y="727336"/>
                    <a:pt x="402840" y="720542"/>
                    <a:pt x="406916" y="710520"/>
                  </a:cubicBezTo>
                  <a:cubicBezTo>
                    <a:pt x="409464" y="704405"/>
                    <a:pt x="411333" y="698290"/>
                    <a:pt x="413541" y="692175"/>
                  </a:cubicBezTo>
                  <a:cubicBezTo>
                    <a:pt x="417278" y="682663"/>
                    <a:pt x="417108" y="672132"/>
                    <a:pt x="421354" y="662620"/>
                  </a:cubicBezTo>
                  <a:cubicBezTo>
                    <a:pt x="428319" y="646993"/>
                    <a:pt x="427469" y="632045"/>
                    <a:pt x="419656" y="616928"/>
                  </a:cubicBezTo>
                  <a:cubicBezTo>
                    <a:pt x="413031" y="604189"/>
                    <a:pt x="406747" y="591109"/>
                    <a:pt x="403349" y="577011"/>
                  </a:cubicBezTo>
                  <a:cubicBezTo>
                    <a:pt x="399782" y="562403"/>
                    <a:pt x="394177" y="548475"/>
                    <a:pt x="389081" y="534376"/>
                  </a:cubicBezTo>
                  <a:cubicBezTo>
                    <a:pt x="381098" y="512295"/>
                    <a:pt x="370567" y="491062"/>
                    <a:pt x="367849" y="467452"/>
                  </a:cubicBezTo>
                  <a:cubicBezTo>
                    <a:pt x="366490" y="455392"/>
                    <a:pt x="364791" y="443162"/>
                    <a:pt x="373794" y="432631"/>
                  </a:cubicBezTo>
                  <a:cubicBezTo>
                    <a:pt x="375323" y="430932"/>
                    <a:pt x="375832" y="428554"/>
                    <a:pt x="376681" y="426516"/>
                  </a:cubicBezTo>
                  <a:cubicBezTo>
                    <a:pt x="379739" y="418872"/>
                    <a:pt x="379060" y="412588"/>
                    <a:pt x="372265" y="406812"/>
                  </a:cubicBezTo>
                  <a:cubicBezTo>
                    <a:pt x="364452" y="400188"/>
                    <a:pt x="357487" y="392884"/>
                    <a:pt x="350693" y="385240"/>
                  </a:cubicBezTo>
                  <a:cubicBezTo>
                    <a:pt x="345258" y="379125"/>
                    <a:pt x="345597" y="375558"/>
                    <a:pt x="351542" y="370123"/>
                  </a:cubicBezTo>
                  <a:cubicBezTo>
                    <a:pt x="357657" y="364517"/>
                    <a:pt x="362753" y="363838"/>
                    <a:pt x="370736" y="368764"/>
                  </a:cubicBezTo>
                  <a:cubicBezTo>
                    <a:pt x="380249" y="374539"/>
                    <a:pt x="389931" y="379635"/>
                    <a:pt x="400292" y="383542"/>
                  </a:cubicBezTo>
                  <a:cubicBezTo>
                    <a:pt x="414900" y="388977"/>
                    <a:pt x="424752" y="384901"/>
                    <a:pt x="430697" y="370972"/>
                  </a:cubicBezTo>
                  <a:cubicBezTo>
                    <a:pt x="433584" y="364178"/>
                    <a:pt x="438001" y="360101"/>
                    <a:pt x="444795" y="357383"/>
                  </a:cubicBezTo>
                  <a:cubicBezTo>
                    <a:pt x="454647" y="353646"/>
                    <a:pt x="459403" y="342945"/>
                    <a:pt x="468915" y="338529"/>
                  </a:cubicBezTo>
                  <a:cubicBezTo>
                    <a:pt x="469934" y="338019"/>
                    <a:pt x="470104" y="335981"/>
                    <a:pt x="470444" y="334622"/>
                  </a:cubicBezTo>
                  <a:cubicBezTo>
                    <a:pt x="474011" y="323921"/>
                    <a:pt x="475200" y="322902"/>
                    <a:pt x="485901" y="322732"/>
                  </a:cubicBezTo>
                  <a:cubicBezTo>
                    <a:pt x="500509" y="322392"/>
                    <a:pt x="505435" y="317466"/>
                    <a:pt x="506114" y="302689"/>
                  </a:cubicBezTo>
                  <a:cubicBezTo>
                    <a:pt x="506624" y="289949"/>
                    <a:pt x="505265" y="277210"/>
                    <a:pt x="503566" y="264640"/>
                  </a:cubicBezTo>
                  <a:cubicBezTo>
                    <a:pt x="501868" y="252580"/>
                    <a:pt x="503906" y="241539"/>
                    <a:pt x="510700" y="231518"/>
                  </a:cubicBezTo>
                  <a:cubicBezTo>
                    <a:pt x="512908" y="228121"/>
                    <a:pt x="514267" y="224554"/>
                    <a:pt x="514607" y="220477"/>
                  </a:cubicBezTo>
                  <a:cubicBezTo>
                    <a:pt x="515626" y="209776"/>
                    <a:pt x="516475" y="199075"/>
                    <a:pt x="518344" y="188543"/>
                  </a:cubicBezTo>
                  <a:cubicBezTo>
                    <a:pt x="521231" y="172237"/>
                    <a:pt x="522081" y="155251"/>
                    <a:pt x="532782" y="141153"/>
                  </a:cubicBezTo>
                  <a:cubicBezTo>
                    <a:pt x="534820" y="138435"/>
                    <a:pt x="535500" y="134698"/>
                    <a:pt x="534480" y="131301"/>
                  </a:cubicBezTo>
                  <a:cubicBezTo>
                    <a:pt x="531933" y="123487"/>
                    <a:pt x="531593" y="114655"/>
                    <a:pt x="527686" y="107860"/>
                  </a:cubicBezTo>
                  <a:cubicBezTo>
                    <a:pt x="518853" y="92233"/>
                    <a:pt x="514607" y="73379"/>
                    <a:pt x="498980" y="61829"/>
                  </a:cubicBezTo>
                  <a:cubicBezTo>
                    <a:pt x="498131" y="61149"/>
                    <a:pt x="497451" y="60130"/>
                    <a:pt x="496772" y="59281"/>
                  </a:cubicBezTo>
                  <a:cubicBezTo>
                    <a:pt x="490147" y="50108"/>
                    <a:pt x="481145" y="43484"/>
                    <a:pt x="471293" y="38728"/>
                  </a:cubicBezTo>
                  <a:cubicBezTo>
                    <a:pt x="461101" y="33802"/>
                    <a:pt x="452439" y="27008"/>
                    <a:pt x="445644" y="18345"/>
                  </a:cubicBezTo>
                  <a:cubicBezTo>
                    <a:pt x="439699" y="10871"/>
                    <a:pt x="432056" y="7983"/>
                    <a:pt x="423223" y="5945"/>
                  </a:cubicBezTo>
                  <a:cubicBezTo>
                    <a:pt x="409634" y="3397"/>
                    <a:pt x="395706" y="1868"/>
                    <a:pt x="381777" y="0"/>
                  </a:cubicBezTo>
                  <a:cubicBezTo>
                    <a:pt x="378890" y="0"/>
                    <a:pt x="376172" y="0"/>
                    <a:pt x="373284" y="0"/>
                  </a:cubicBezTo>
                  <a:cubicBezTo>
                    <a:pt x="363772" y="3227"/>
                    <a:pt x="354430" y="6964"/>
                    <a:pt x="344918" y="9852"/>
                  </a:cubicBezTo>
                  <a:cubicBezTo>
                    <a:pt x="327932" y="14778"/>
                    <a:pt x="313154" y="23780"/>
                    <a:pt x="300075" y="35161"/>
                  </a:cubicBezTo>
                  <a:cubicBezTo>
                    <a:pt x="288695" y="45013"/>
                    <a:pt x="280202" y="57412"/>
                    <a:pt x="273407" y="71001"/>
                  </a:cubicBezTo>
                  <a:cubicBezTo>
                    <a:pt x="263216" y="91214"/>
                    <a:pt x="253194" y="111088"/>
                    <a:pt x="251156" y="134358"/>
                  </a:cubicBezTo>
                  <a:cubicBezTo>
                    <a:pt x="249797" y="150835"/>
                    <a:pt x="246909" y="167311"/>
                    <a:pt x="243172" y="183618"/>
                  </a:cubicBezTo>
                  <a:cubicBezTo>
                    <a:pt x="239435" y="200603"/>
                    <a:pt x="234510" y="217929"/>
                    <a:pt x="237907" y="235594"/>
                  </a:cubicBezTo>
                  <a:cubicBezTo>
                    <a:pt x="240794" y="250202"/>
                    <a:pt x="234510" y="261583"/>
                    <a:pt x="227375" y="272794"/>
                  </a:cubicBezTo>
                  <a:cubicBezTo>
                    <a:pt x="224488" y="277380"/>
                    <a:pt x="221091" y="279758"/>
                    <a:pt x="214636" y="276530"/>
                  </a:cubicBezTo>
                  <a:cubicBezTo>
                    <a:pt x="205124" y="271605"/>
                    <a:pt x="196801" y="275681"/>
                    <a:pt x="194423" y="286382"/>
                  </a:cubicBezTo>
                  <a:cubicBezTo>
                    <a:pt x="190007" y="305237"/>
                    <a:pt x="181514" y="321713"/>
                    <a:pt x="167925" y="335641"/>
                  </a:cubicBezTo>
                  <a:cubicBezTo>
                    <a:pt x="162659" y="341077"/>
                    <a:pt x="157903" y="347192"/>
                    <a:pt x="153317" y="353307"/>
                  </a:cubicBezTo>
                  <a:cubicBezTo>
                    <a:pt x="140747" y="370123"/>
                    <a:pt x="126309" y="385240"/>
                    <a:pt x="115948" y="403585"/>
                  </a:cubicBezTo>
                  <a:cubicBezTo>
                    <a:pt x="99811" y="431612"/>
                    <a:pt x="81976" y="458449"/>
                    <a:pt x="59045" y="481550"/>
                  </a:cubicBezTo>
                  <a:cubicBezTo>
                    <a:pt x="55138" y="485627"/>
                    <a:pt x="51062" y="489703"/>
                    <a:pt x="49193" y="495139"/>
                  </a:cubicBezTo>
                  <a:cubicBezTo>
                    <a:pt x="39681" y="521807"/>
                    <a:pt x="33057" y="549494"/>
                    <a:pt x="29320" y="577181"/>
                  </a:cubicBezTo>
                  <a:cubicBezTo>
                    <a:pt x="25753" y="604698"/>
                    <a:pt x="23035" y="632895"/>
                    <a:pt x="29320" y="660752"/>
                  </a:cubicBezTo>
                  <a:cubicBezTo>
                    <a:pt x="30169" y="664658"/>
                    <a:pt x="29320" y="667546"/>
                    <a:pt x="25753" y="670264"/>
                  </a:cubicBezTo>
                  <a:cubicBezTo>
                    <a:pt x="3841" y="686230"/>
                    <a:pt x="-2104" y="709331"/>
                    <a:pt x="614" y="734131"/>
                  </a:cubicBezTo>
                  <a:cubicBezTo>
                    <a:pt x="3501" y="762497"/>
                    <a:pt x="10126" y="790354"/>
                    <a:pt x="17600" y="818041"/>
                  </a:cubicBezTo>
                  <a:cubicBezTo>
                    <a:pt x="23375" y="838934"/>
                    <a:pt x="30509" y="859656"/>
                    <a:pt x="34416" y="881059"/>
                  </a:cubicBezTo>
                  <a:cubicBezTo>
                    <a:pt x="38492" y="903480"/>
                    <a:pt x="44098" y="925052"/>
                    <a:pt x="53949" y="945435"/>
                  </a:cubicBezTo>
                  <a:cubicBezTo>
                    <a:pt x="59725" y="957325"/>
                    <a:pt x="61763" y="969555"/>
                    <a:pt x="61763" y="982295"/>
                  </a:cubicBezTo>
                  <a:cubicBezTo>
                    <a:pt x="61763" y="992996"/>
                    <a:pt x="60574" y="1003697"/>
                    <a:pt x="59894" y="1014398"/>
                  </a:cubicBezTo>
                  <a:cubicBezTo>
                    <a:pt x="57856" y="1042934"/>
                    <a:pt x="53440" y="1071131"/>
                    <a:pt x="54289" y="1099837"/>
                  </a:cubicBezTo>
                  <a:cubicBezTo>
                    <a:pt x="55138" y="1126335"/>
                    <a:pt x="63801" y="1149436"/>
                    <a:pt x="79768" y="1170498"/>
                  </a:cubicBezTo>
                  <a:cubicBezTo>
                    <a:pt x="85204" y="1177632"/>
                    <a:pt x="92847" y="1181709"/>
                    <a:pt x="97943" y="1188673"/>
                  </a:cubicBezTo>
                  <a:cubicBezTo>
                    <a:pt x="102189" y="1194449"/>
                    <a:pt x="108814" y="1197676"/>
                    <a:pt x="115269" y="1200903"/>
                  </a:cubicBezTo>
                  <a:cubicBezTo>
                    <a:pt x="123252" y="1205150"/>
                    <a:pt x="131575" y="1208377"/>
                    <a:pt x="140408" y="1210755"/>
                  </a:cubicBezTo>
                  <a:cubicBezTo>
                    <a:pt x="158922" y="1215851"/>
                    <a:pt x="177267" y="1221966"/>
                    <a:pt x="196801" y="1222985"/>
                  </a:cubicBezTo>
                  <a:cubicBezTo>
                    <a:pt x="211239" y="1223834"/>
                    <a:pt x="225677" y="1224514"/>
                    <a:pt x="239945" y="1225872"/>
                  </a:cubicBezTo>
                  <a:cubicBezTo>
                    <a:pt x="255402" y="1227401"/>
                    <a:pt x="255232" y="1227741"/>
                    <a:pt x="259649" y="1242349"/>
                  </a:cubicBezTo>
                  <a:cubicBezTo>
                    <a:pt x="261517" y="1248294"/>
                    <a:pt x="262536" y="1255428"/>
                    <a:pt x="270690" y="1256787"/>
                  </a:cubicBezTo>
                  <a:cubicBezTo>
                    <a:pt x="282410" y="1258655"/>
                    <a:pt x="293790" y="1257126"/>
                    <a:pt x="304661" y="1252031"/>
                  </a:cubicBezTo>
                  <a:cubicBezTo>
                    <a:pt x="310946" y="1249143"/>
                    <a:pt x="313834" y="1244387"/>
                    <a:pt x="314004" y="1237253"/>
                  </a:cubicBezTo>
                  <a:cubicBezTo>
                    <a:pt x="314004" y="1223834"/>
                    <a:pt x="314683" y="1223494"/>
                    <a:pt x="327762" y="1223494"/>
                  </a:cubicBezTo>
                  <a:cubicBezTo>
                    <a:pt x="331159" y="1223494"/>
                    <a:pt x="334556" y="1223834"/>
                    <a:pt x="337954" y="1224174"/>
                  </a:cubicBezTo>
                  <a:cubicBezTo>
                    <a:pt x="341351" y="1224514"/>
                    <a:pt x="344578" y="1226212"/>
                    <a:pt x="344578" y="1229779"/>
                  </a:cubicBezTo>
                  <a:cubicBezTo>
                    <a:pt x="344408" y="1240141"/>
                    <a:pt x="351203" y="1241160"/>
                    <a:pt x="359016" y="1241500"/>
                  </a:cubicBezTo>
                  <a:cubicBezTo>
                    <a:pt x="365980" y="1241839"/>
                    <a:pt x="367509" y="1245576"/>
                    <a:pt x="365811" y="1251861"/>
                  </a:cubicBezTo>
                  <a:cubicBezTo>
                    <a:pt x="364112" y="1258485"/>
                    <a:pt x="358846" y="1260184"/>
                    <a:pt x="353241" y="1261543"/>
                  </a:cubicBezTo>
                  <a:cubicBezTo>
                    <a:pt x="350693" y="1262222"/>
                    <a:pt x="346447" y="1261883"/>
                    <a:pt x="347636" y="1266639"/>
                  </a:cubicBezTo>
                  <a:cubicBezTo>
                    <a:pt x="350014" y="1277340"/>
                    <a:pt x="348655" y="1288041"/>
                    <a:pt x="348315" y="1298742"/>
                  </a:cubicBezTo>
                  <a:cubicBezTo>
                    <a:pt x="348145" y="1304347"/>
                    <a:pt x="346447" y="1310462"/>
                    <a:pt x="348994" y="1315558"/>
                  </a:cubicBezTo>
                  <a:cubicBezTo>
                    <a:pt x="352222" y="1322013"/>
                    <a:pt x="350014" y="1328807"/>
                    <a:pt x="349504" y="1334582"/>
                  </a:cubicBezTo>
                  <a:cubicBezTo>
                    <a:pt x="348485" y="1345623"/>
                    <a:pt x="347975" y="1356324"/>
                    <a:pt x="348994" y="1367365"/>
                  </a:cubicBezTo>
                  <a:cubicBezTo>
                    <a:pt x="349504" y="1372801"/>
                    <a:pt x="349504" y="1378236"/>
                    <a:pt x="349164" y="1383502"/>
                  </a:cubicBezTo>
                  <a:cubicBezTo>
                    <a:pt x="348825" y="1392504"/>
                    <a:pt x="346616" y="1401846"/>
                    <a:pt x="347975" y="1410679"/>
                  </a:cubicBezTo>
                  <a:cubicBezTo>
                    <a:pt x="349844" y="1421720"/>
                    <a:pt x="349674" y="1433100"/>
                    <a:pt x="349164" y="1443802"/>
                  </a:cubicBezTo>
                  <a:cubicBezTo>
                    <a:pt x="348145" y="1461637"/>
                    <a:pt x="348485" y="1479472"/>
                    <a:pt x="346616" y="1497137"/>
                  </a:cubicBezTo>
                  <a:cubicBezTo>
                    <a:pt x="345767" y="1505291"/>
                    <a:pt x="343559" y="1506989"/>
                    <a:pt x="336255" y="1503932"/>
                  </a:cubicBezTo>
                  <a:cubicBezTo>
                    <a:pt x="321647" y="1497987"/>
                    <a:pt x="306700" y="1493061"/>
                    <a:pt x="292431" y="1486096"/>
                  </a:cubicBezTo>
                  <a:cubicBezTo>
                    <a:pt x="267802" y="1474206"/>
                    <a:pt x="242323" y="1463845"/>
                    <a:pt x="216335" y="1454842"/>
                  </a:cubicBezTo>
                  <a:cubicBezTo>
                    <a:pt x="203425" y="1450426"/>
                    <a:pt x="194593" y="1454333"/>
                    <a:pt x="193743" y="1467922"/>
                  </a:cubicBezTo>
                  <a:cubicBezTo>
                    <a:pt x="192384" y="1489833"/>
                    <a:pt x="184911" y="1513104"/>
                    <a:pt x="201387" y="1533147"/>
                  </a:cubicBezTo>
                  <a:cubicBezTo>
                    <a:pt x="202406" y="1534336"/>
                    <a:pt x="202916" y="1536205"/>
                    <a:pt x="203086" y="1537903"/>
                  </a:cubicBezTo>
                  <a:cubicBezTo>
                    <a:pt x="203255" y="1541301"/>
                    <a:pt x="204614" y="1543509"/>
                    <a:pt x="208012" y="1545037"/>
                  </a:cubicBezTo>
                  <a:cubicBezTo>
                    <a:pt x="212598" y="1547076"/>
                    <a:pt x="212937" y="1551662"/>
                    <a:pt x="212598" y="1556078"/>
                  </a:cubicBezTo>
                  <a:cubicBezTo>
                    <a:pt x="212258" y="1560665"/>
                    <a:pt x="208181" y="1560834"/>
                    <a:pt x="205124" y="1561854"/>
                  </a:cubicBezTo>
                  <a:cubicBezTo>
                    <a:pt x="183212" y="1568478"/>
                    <a:pt x="160791" y="1572894"/>
                    <a:pt x="138369" y="1577650"/>
                  </a:cubicBezTo>
                  <a:cubicBezTo>
                    <a:pt x="116797" y="1582237"/>
                    <a:pt x="95225" y="1586653"/>
                    <a:pt x="73653" y="1591579"/>
                  </a:cubicBezTo>
                  <a:cubicBezTo>
                    <a:pt x="64651" y="1593617"/>
                    <a:pt x="55818" y="1597524"/>
                    <a:pt x="54119" y="1608055"/>
                  </a:cubicBezTo>
                  <a:cubicBezTo>
                    <a:pt x="49873" y="1634893"/>
                    <a:pt x="44098" y="1662070"/>
                    <a:pt x="66009" y="1685001"/>
                  </a:cubicBezTo>
                  <a:cubicBezTo>
                    <a:pt x="66009" y="1695363"/>
                    <a:pt x="74502" y="1696722"/>
                    <a:pt x="81467" y="1699949"/>
                  </a:cubicBezTo>
                  <a:cubicBezTo>
                    <a:pt x="91658" y="1704535"/>
                    <a:pt x="107625" y="1703006"/>
                    <a:pt x="115608" y="1695193"/>
                  </a:cubicBezTo>
                  <a:cubicBezTo>
                    <a:pt x="127838" y="1683303"/>
                    <a:pt x="134802" y="1668695"/>
                    <a:pt x="134123" y="1651199"/>
                  </a:cubicBezTo>
                  <a:cubicBezTo>
                    <a:pt x="133953" y="1647463"/>
                    <a:pt x="133274" y="1644065"/>
                    <a:pt x="131235" y="1640668"/>
                  </a:cubicBezTo>
                  <a:cubicBezTo>
                    <a:pt x="125290" y="1631156"/>
                    <a:pt x="126819" y="1627759"/>
                    <a:pt x="137860" y="1626400"/>
                  </a:cubicBezTo>
                  <a:cubicBezTo>
                    <a:pt x="171832" y="1621984"/>
                    <a:pt x="205634" y="1616548"/>
                    <a:pt x="239775" y="1615529"/>
                  </a:cubicBezTo>
                  <a:cubicBezTo>
                    <a:pt x="241813" y="1615529"/>
                    <a:pt x="244531" y="1615699"/>
                    <a:pt x="245550" y="1614680"/>
                  </a:cubicBezTo>
                  <a:cubicBezTo>
                    <a:pt x="250986" y="1608055"/>
                    <a:pt x="258969" y="1609754"/>
                    <a:pt x="265933" y="1608395"/>
                  </a:cubicBezTo>
                  <a:cubicBezTo>
                    <a:pt x="282580" y="1605337"/>
                    <a:pt x="299396" y="1602790"/>
                    <a:pt x="316042" y="1599902"/>
                  </a:cubicBezTo>
                  <a:cubicBezTo>
                    <a:pt x="327083" y="1598033"/>
                    <a:pt x="338124" y="1597694"/>
                    <a:pt x="348994" y="1599053"/>
                  </a:cubicBezTo>
                  <a:cubicBezTo>
                    <a:pt x="356468" y="1600072"/>
                    <a:pt x="363432" y="1602790"/>
                    <a:pt x="364112" y="1612132"/>
                  </a:cubicBezTo>
                  <a:cubicBezTo>
                    <a:pt x="365471" y="1630816"/>
                    <a:pt x="368698" y="1649161"/>
                    <a:pt x="368528" y="1668015"/>
                  </a:cubicBezTo>
                  <a:cubicBezTo>
                    <a:pt x="368358" y="1680585"/>
                    <a:pt x="366150" y="1682453"/>
                    <a:pt x="353750" y="1679906"/>
                  </a:cubicBezTo>
                  <a:cubicBezTo>
                    <a:pt x="348655" y="1678886"/>
                    <a:pt x="346107" y="1680075"/>
                    <a:pt x="345427" y="1685171"/>
                  </a:cubicBezTo>
                  <a:cubicBezTo>
                    <a:pt x="345088" y="1688229"/>
                    <a:pt x="344578" y="1691286"/>
                    <a:pt x="344578" y="1694513"/>
                  </a:cubicBezTo>
                  <a:cubicBezTo>
                    <a:pt x="344748" y="1726107"/>
                    <a:pt x="348825" y="1756852"/>
                    <a:pt x="361394" y="1786067"/>
                  </a:cubicBezTo>
                  <a:cubicBezTo>
                    <a:pt x="363772" y="1791503"/>
                    <a:pt x="367000" y="1796259"/>
                    <a:pt x="372435" y="1798297"/>
                  </a:cubicBezTo>
                  <a:cubicBezTo>
                    <a:pt x="387722" y="1804072"/>
                    <a:pt x="403349" y="1808829"/>
                    <a:pt x="419995" y="1808998"/>
                  </a:cubicBezTo>
                  <a:cubicBezTo>
                    <a:pt x="425771" y="1809168"/>
                    <a:pt x="431376" y="1807639"/>
                    <a:pt x="435453" y="1803223"/>
                  </a:cubicBezTo>
                  <a:cubicBezTo>
                    <a:pt x="448532" y="1789295"/>
                    <a:pt x="456006" y="1772988"/>
                    <a:pt x="456006" y="1753624"/>
                  </a:cubicBezTo>
                  <a:cubicBezTo>
                    <a:pt x="456006" y="1743263"/>
                    <a:pt x="450570" y="1736639"/>
                    <a:pt x="441568" y="1732562"/>
                  </a:cubicBezTo>
                  <a:cubicBezTo>
                    <a:pt x="438510" y="1731203"/>
                    <a:pt x="435283" y="1729844"/>
                    <a:pt x="432056" y="1729165"/>
                  </a:cubicBezTo>
                  <a:cubicBezTo>
                    <a:pt x="422374" y="1727126"/>
                    <a:pt x="418297" y="1721181"/>
                    <a:pt x="417108" y="1711499"/>
                  </a:cubicBezTo>
                  <a:cubicBezTo>
                    <a:pt x="413371" y="1679736"/>
                    <a:pt x="412692" y="1647632"/>
                    <a:pt x="410653" y="1615869"/>
                  </a:cubicBezTo>
                  <a:cubicBezTo>
                    <a:pt x="409804" y="1603299"/>
                    <a:pt x="413201" y="1599562"/>
                    <a:pt x="425771" y="1597694"/>
                  </a:cubicBezTo>
                  <a:cubicBezTo>
                    <a:pt x="442417" y="1595316"/>
                    <a:pt x="459063" y="1597524"/>
                    <a:pt x="475709" y="1599053"/>
                  </a:cubicBezTo>
                  <a:cubicBezTo>
                    <a:pt x="502377" y="1601770"/>
                    <a:pt x="529045" y="1605847"/>
                    <a:pt x="555713" y="1608395"/>
                  </a:cubicBezTo>
                  <a:cubicBezTo>
                    <a:pt x="591553" y="1611792"/>
                    <a:pt x="627223" y="1614850"/>
                    <a:pt x="662894" y="1618926"/>
                  </a:cubicBezTo>
                  <a:cubicBezTo>
                    <a:pt x="670537" y="1619775"/>
                    <a:pt x="674105" y="1623173"/>
                    <a:pt x="671726" y="1630477"/>
                  </a:cubicBezTo>
                  <a:cubicBezTo>
                    <a:pt x="665951" y="1647802"/>
                    <a:pt x="672916" y="1663259"/>
                    <a:pt x="680389" y="1677188"/>
                  </a:cubicBezTo>
                  <a:cubicBezTo>
                    <a:pt x="686844" y="1689418"/>
                    <a:pt x="691770" y="1701478"/>
                    <a:pt x="694488" y="1714896"/>
                  </a:cubicBezTo>
                  <a:cubicBezTo>
                    <a:pt x="698904" y="1736299"/>
                    <a:pt x="712493" y="1748019"/>
                    <a:pt x="733725" y="1752945"/>
                  </a:cubicBezTo>
                  <a:cubicBezTo>
                    <a:pt x="755637" y="1758041"/>
                    <a:pt x="777888" y="1758890"/>
                    <a:pt x="800140" y="1760758"/>
                  </a:cubicBezTo>
                  <a:cubicBezTo>
                    <a:pt x="802858" y="1760928"/>
                    <a:pt x="805915" y="1761438"/>
                    <a:pt x="808463" y="1759739"/>
                  </a:cubicBezTo>
                  <a:cubicBezTo>
                    <a:pt x="813729" y="1755832"/>
                    <a:pt x="819504" y="1756512"/>
                    <a:pt x="825449" y="1757022"/>
                  </a:cubicBezTo>
                  <a:cubicBezTo>
                    <a:pt x="842605" y="1758041"/>
                    <a:pt x="858911" y="1762117"/>
                    <a:pt x="875217" y="1766873"/>
                  </a:cubicBezTo>
                  <a:cubicBezTo>
                    <a:pt x="906981" y="1776386"/>
                    <a:pt x="939084" y="1781651"/>
                    <a:pt x="972207" y="1778594"/>
                  </a:cubicBezTo>
                  <a:cubicBezTo>
                    <a:pt x="999724" y="1776046"/>
                    <a:pt x="1027411" y="1773498"/>
                    <a:pt x="1054589" y="1768572"/>
                  </a:cubicBezTo>
                  <a:cubicBezTo>
                    <a:pt x="1070725" y="1765684"/>
                    <a:pt x="1085673" y="1761608"/>
                    <a:pt x="1096204" y="1747339"/>
                  </a:cubicBezTo>
                  <a:cubicBezTo>
                    <a:pt x="1101979" y="1739526"/>
                    <a:pt x="1104527" y="1727806"/>
                    <a:pt x="1099771" y="1719483"/>
                  </a:cubicBezTo>
                  <a:cubicBezTo>
                    <a:pt x="1087371" y="1697401"/>
                    <a:pt x="1068857" y="1685171"/>
                    <a:pt x="1043038" y="1684662"/>
                  </a:cubicBezTo>
                  <a:cubicBezTo>
                    <a:pt x="1036074" y="1684492"/>
                    <a:pt x="1028430" y="1685851"/>
                    <a:pt x="1022145" y="1682623"/>
                  </a:cubicBezTo>
                  <a:cubicBezTo>
                    <a:pt x="1015011" y="1678886"/>
                    <a:pt x="1008387" y="1677867"/>
                    <a:pt x="1001253" y="1681434"/>
                  </a:cubicBezTo>
                  <a:cubicBezTo>
                    <a:pt x="999215" y="1682453"/>
                    <a:pt x="995987" y="1683473"/>
                    <a:pt x="995308" y="1680755"/>
                  </a:cubicBezTo>
                  <a:cubicBezTo>
                    <a:pt x="993609" y="1672432"/>
                    <a:pt x="986305" y="1673111"/>
                    <a:pt x="980870" y="1671243"/>
                  </a:cubicBezTo>
                  <a:cubicBezTo>
                    <a:pt x="969319" y="1667336"/>
                    <a:pt x="957769" y="1663939"/>
                    <a:pt x="948257" y="1655616"/>
                  </a:cubicBezTo>
                  <a:cubicBezTo>
                    <a:pt x="947068" y="1654597"/>
                    <a:pt x="945029" y="1653917"/>
                    <a:pt x="945539" y="1651879"/>
                  </a:cubicBezTo>
                  <a:cubicBezTo>
                    <a:pt x="946049" y="1649501"/>
                    <a:pt x="948427" y="1649331"/>
                    <a:pt x="950295" y="1649331"/>
                  </a:cubicBezTo>
                  <a:cubicBezTo>
                    <a:pt x="955051" y="1649161"/>
                    <a:pt x="959977" y="1648991"/>
                    <a:pt x="964733" y="1648991"/>
                  </a:cubicBezTo>
                  <a:cubicBezTo>
                    <a:pt x="989023" y="1648991"/>
                    <a:pt x="1013483" y="1649840"/>
                    <a:pt x="1037773" y="1646783"/>
                  </a:cubicBezTo>
                  <a:cubicBezTo>
                    <a:pt x="1055947" y="1644575"/>
                    <a:pt x="1075821" y="1645084"/>
                    <a:pt x="1088560" y="1626740"/>
                  </a:cubicBezTo>
                  <a:cubicBezTo>
                    <a:pt x="1093147" y="1619945"/>
                    <a:pt x="1097053" y="1614510"/>
                    <a:pt x="1092467" y="1607206"/>
                  </a:cubicBezTo>
                  <a:cubicBezTo>
                    <a:pt x="1087202" y="1598883"/>
                    <a:pt x="1084144" y="1588182"/>
                    <a:pt x="1071235" y="1587842"/>
                  </a:cubicBezTo>
                  <a:cubicBezTo>
                    <a:pt x="1066819" y="1587842"/>
                    <a:pt x="1061383" y="1589880"/>
                    <a:pt x="1058326" y="1584105"/>
                  </a:cubicBezTo>
                  <a:cubicBezTo>
                    <a:pt x="1057646" y="1582916"/>
                    <a:pt x="1056627" y="1583426"/>
                    <a:pt x="1055947" y="1584615"/>
                  </a:cubicBezTo>
                  <a:cubicBezTo>
                    <a:pt x="1053230" y="1589880"/>
                    <a:pt x="1048474" y="1588012"/>
                    <a:pt x="1044737" y="1587332"/>
                  </a:cubicBezTo>
                  <a:cubicBezTo>
                    <a:pt x="1039471" y="1586483"/>
                    <a:pt x="1034715" y="1583595"/>
                    <a:pt x="1029959" y="1581387"/>
                  </a:cubicBezTo>
                  <a:cubicBezTo>
                    <a:pt x="1021296" y="1577650"/>
                    <a:pt x="1014332" y="1569667"/>
                    <a:pt x="1003461" y="1570347"/>
                  </a:cubicBezTo>
                  <a:cubicBezTo>
                    <a:pt x="998195" y="1570686"/>
                    <a:pt x="994968" y="1566610"/>
                    <a:pt x="994968" y="1561514"/>
                  </a:cubicBezTo>
                  <a:cubicBezTo>
                    <a:pt x="994459" y="1537394"/>
                    <a:pt x="994119" y="1513444"/>
                    <a:pt x="995987" y="1489324"/>
                  </a:cubicBezTo>
                  <a:cubicBezTo>
                    <a:pt x="996327" y="1485757"/>
                    <a:pt x="998026" y="1483209"/>
                    <a:pt x="1001253" y="1482360"/>
                  </a:cubicBezTo>
                  <a:cubicBezTo>
                    <a:pt x="1008727" y="1480321"/>
                    <a:pt x="1008727" y="1474886"/>
                    <a:pt x="1008047" y="1468941"/>
                  </a:cubicBezTo>
                  <a:cubicBezTo>
                    <a:pt x="1007538" y="1465034"/>
                    <a:pt x="1006688" y="1461127"/>
                    <a:pt x="1006519" y="1457220"/>
                  </a:cubicBezTo>
                  <a:cubicBezTo>
                    <a:pt x="1005160" y="1434969"/>
                    <a:pt x="1005329" y="1412378"/>
                    <a:pt x="1002442" y="1390296"/>
                  </a:cubicBezTo>
                  <a:cubicBezTo>
                    <a:pt x="995648" y="1336451"/>
                    <a:pt x="1001593" y="1282775"/>
                    <a:pt x="1006519" y="1229439"/>
                  </a:cubicBezTo>
                  <a:cubicBezTo>
                    <a:pt x="1010425" y="1186635"/>
                    <a:pt x="1016370" y="1144170"/>
                    <a:pt x="1015691" y="1100856"/>
                  </a:cubicBezTo>
                  <a:cubicBezTo>
                    <a:pt x="1015351" y="1081832"/>
                    <a:pt x="1010595" y="1065356"/>
                    <a:pt x="999724" y="1050238"/>
                  </a:cubicBezTo>
                  <a:cubicBezTo>
                    <a:pt x="995817" y="1044803"/>
                    <a:pt x="993609" y="1039028"/>
                    <a:pt x="992760" y="1032403"/>
                  </a:cubicBezTo>
                  <a:cubicBezTo>
                    <a:pt x="991231" y="1022381"/>
                    <a:pt x="990042" y="1011850"/>
                    <a:pt x="983248" y="1004037"/>
                  </a:cubicBezTo>
                  <a:cubicBezTo>
                    <a:pt x="979001" y="999111"/>
                    <a:pt x="979171" y="996053"/>
                    <a:pt x="981719" y="990957"/>
                  </a:cubicBezTo>
                  <a:cubicBezTo>
                    <a:pt x="1032337" y="889891"/>
                    <a:pt x="1082785" y="788825"/>
                    <a:pt x="1133403" y="687759"/>
                  </a:cubicBezTo>
                  <a:cubicBezTo>
                    <a:pt x="1134592" y="685381"/>
                    <a:pt x="1135102" y="682324"/>
                    <a:pt x="1137819" y="680795"/>
                  </a:cubicBezTo>
                  <a:cubicBezTo>
                    <a:pt x="1137819" y="680285"/>
                    <a:pt x="1137819" y="679606"/>
                    <a:pt x="1137819" y="679096"/>
                  </a:cubicBezTo>
                  <a:cubicBezTo>
                    <a:pt x="1135442" y="675359"/>
                    <a:pt x="1131365" y="673831"/>
                    <a:pt x="1127628" y="671962"/>
                  </a:cubicBezTo>
                  <a:close/>
                  <a:moveTo>
                    <a:pt x="187798" y="1154022"/>
                  </a:moveTo>
                  <a:cubicBezTo>
                    <a:pt x="172851" y="1168800"/>
                    <a:pt x="159432" y="1169479"/>
                    <a:pt x="143125" y="1155891"/>
                  </a:cubicBezTo>
                  <a:cubicBezTo>
                    <a:pt x="137690" y="1151304"/>
                    <a:pt x="130896" y="1148926"/>
                    <a:pt x="125630" y="1144000"/>
                  </a:cubicBezTo>
                  <a:cubicBezTo>
                    <a:pt x="108984" y="1128204"/>
                    <a:pt x="105417" y="1107481"/>
                    <a:pt x="103548" y="1086079"/>
                  </a:cubicBezTo>
                  <a:cubicBezTo>
                    <a:pt x="103039" y="1080813"/>
                    <a:pt x="103548" y="1075377"/>
                    <a:pt x="103548" y="1069942"/>
                  </a:cubicBezTo>
                  <a:cubicBezTo>
                    <a:pt x="104228" y="1045652"/>
                    <a:pt x="107455" y="1021532"/>
                    <a:pt x="107795" y="997242"/>
                  </a:cubicBezTo>
                  <a:cubicBezTo>
                    <a:pt x="107965" y="989938"/>
                    <a:pt x="113740" y="985012"/>
                    <a:pt x="120364" y="987051"/>
                  </a:cubicBezTo>
                  <a:cubicBezTo>
                    <a:pt x="125120" y="988410"/>
                    <a:pt x="126989" y="993335"/>
                    <a:pt x="128687" y="997072"/>
                  </a:cubicBezTo>
                  <a:cubicBezTo>
                    <a:pt x="134463" y="1008962"/>
                    <a:pt x="143125" y="1018135"/>
                    <a:pt x="152128" y="1027817"/>
                  </a:cubicBezTo>
                  <a:cubicBezTo>
                    <a:pt x="161810" y="1038178"/>
                    <a:pt x="168265" y="1051427"/>
                    <a:pt x="176078" y="1063317"/>
                  </a:cubicBezTo>
                  <a:cubicBezTo>
                    <a:pt x="176588" y="1064167"/>
                    <a:pt x="177097" y="1065695"/>
                    <a:pt x="176758" y="1066545"/>
                  </a:cubicBezTo>
                  <a:cubicBezTo>
                    <a:pt x="170643" y="1088796"/>
                    <a:pt x="183892" y="1106292"/>
                    <a:pt x="192215" y="1124636"/>
                  </a:cubicBezTo>
                  <a:cubicBezTo>
                    <a:pt x="199858" y="1141453"/>
                    <a:pt x="201047" y="1140943"/>
                    <a:pt x="187798" y="1154022"/>
                  </a:cubicBezTo>
                  <a:close/>
                  <a:moveTo>
                    <a:pt x="795724" y="1195638"/>
                  </a:moveTo>
                  <a:cubicBezTo>
                    <a:pt x="790458" y="1223155"/>
                    <a:pt x="786211" y="1250842"/>
                    <a:pt x="783663" y="1278699"/>
                  </a:cubicBezTo>
                  <a:cubicBezTo>
                    <a:pt x="782135" y="1295854"/>
                    <a:pt x="782305" y="1313180"/>
                    <a:pt x="782305" y="1330506"/>
                  </a:cubicBezTo>
                  <a:cubicBezTo>
                    <a:pt x="782305" y="1344604"/>
                    <a:pt x="780436" y="1358362"/>
                    <a:pt x="772962" y="1370422"/>
                  </a:cubicBezTo>
                  <a:cubicBezTo>
                    <a:pt x="755467" y="1398789"/>
                    <a:pt x="753599" y="1430553"/>
                    <a:pt x="750201" y="1462486"/>
                  </a:cubicBezTo>
                  <a:cubicBezTo>
                    <a:pt x="744936" y="1510896"/>
                    <a:pt x="732706" y="1558117"/>
                    <a:pt x="721495" y="1605337"/>
                  </a:cubicBezTo>
                  <a:cubicBezTo>
                    <a:pt x="721325" y="1605677"/>
                    <a:pt x="720816" y="1606017"/>
                    <a:pt x="720306" y="1606526"/>
                  </a:cubicBezTo>
                  <a:cubicBezTo>
                    <a:pt x="717418" y="1600242"/>
                    <a:pt x="720306" y="1592598"/>
                    <a:pt x="715041" y="1586313"/>
                  </a:cubicBezTo>
                  <a:cubicBezTo>
                    <a:pt x="711473" y="1582237"/>
                    <a:pt x="708076" y="1579179"/>
                    <a:pt x="702981" y="1577820"/>
                  </a:cubicBezTo>
                  <a:cubicBezTo>
                    <a:pt x="674274" y="1569837"/>
                    <a:pt x="644719" y="1567119"/>
                    <a:pt x="615673" y="1561174"/>
                  </a:cubicBezTo>
                  <a:cubicBezTo>
                    <a:pt x="607180" y="1559475"/>
                    <a:pt x="598517" y="1557437"/>
                    <a:pt x="590024" y="1555739"/>
                  </a:cubicBezTo>
                  <a:cubicBezTo>
                    <a:pt x="586967" y="1555229"/>
                    <a:pt x="585778" y="1553700"/>
                    <a:pt x="585778" y="1550643"/>
                  </a:cubicBezTo>
                  <a:cubicBezTo>
                    <a:pt x="585268" y="1539092"/>
                    <a:pt x="584419" y="1528221"/>
                    <a:pt x="589515" y="1516671"/>
                  </a:cubicBezTo>
                  <a:cubicBezTo>
                    <a:pt x="594950" y="1504611"/>
                    <a:pt x="593082" y="1491192"/>
                    <a:pt x="585608" y="1479302"/>
                  </a:cubicBezTo>
                  <a:cubicBezTo>
                    <a:pt x="584079" y="1476924"/>
                    <a:pt x="582041" y="1475225"/>
                    <a:pt x="579493" y="1475395"/>
                  </a:cubicBezTo>
                  <a:cubicBezTo>
                    <a:pt x="571170" y="1475565"/>
                    <a:pt x="569981" y="1470639"/>
                    <a:pt x="569471" y="1463675"/>
                  </a:cubicBezTo>
                  <a:cubicBezTo>
                    <a:pt x="568792" y="1453484"/>
                    <a:pt x="564036" y="1446349"/>
                    <a:pt x="553335" y="1443292"/>
                  </a:cubicBezTo>
                  <a:cubicBezTo>
                    <a:pt x="548749" y="1441933"/>
                    <a:pt x="545182" y="1442443"/>
                    <a:pt x="541275" y="1444481"/>
                  </a:cubicBezTo>
                  <a:cubicBezTo>
                    <a:pt x="508322" y="1460618"/>
                    <a:pt x="475200" y="1476584"/>
                    <a:pt x="442077" y="1492381"/>
                  </a:cubicBezTo>
                  <a:cubicBezTo>
                    <a:pt x="426110" y="1500025"/>
                    <a:pt x="424921" y="1499006"/>
                    <a:pt x="424072" y="1481340"/>
                  </a:cubicBezTo>
                  <a:cubicBezTo>
                    <a:pt x="421015" y="1423928"/>
                    <a:pt x="421864" y="1366346"/>
                    <a:pt x="423053" y="1308933"/>
                  </a:cubicBezTo>
                  <a:cubicBezTo>
                    <a:pt x="423393" y="1293986"/>
                    <a:pt x="421185" y="1279038"/>
                    <a:pt x="423393" y="1264261"/>
                  </a:cubicBezTo>
                  <a:cubicBezTo>
                    <a:pt x="423902" y="1261033"/>
                    <a:pt x="421864" y="1259505"/>
                    <a:pt x="419486" y="1258485"/>
                  </a:cubicBezTo>
                  <a:cubicBezTo>
                    <a:pt x="416259" y="1256957"/>
                    <a:pt x="412692" y="1255768"/>
                    <a:pt x="409294" y="1254239"/>
                  </a:cubicBezTo>
                  <a:cubicBezTo>
                    <a:pt x="407426" y="1253559"/>
                    <a:pt x="405218" y="1253220"/>
                    <a:pt x="404708" y="1251012"/>
                  </a:cubicBezTo>
                  <a:cubicBezTo>
                    <a:pt x="404199" y="1248294"/>
                    <a:pt x="406407" y="1247275"/>
                    <a:pt x="408275" y="1246086"/>
                  </a:cubicBezTo>
                  <a:cubicBezTo>
                    <a:pt x="410144" y="1244897"/>
                    <a:pt x="412522" y="1243538"/>
                    <a:pt x="413371" y="1241669"/>
                  </a:cubicBezTo>
                  <a:cubicBezTo>
                    <a:pt x="418807" y="1229609"/>
                    <a:pt x="428828" y="1229439"/>
                    <a:pt x="440039" y="1229439"/>
                  </a:cubicBezTo>
                  <a:cubicBezTo>
                    <a:pt x="488449" y="1229779"/>
                    <a:pt x="536859" y="1230459"/>
                    <a:pt x="585268" y="1229100"/>
                  </a:cubicBezTo>
                  <a:cubicBezTo>
                    <a:pt x="610577" y="1228420"/>
                    <a:pt x="635886" y="1224683"/>
                    <a:pt x="658987" y="1213133"/>
                  </a:cubicBezTo>
                  <a:cubicBezTo>
                    <a:pt x="667140" y="1209056"/>
                    <a:pt x="673935" y="1203111"/>
                    <a:pt x="680559" y="1196996"/>
                  </a:cubicBezTo>
                  <a:cubicBezTo>
                    <a:pt x="683447" y="1194449"/>
                    <a:pt x="686164" y="1192750"/>
                    <a:pt x="690241" y="1192580"/>
                  </a:cubicBezTo>
                  <a:cubicBezTo>
                    <a:pt x="723024" y="1190881"/>
                    <a:pt x="755807" y="1189183"/>
                    <a:pt x="788589" y="1186805"/>
                  </a:cubicBezTo>
                  <a:cubicBezTo>
                    <a:pt x="796743" y="1186295"/>
                    <a:pt x="797082" y="1189183"/>
                    <a:pt x="795724" y="1195638"/>
                  </a:cubicBezTo>
                  <a:close/>
                </a:path>
              </a:pathLst>
            </a:custGeom>
            <a:solidFill>
              <a:schemeClr val="accent2"/>
            </a:solidFill>
            <a:ln w="1698"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B9039F2F-BF71-4D33-8D72-F021A5B250DC}"/>
                </a:ext>
              </a:extLst>
            </p:cNvPr>
            <p:cNvSpPr/>
            <p:nvPr/>
          </p:nvSpPr>
          <p:spPr>
            <a:xfrm flipH="1">
              <a:off x="-382862" y="1948782"/>
              <a:ext cx="963597" cy="1584781"/>
            </a:xfrm>
            <a:custGeom>
              <a:avLst/>
              <a:gdLst>
                <a:gd name="connsiteX0" fmla="*/ 1010278 w 1010660"/>
                <a:gd name="connsiteY0" fmla="*/ 1613160 h 1802203"/>
                <a:gd name="connsiteX1" fmla="*/ 998557 w 1010660"/>
                <a:gd name="connsiteY1" fmla="*/ 1603308 h 1802203"/>
                <a:gd name="connsiteX2" fmla="*/ 990404 w 1010660"/>
                <a:gd name="connsiteY2" fmla="*/ 1596344 h 1802203"/>
                <a:gd name="connsiteX3" fmla="*/ 988536 w 1010660"/>
                <a:gd name="connsiteY3" fmla="*/ 1584624 h 1802203"/>
                <a:gd name="connsiteX4" fmla="*/ 968322 w 1010660"/>
                <a:gd name="connsiteY4" fmla="*/ 1564241 h 1802203"/>
                <a:gd name="connsiteX5" fmla="*/ 871163 w 1010660"/>
                <a:gd name="connsiteY5" fmla="*/ 1548444 h 1802203"/>
                <a:gd name="connsiteX6" fmla="*/ 749714 w 1010660"/>
                <a:gd name="connsiteY6" fmla="*/ 1529589 h 1802203"/>
                <a:gd name="connsiteX7" fmla="*/ 717101 w 1010660"/>
                <a:gd name="connsiteY7" fmla="*/ 1522625 h 1802203"/>
                <a:gd name="connsiteX8" fmla="*/ 717441 w 1010660"/>
                <a:gd name="connsiteY8" fmla="*/ 1520417 h 1802203"/>
                <a:gd name="connsiteX9" fmla="*/ 740032 w 1010660"/>
                <a:gd name="connsiteY9" fmla="*/ 1517020 h 1802203"/>
                <a:gd name="connsiteX10" fmla="*/ 743769 w 1010660"/>
                <a:gd name="connsiteY10" fmla="*/ 1518379 h 1802203"/>
                <a:gd name="connsiteX11" fmla="*/ 750563 w 1010660"/>
                <a:gd name="connsiteY11" fmla="*/ 1523474 h 1802203"/>
                <a:gd name="connsiteX12" fmla="*/ 804069 w 1010660"/>
                <a:gd name="connsiteY12" fmla="*/ 1521946 h 1802203"/>
                <a:gd name="connsiteX13" fmla="*/ 813581 w 1010660"/>
                <a:gd name="connsiteY13" fmla="*/ 1509036 h 1802203"/>
                <a:gd name="connsiteX14" fmla="*/ 816129 w 1010660"/>
                <a:gd name="connsiteY14" fmla="*/ 1490522 h 1802203"/>
                <a:gd name="connsiteX15" fmla="*/ 806277 w 1010660"/>
                <a:gd name="connsiteY15" fmla="*/ 1469459 h 1802203"/>
                <a:gd name="connsiteX16" fmla="*/ 798124 w 1010660"/>
                <a:gd name="connsiteY16" fmla="*/ 1455871 h 1802203"/>
                <a:gd name="connsiteX17" fmla="*/ 797274 w 1010660"/>
                <a:gd name="connsiteY17" fmla="*/ 1445849 h 1802203"/>
                <a:gd name="connsiteX18" fmla="*/ 786064 w 1010660"/>
                <a:gd name="connsiteY18" fmla="*/ 1441772 h 1802203"/>
                <a:gd name="connsiteX19" fmla="*/ 758037 w 1010660"/>
                <a:gd name="connsiteY19" fmla="*/ 1457739 h 1802203"/>
                <a:gd name="connsiteX20" fmla="*/ 698586 w 1010660"/>
                <a:gd name="connsiteY20" fmla="*/ 1490012 h 1802203"/>
                <a:gd name="connsiteX21" fmla="*/ 685507 w 1010660"/>
                <a:gd name="connsiteY21" fmla="*/ 1481859 h 1802203"/>
                <a:gd name="connsiteX22" fmla="*/ 683299 w 1010660"/>
                <a:gd name="connsiteY22" fmla="*/ 1417313 h 1802203"/>
                <a:gd name="connsiteX23" fmla="*/ 692302 w 1010660"/>
                <a:gd name="connsiteY23" fmla="*/ 1403214 h 1802203"/>
                <a:gd name="connsiteX24" fmla="*/ 708608 w 1010660"/>
                <a:gd name="connsiteY24" fmla="*/ 1399138 h 1802203"/>
                <a:gd name="connsiteX25" fmla="*/ 784875 w 1010660"/>
                <a:gd name="connsiteY25" fmla="*/ 1387417 h 1802203"/>
                <a:gd name="connsiteX26" fmla="*/ 833794 w 1010660"/>
                <a:gd name="connsiteY26" fmla="*/ 1365675 h 1802203"/>
                <a:gd name="connsiteX27" fmla="*/ 910231 w 1010660"/>
                <a:gd name="connsiteY27" fmla="*/ 1264100 h 1802203"/>
                <a:gd name="connsiteX28" fmla="*/ 935540 w 1010660"/>
                <a:gd name="connsiteY28" fmla="*/ 1186474 h 1802203"/>
                <a:gd name="connsiteX29" fmla="*/ 939616 w 1010660"/>
                <a:gd name="connsiteY29" fmla="*/ 1178661 h 1802203"/>
                <a:gd name="connsiteX30" fmla="*/ 960679 w 1010660"/>
                <a:gd name="connsiteY30" fmla="*/ 1157768 h 1802203"/>
                <a:gd name="connsiteX31" fmla="*/ 976646 w 1010660"/>
                <a:gd name="connsiteY31" fmla="*/ 1104602 h 1802203"/>
                <a:gd name="connsiteX32" fmla="*/ 958301 w 1010660"/>
                <a:gd name="connsiteY32" fmla="*/ 973301 h 1802203"/>
                <a:gd name="connsiteX33" fmla="*/ 956942 w 1010660"/>
                <a:gd name="connsiteY33" fmla="*/ 961751 h 1802203"/>
                <a:gd name="connsiteX34" fmla="*/ 957451 w 1010660"/>
                <a:gd name="connsiteY34" fmla="*/ 937970 h 1802203"/>
                <a:gd name="connsiteX35" fmla="*/ 957961 w 1010660"/>
                <a:gd name="connsiteY35" fmla="*/ 901281 h 1802203"/>
                <a:gd name="connsiteX36" fmla="*/ 957621 w 1010660"/>
                <a:gd name="connsiteY36" fmla="*/ 891259 h 1802203"/>
                <a:gd name="connsiteX37" fmla="*/ 957112 w 1010660"/>
                <a:gd name="connsiteY37" fmla="*/ 861364 h 1802203"/>
                <a:gd name="connsiteX38" fmla="*/ 959829 w 1010660"/>
                <a:gd name="connsiteY38" fmla="*/ 813804 h 1802203"/>
                <a:gd name="connsiteX39" fmla="*/ 962547 w 1010660"/>
                <a:gd name="connsiteY39" fmla="*/ 801064 h 1802203"/>
                <a:gd name="connsiteX40" fmla="*/ 953205 w 1010660"/>
                <a:gd name="connsiteY40" fmla="*/ 776435 h 1802203"/>
                <a:gd name="connsiteX41" fmla="*/ 944882 w 1010660"/>
                <a:gd name="connsiteY41" fmla="*/ 774566 h 1802203"/>
                <a:gd name="connsiteX42" fmla="*/ 930784 w 1010660"/>
                <a:gd name="connsiteY42" fmla="*/ 756561 h 1802203"/>
                <a:gd name="connsiteX43" fmla="*/ 931463 w 1010660"/>
                <a:gd name="connsiteY43" fmla="*/ 743822 h 1802203"/>
                <a:gd name="connsiteX44" fmla="*/ 939107 w 1010660"/>
                <a:gd name="connsiteY44" fmla="*/ 650059 h 1802203"/>
                <a:gd name="connsiteX45" fmla="*/ 916685 w 1010660"/>
                <a:gd name="connsiteY45" fmla="*/ 635112 h 1802203"/>
                <a:gd name="connsiteX46" fmla="*/ 902077 w 1010660"/>
                <a:gd name="connsiteY46" fmla="*/ 624581 h 1802203"/>
                <a:gd name="connsiteX47" fmla="*/ 902417 w 1010660"/>
                <a:gd name="connsiteY47" fmla="*/ 621183 h 1802203"/>
                <a:gd name="connsiteX48" fmla="*/ 907173 w 1010660"/>
                <a:gd name="connsiteY48" fmla="*/ 545087 h 1802203"/>
                <a:gd name="connsiteX49" fmla="*/ 896132 w 1010660"/>
                <a:gd name="connsiteY49" fmla="*/ 478162 h 1802203"/>
                <a:gd name="connsiteX50" fmla="*/ 888489 w 1010660"/>
                <a:gd name="connsiteY50" fmla="*/ 462195 h 1802203"/>
                <a:gd name="connsiteX51" fmla="*/ 887300 w 1010660"/>
                <a:gd name="connsiteY51" fmla="*/ 448267 h 1802203"/>
                <a:gd name="connsiteX52" fmla="*/ 891376 w 1010660"/>
                <a:gd name="connsiteY52" fmla="*/ 426355 h 1802203"/>
                <a:gd name="connsiteX53" fmla="*/ 908702 w 1010660"/>
                <a:gd name="connsiteY53" fmla="*/ 416333 h 1802203"/>
                <a:gd name="connsiteX54" fmla="*/ 919233 w 1010660"/>
                <a:gd name="connsiteY54" fmla="*/ 418881 h 1802203"/>
                <a:gd name="connsiteX55" fmla="*/ 913798 w 1010660"/>
                <a:gd name="connsiteY55" fmla="*/ 397819 h 1802203"/>
                <a:gd name="connsiteX56" fmla="*/ 915836 w 1010660"/>
                <a:gd name="connsiteY56" fmla="*/ 361129 h 1802203"/>
                <a:gd name="connsiteX57" fmla="*/ 915157 w 1010660"/>
                <a:gd name="connsiteY57" fmla="*/ 340067 h 1802203"/>
                <a:gd name="connsiteX58" fmla="*/ 933501 w 1010660"/>
                <a:gd name="connsiteY58" fmla="*/ 275520 h 1802203"/>
                <a:gd name="connsiteX59" fmla="*/ 941315 w 1010660"/>
                <a:gd name="connsiteY59" fmla="*/ 225922 h 1802203"/>
                <a:gd name="connsiteX60" fmla="*/ 940635 w 1010660"/>
                <a:gd name="connsiteY60" fmla="*/ 202141 h 1802203"/>
                <a:gd name="connsiteX61" fmla="*/ 934521 w 1010660"/>
                <a:gd name="connsiteY61" fmla="*/ 161205 h 1802203"/>
                <a:gd name="connsiteX62" fmla="*/ 920592 w 1010660"/>
                <a:gd name="connsiteY62" fmla="*/ 124006 h 1802203"/>
                <a:gd name="connsiteX63" fmla="*/ 914477 w 1010660"/>
                <a:gd name="connsiteY63" fmla="*/ 105661 h 1802203"/>
                <a:gd name="connsiteX64" fmla="*/ 893415 w 1010660"/>
                <a:gd name="connsiteY64" fmla="*/ 67783 h 1802203"/>
                <a:gd name="connsiteX65" fmla="*/ 792858 w 1010660"/>
                <a:gd name="connsiteY65" fmla="*/ 9 h 1802203"/>
                <a:gd name="connsiteX66" fmla="*/ 773834 w 1010660"/>
                <a:gd name="connsiteY66" fmla="*/ 8332 h 1802203"/>
                <a:gd name="connsiteX67" fmla="*/ 760415 w 1010660"/>
                <a:gd name="connsiteY67" fmla="*/ 28885 h 1802203"/>
                <a:gd name="connsiteX68" fmla="*/ 741221 w 1010660"/>
                <a:gd name="connsiteY68" fmla="*/ 35849 h 1802203"/>
                <a:gd name="connsiteX69" fmla="*/ 724235 w 1010660"/>
                <a:gd name="connsiteY69" fmla="*/ 30923 h 1802203"/>
                <a:gd name="connsiteX70" fmla="*/ 656801 w 1010660"/>
                <a:gd name="connsiteY70" fmla="*/ 30074 h 1802203"/>
                <a:gd name="connsiteX71" fmla="*/ 585630 w 1010660"/>
                <a:gd name="connsiteY71" fmla="*/ 72029 h 1802203"/>
                <a:gd name="connsiteX72" fmla="*/ 566946 w 1010660"/>
                <a:gd name="connsiteY72" fmla="*/ 104812 h 1802203"/>
                <a:gd name="connsiteX73" fmla="*/ 560491 w 1010660"/>
                <a:gd name="connsiteY73" fmla="*/ 189232 h 1802203"/>
                <a:gd name="connsiteX74" fmla="*/ 563209 w 1010660"/>
                <a:gd name="connsiteY74" fmla="*/ 206558 h 1802203"/>
                <a:gd name="connsiteX75" fmla="*/ 563379 w 1010660"/>
                <a:gd name="connsiteY75" fmla="*/ 259554 h 1802203"/>
                <a:gd name="connsiteX76" fmla="*/ 561340 w 1010660"/>
                <a:gd name="connsiteY76" fmla="*/ 276370 h 1802203"/>
                <a:gd name="connsiteX77" fmla="*/ 570853 w 1010660"/>
                <a:gd name="connsiteY77" fmla="*/ 288260 h 1802203"/>
                <a:gd name="connsiteX78" fmla="*/ 584781 w 1010660"/>
                <a:gd name="connsiteY78" fmla="*/ 303887 h 1802203"/>
                <a:gd name="connsiteX79" fmla="*/ 590386 w 1010660"/>
                <a:gd name="connsiteY79" fmla="*/ 312380 h 1802203"/>
                <a:gd name="connsiteX80" fmla="*/ 601937 w 1010660"/>
                <a:gd name="connsiteY80" fmla="*/ 335311 h 1802203"/>
                <a:gd name="connsiteX81" fmla="*/ 603635 w 1010660"/>
                <a:gd name="connsiteY81" fmla="*/ 341595 h 1802203"/>
                <a:gd name="connsiteX82" fmla="*/ 616205 w 1010660"/>
                <a:gd name="connsiteY82" fmla="*/ 359940 h 1802203"/>
                <a:gd name="connsiteX83" fmla="*/ 637947 w 1010660"/>
                <a:gd name="connsiteY83" fmla="*/ 374888 h 1802203"/>
                <a:gd name="connsiteX84" fmla="*/ 660708 w 1010660"/>
                <a:gd name="connsiteY84" fmla="*/ 372510 h 1802203"/>
                <a:gd name="connsiteX85" fmla="*/ 685168 w 1010660"/>
                <a:gd name="connsiteY85" fmla="*/ 382362 h 1802203"/>
                <a:gd name="connsiteX86" fmla="*/ 698247 w 1010660"/>
                <a:gd name="connsiteY86" fmla="*/ 402065 h 1802203"/>
                <a:gd name="connsiteX87" fmla="*/ 694680 w 1010660"/>
                <a:gd name="connsiteY87" fmla="*/ 422788 h 1802203"/>
                <a:gd name="connsiteX88" fmla="*/ 690603 w 1010660"/>
                <a:gd name="connsiteY88" fmla="*/ 425846 h 1802203"/>
                <a:gd name="connsiteX89" fmla="*/ 656971 w 1010660"/>
                <a:gd name="connsiteY89" fmla="*/ 466442 h 1802203"/>
                <a:gd name="connsiteX90" fmla="*/ 637607 w 1010660"/>
                <a:gd name="connsiteY90" fmla="*/ 500414 h 1802203"/>
                <a:gd name="connsiteX91" fmla="*/ 635229 w 1010660"/>
                <a:gd name="connsiteY91" fmla="*/ 507378 h 1802203"/>
                <a:gd name="connsiteX92" fmla="*/ 628605 w 1010660"/>
                <a:gd name="connsiteY92" fmla="*/ 536084 h 1802203"/>
                <a:gd name="connsiteX93" fmla="*/ 601597 w 1010660"/>
                <a:gd name="connsiteY93" fmla="*/ 588910 h 1802203"/>
                <a:gd name="connsiteX94" fmla="*/ 576118 w 1010660"/>
                <a:gd name="connsiteY94" fmla="*/ 666876 h 1802203"/>
                <a:gd name="connsiteX95" fmla="*/ 566776 w 1010660"/>
                <a:gd name="connsiteY95" fmla="*/ 710699 h 1802203"/>
                <a:gd name="connsiteX96" fmla="*/ 552847 w 1010660"/>
                <a:gd name="connsiteY96" fmla="*/ 799535 h 1802203"/>
                <a:gd name="connsiteX97" fmla="*/ 547582 w 1010660"/>
                <a:gd name="connsiteY97" fmla="*/ 812784 h 1802203"/>
                <a:gd name="connsiteX98" fmla="*/ 532804 w 1010660"/>
                <a:gd name="connsiteY98" fmla="*/ 815332 h 1802203"/>
                <a:gd name="connsiteX99" fmla="*/ 491189 w 1010660"/>
                <a:gd name="connsiteY99" fmla="*/ 818220 h 1802203"/>
                <a:gd name="connsiteX100" fmla="*/ 458406 w 1010660"/>
                <a:gd name="connsiteY100" fmla="*/ 835885 h 1802203"/>
                <a:gd name="connsiteX101" fmla="*/ 411015 w 1010660"/>
                <a:gd name="connsiteY101" fmla="*/ 853720 h 1802203"/>
                <a:gd name="connsiteX102" fmla="*/ 394199 w 1010660"/>
                <a:gd name="connsiteY102" fmla="*/ 854400 h 1802203"/>
                <a:gd name="connsiteX103" fmla="*/ 375345 w 1010660"/>
                <a:gd name="connsiteY103" fmla="*/ 856948 h 1802203"/>
                <a:gd name="connsiteX104" fmla="*/ 367361 w 1010660"/>
                <a:gd name="connsiteY104" fmla="*/ 858646 h 1802203"/>
                <a:gd name="connsiteX105" fmla="*/ 355471 w 1010660"/>
                <a:gd name="connsiteY105" fmla="*/ 859156 h 1802203"/>
                <a:gd name="connsiteX106" fmla="*/ 346469 w 1010660"/>
                <a:gd name="connsiteY106" fmla="*/ 866800 h 1802203"/>
                <a:gd name="connsiteX107" fmla="*/ 318102 w 1010660"/>
                <a:gd name="connsiteY107" fmla="*/ 884125 h 1802203"/>
                <a:gd name="connsiteX108" fmla="*/ 274788 w 1010660"/>
                <a:gd name="connsiteY108" fmla="*/ 891259 h 1802203"/>
                <a:gd name="connsiteX109" fmla="*/ 219754 w 1010660"/>
                <a:gd name="connsiteY109" fmla="*/ 894487 h 1802203"/>
                <a:gd name="connsiteX110" fmla="*/ 211771 w 1010660"/>
                <a:gd name="connsiteY110" fmla="*/ 889391 h 1802203"/>
                <a:gd name="connsiteX111" fmla="*/ 186801 w 1010660"/>
                <a:gd name="connsiteY111" fmla="*/ 833677 h 1802203"/>
                <a:gd name="connsiteX112" fmla="*/ 87094 w 1010660"/>
                <a:gd name="connsiteY112" fmla="*/ 610992 h 1802203"/>
                <a:gd name="connsiteX113" fmla="*/ 76393 w 1010660"/>
                <a:gd name="connsiteY113" fmla="*/ 607255 h 1802203"/>
                <a:gd name="connsiteX114" fmla="*/ 5222 w 1010660"/>
                <a:gd name="connsiteY114" fmla="*/ 643095 h 1802203"/>
                <a:gd name="connsiteX115" fmla="*/ 1655 w 1010660"/>
                <a:gd name="connsiteY115" fmla="*/ 654306 h 1802203"/>
                <a:gd name="connsiteX116" fmla="*/ 35117 w 1010660"/>
                <a:gd name="connsiteY116" fmla="*/ 727515 h 1802203"/>
                <a:gd name="connsiteX117" fmla="*/ 141789 w 1010660"/>
                <a:gd name="connsiteY117" fmla="*/ 969394 h 1802203"/>
                <a:gd name="connsiteX118" fmla="*/ 138561 w 1010660"/>
                <a:gd name="connsiteY118" fmla="*/ 994194 h 1802203"/>
                <a:gd name="connsiteX119" fmla="*/ 135334 w 1010660"/>
                <a:gd name="connsiteY119" fmla="*/ 999969 h 1802203"/>
                <a:gd name="connsiteX120" fmla="*/ 125143 w 1010660"/>
                <a:gd name="connsiteY120" fmla="*/ 1013897 h 1802203"/>
                <a:gd name="connsiteX121" fmla="*/ 96436 w 1010660"/>
                <a:gd name="connsiteY121" fmla="*/ 1073178 h 1802203"/>
                <a:gd name="connsiteX122" fmla="*/ 96946 w 1010660"/>
                <a:gd name="connsiteY122" fmla="*/ 1119040 h 1802203"/>
                <a:gd name="connsiteX123" fmla="*/ 98305 w 1010660"/>
                <a:gd name="connsiteY123" fmla="*/ 1129062 h 1802203"/>
                <a:gd name="connsiteX124" fmla="*/ 105779 w 1010660"/>
                <a:gd name="connsiteY124" fmla="*/ 1168979 h 1802203"/>
                <a:gd name="connsiteX125" fmla="*/ 120726 w 1010660"/>
                <a:gd name="connsiteY125" fmla="*/ 1260872 h 1802203"/>
                <a:gd name="connsiteX126" fmla="*/ 157076 w 1010660"/>
                <a:gd name="connsiteY126" fmla="*/ 1380793 h 1802203"/>
                <a:gd name="connsiteX127" fmla="*/ 171514 w 1010660"/>
                <a:gd name="connsiteY127" fmla="*/ 1439224 h 1802203"/>
                <a:gd name="connsiteX128" fmla="*/ 162512 w 1010660"/>
                <a:gd name="connsiteY128" fmla="*/ 1504110 h 1802203"/>
                <a:gd name="connsiteX129" fmla="*/ 140430 w 1010660"/>
                <a:gd name="connsiteY129" fmla="*/ 1544197 h 1802203"/>
                <a:gd name="connsiteX130" fmla="*/ 123274 w 1010660"/>
                <a:gd name="connsiteY130" fmla="*/ 1557786 h 1802203"/>
                <a:gd name="connsiteX131" fmla="*/ 94228 w 1010660"/>
                <a:gd name="connsiteY131" fmla="*/ 1563731 h 1802203"/>
                <a:gd name="connsiteX132" fmla="*/ 85226 w 1010660"/>
                <a:gd name="connsiteY132" fmla="*/ 1569167 h 1802203"/>
                <a:gd name="connsiteX133" fmla="*/ 59917 w 1010660"/>
                <a:gd name="connsiteY133" fmla="*/ 1597533 h 1802203"/>
                <a:gd name="connsiteX134" fmla="*/ 47347 w 1010660"/>
                <a:gd name="connsiteY134" fmla="*/ 1636940 h 1802203"/>
                <a:gd name="connsiteX135" fmla="*/ 82848 w 1010660"/>
                <a:gd name="connsiteY135" fmla="*/ 1670233 h 1802203"/>
                <a:gd name="connsiteX136" fmla="*/ 168626 w 1010660"/>
                <a:gd name="connsiteY136" fmla="*/ 1675668 h 1802203"/>
                <a:gd name="connsiteX137" fmla="*/ 225699 w 1010660"/>
                <a:gd name="connsiteY137" fmla="*/ 1626239 h 1802203"/>
                <a:gd name="connsiteX138" fmla="*/ 241496 w 1010660"/>
                <a:gd name="connsiteY138" fmla="*/ 1605007 h 1802203"/>
                <a:gd name="connsiteX139" fmla="*/ 272750 w 1010660"/>
                <a:gd name="connsiteY139" fmla="*/ 1588021 h 1802203"/>
                <a:gd name="connsiteX140" fmla="*/ 282092 w 1010660"/>
                <a:gd name="connsiteY140" fmla="*/ 1593966 h 1802203"/>
                <a:gd name="connsiteX141" fmla="*/ 279884 w 1010660"/>
                <a:gd name="connsiteY141" fmla="*/ 1643055 h 1802203"/>
                <a:gd name="connsiteX142" fmla="*/ 287698 w 1010660"/>
                <a:gd name="connsiteY142" fmla="*/ 1653417 h 1802203"/>
                <a:gd name="connsiteX143" fmla="*/ 291095 w 1010660"/>
                <a:gd name="connsiteY143" fmla="*/ 1645943 h 1802203"/>
                <a:gd name="connsiteX144" fmla="*/ 292963 w 1010660"/>
                <a:gd name="connsiteY144" fmla="*/ 1604327 h 1802203"/>
                <a:gd name="connsiteX145" fmla="*/ 295681 w 1010660"/>
                <a:gd name="connsiteY145" fmla="*/ 1579188 h 1802203"/>
                <a:gd name="connsiteX146" fmla="*/ 311648 w 1010660"/>
                <a:gd name="connsiteY146" fmla="*/ 1549633 h 1802203"/>
                <a:gd name="connsiteX147" fmla="*/ 316234 w 1010660"/>
                <a:gd name="connsiteY147" fmla="*/ 1517190 h 1802203"/>
                <a:gd name="connsiteX148" fmla="*/ 316743 w 1010660"/>
                <a:gd name="connsiteY148" fmla="*/ 1507338 h 1802203"/>
                <a:gd name="connsiteX149" fmla="*/ 313686 w 1010660"/>
                <a:gd name="connsiteY149" fmla="*/ 1474385 h 1802203"/>
                <a:gd name="connsiteX150" fmla="*/ 294662 w 1010660"/>
                <a:gd name="connsiteY150" fmla="*/ 1451794 h 1802203"/>
                <a:gd name="connsiteX151" fmla="*/ 281073 w 1010660"/>
                <a:gd name="connsiteY151" fmla="*/ 1446189 h 1802203"/>
                <a:gd name="connsiteX152" fmla="*/ 272071 w 1010660"/>
                <a:gd name="connsiteY152" fmla="*/ 1439734 h 1802203"/>
                <a:gd name="connsiteX153" fmla="*/ 270542 w 1010660"/>
                <a:gd name="connsiteY153" fmla="*/ 1428863 h 1802203"/>
                <a:gd name="connsiteX154" fmla="*/ 278355 w 1010660"/>
                <a:gd name="connsiteY154" fmla="*/ 1303677 h 1802203"/>
                <a:gd name="connsiteX155" fmla="*/ 285659 w 1010660"/>
                <a:gd name="connsiteY155" fmla="*/ 1212293 h 1802203"/>
                <a:gd name="connsiteX156" fmla="*/ 280564 w 1010660"/>
                <a:gd name="connsiteY156" fmla="*/ 1182398 h 1802203"/>
                <a:gd name="connsiteX157" fmla="*/ 269862 w 1010660"/>
                <a:gd name="connsiteY157" fmla="*/ 1148596 h 1802203"/>
                <a:gd name="connsiteX158" fmla="*/ 278016 w 1010660"/>
                <a:gd name="connsiteY158" fmla="*/ 1137725 h 1802203"/>
                <a:gd name="connsiteX159" fmla="*/ 313686 w 1010660"/>
                <a:gd name="connsiteY159" fmla="*/ 1138234 h 1802203"/>
                <a:gd name="connsiteX160" fmla="*/ 323708 w 1010660"/>
                <a:gd name="connsiteY160" fmla="*/ 1148596 h 1802203"/>
                <a:gd name="connsiteX161" fmla="*/ 337296 w 1010660"/>
                <a:gd name="connsiteY161" fmla="*/ 1174414 h 1802203"/>
                <a:gd name="connsiteX162" fmla="*/ 383668 w 1010660"/>
                <a:gd name="connsiteY162" fmla="*/ 1187663 h 1802203"/>
                <a:gd name="connsiteX163" fmla="*/ 507325 w 1010660"/>
                <a:gd name="connsiteY163" fmla="*/ 1194797 h 1802203"/>
                <a:gd name="connsiteX164" fmla="*/ 517007 w 1010660"/>
                <a:gd name="connsiteY164" fmla="*/ 1204309 h 1802203"/>
                <a:gd name="connsiteX165" fmla="*/ 509194 w 1010660"/>
                <a:gd name="connsiteY165" fmla="*/ 1295524 h 1802203"/>
                <a:gd name="connsiteX166" fmla="*/ 499851 w 1010660"/>
                <a:gd name="connsiteY166" fmla="*/ 1395910 h 1802203"/>
                <a:gd name="connsiteX167" fmla="*/ 506816 w 1010660"/>
                <a:gd name="connsiteY167" fmla="*/ 1404064 h 1802203"/>
                <a:gd name="connsiteX168" fmla="*/ 593104 w 1010660"/>
                <a:gd name="connsiteY168" fmla="*/ 1408140 h 1802203"/>
                <a:gd name="connsiteX169" fmla="*/ 606693 w 1010660"/>
                <a:gd name="connsiteY169" fmla="*/ 1407970 h 1802203"/>
                <a:gd name="connsiteX170" fmla="*/ 615016 w 1010660"/>
                <a:gd name="connsiteY170" fmla="*/ 1416293 h 1802203"/>
                <a:gd name="connsiteX171" fmla="*/ 614167 w 1010660"/>
                <a:gd name="connsiteY171" fmla="*/ 1485936 h 1802203"/>
                <a:gd name="connsiteX172" fmla="*/ 610430 w 1010660"/>
                <a:gd name="connsiteY172" fmla="*/ 1490861 h 1802203"/>
                <a:gd name="connsiteX173" fmla="*/ 560831 w 1010660"/>
                <a:gd name="connsiteY173" fmla="*/ 1486105 h 1802203"/>
                <a:gd name="connsiteX174" fmla="*/ 452801 w 1010660"/>
                <a:gd name="connsiteY174" fmla="*/ 1450945 h 1802203"/>
                <a:gd name="connsiteX175" fmla="*/ 429870 w 1010660"/>
                <a:gd name="connsiteY175" fmla="*/ 1458928 h 1802203"/>
                <a:gd name="connsiteX176" fmla="*/ 428341 w 1010660"/>
                <a:gd name="connsiteY176" fmla="*/ 1467081 h 1802203"/>
                <a:gd name="connsiteX177" fmla="*/ 428171 w 1010660"/>
                <a:gd name="connsiteY177" fmla="*/ 1505300 h 1802203"/>
                <a:gd name="connsiteX178" fmla="*/ 434626 w 1010660"/>
                <a:gd name="connsiteY178" fmla="*/ 1523474 h 1802203"/>
                <a:gd name="connsiteX179" fmla="*/ 438193 w 1010660"/>
                <a:gd name="connsiteY179" fmla="*/ 1531628 h 1802203"/>
                <a:gd name="connsiteX180" fmla="*/ 448214 w 1010660"/>
                <a:gd name="connsiteY180" fmla="*/ 1551671 h 1802203"/>
                <a:gd name="connsiteX181" fmla="*/ 451611 w 1010660"/>
                <a:gd name="connsiteY181" fmla="*/ 1557956 h 1802203"/>
                <a:gd name="connsiteX182" fmla="*/ 446346 w 1010660"/>
                <a:gd name="connsiteY182" fmla="*/ 1561523 h 1802203"/>
                <a:gd name="connsiteX183" fmla="*/ 350715 w 1010660"/>
                <a:gd name="connsiteY183" fmla="*/ 1584454 h 1802203"/>
                <a:gd name="connsiteX184" fmla="*/ 327954 w 1010660"/>
                <a:gd name="connsiteY184" fmla="*/ 1610782 h 1802203"/>
                <a:gd name="connsiteX185" fmla="*/ 327954 w 1010660"/>
                <a:gd name="connsiteY185" fmla="*/ 1649850 h 1802203"/>
                <a:gd name="connsiteX186" fmla="*/ 335428 w 1010660"/>
                <a:gd name="connsiteY186" fmla="*/ 1668194 h 1802203"/>
                <a:gd name="connsiteX187" fmla="*/ 346809 w 1010660"/>
                <a:gd name="connsiteY187" fmla="*/ 1688407 h 1802203"/>
                <a:gd name="connsiteX188" fmla="*/ 351904 w 1010660"/>
                <a:gd name="connsiteY188" fmla="*/ 1693673 h 1802203"/>
                <a:gd name="connsiteX189" fmla="*/ 395558 w 1010660"/>
                <a:gd name="connsiteY189" fmla="*/ 1687219 h 1802203"/>
                <a:gd name="connsiteX190" fmla="*/ 410166 w 1010660"/>
                <a:gd name="connsiteY190" fmla="*/ 1651888 h 1802203"/>
                <a:gd name="connsiteX191" fmla="*/ 398615 w 1010660"/>
                <a:gd name="connsiteY191" fmla="*/ 1632354 h 1802203"/>
                <a:gd name="connsiteX192" fmla="*/ 395388 w 1010660"/>
                <a:gd name="connsiteY192" fmla="*/ 1623182 h 1802203"/>
                <a:gd name="connsiteX193" fmla="*/ 403032 w 1010660"/>
                <a:gd name="connsiteY193" fmla="*/ 1619445 h 1802203"/>
                <a:gd name="connsiteX194" fmla="*/ 500701 w 1010660"/>
                <a:gd name="connsiteY194" fmla="*/ 1603478 h 1802203"/>
                <a:gd name="connsiteX195" fmla="*/ 566606 w 1010660"/>
                <a:gd name="connsiteY195" fmla="*/ 1591928 h 1802203"/>
                <a:gd name="connsiteX196" fmla="*/ 616205 w 1010660"/>
                <a:gd name="connsiteY196" fmla="*/ 1587341 h 1802203"/>
                <a:gd name="connsiteX197" fmla="*/ 638626 w 1010660"/>
                <a:gd name="connsiteY197" fmla="*/ 1604667 h 1802203"/>
                <a:gd name="connsiteX198" fmla="*/ 663935 w 1010660"/>
                <a:gd name="connsiteY198" fmla="*/ 1683312 h 1802203"/>
                <a:gd name="connsiteX199" fmla="*/ 667502 w 1010660"/>
                <a:gd name="connsiteY199" fmla="*/ 1731891 h 1802203"/>
                <a:gd name="connsiteX200" fmla="*/ 665634 w 1010660"/>
                <a:gd name="connsiteY200" fmla="*/ 1757200 h 1802203"/>
                <a:gd name="connsiteX201" fmla="*/ 712345 w 1010660"/>
                <a:gd name="connsiteY201" fmla="*/ 1803402 h 1802203"/>
                <a:gd name="connsiteX202" fmla="*/ 763642 w 1010660"/>
                <a:gd name="connsiteY202" fmla="*/ 1762976 h 1802203"/>
                <a:gd name="connsiteX203" fmla="*/ 760415 w 1010660"/>
                <a:gd name="connsiteY203" fmla="*/ 1742423 h 1802203"/>
                <a:gd name="connsiteX204" fmla="*/ 730860 w 1010660"/>
                <a:gd name="connsiteY204" fmla="*/ 1710319 h 1802203"/>
                <a:gd name="connsiteX205" fmla="*/ 725934 w 1010660"/>
                <a:gd name="connsiteY205" fmla="*/ 1704204 h 1802203"/>
                <a:gd name="connsiteX206" fmla="*/ 695189 w 1010660"/>
                <a:gd name="connsiteY206" fmla="*/ 1594985 h 1802203"/>
                <a:gd name="connsiteX207" fmla="*/ 705890 w 1010660"/>
                <a:gd name="connsiteY207" fmla="*/ 1581736 h 1802203"/>
                <a:gd name="connsiteX208" fmla="*/ 711835 w 1010660"/>
                <a:gd name="connsiteY208" fmla="*/ 1582246 h 1802203"/>
                <a:gd name="connsiteX209" fmla="*/ 783516 w 1010660"/>
                <a:gd name="connsiteY209" fmla="*/ 1589719 h 1802203"/>
                <a:gd name="connsiteX210" fmla="*/ 928236 w 1010660"/>
                <a:gd name="connsiteY210" fmla="*/ 1601270 h 1802203"/>
                <a:gd name="connsiteX211" fmla="*/ 942844 w 1010660"/>
                <a:gd name="connsiteY211" fmla="*/ 1623182 h 1802203"/>
                <a:gd name="connsiteX212" fmla="*/ 943353 w 1010660"/>
                <a:gd name="connsiteY212" fmla="*/ 1639488 h 1802203"/>
                <a:gd name="connsiteX213" fmla="*/ 951506 w 1010660"/>
                <a:gd name="connsiteY213" fmla="*/ 1656984 h 1802203"/>
                <a:gd name="connsiteX214" fmla="*/ 958980 w 1010660"/>
                <a:gd name="connsiteY214" fmla="*/ 1663778 h 1802203"/>
                <a:gd name="connsiteX215" fmla="*/ 989385 w 1010660"/>
                <a:gd name="connsiteY215" fmla="*/ 1666496 h 1802203"/>
                <a:gd name="connsiteX216" fmla="*/ 1002974 w 1010660"/>
                <a:gd name="connsiteY216" fmla="*/ 1659531 h 1802203"/>
                <a:gd name="connsiteX217" fmla="*/ 1010278 w 1010660"/>
                <a:gd name="connsiteY217" fmla="*/ 1613160 h 1802203"/>
                <a:gd name="connsiteX218" fmla="*/ 893245 w 1010660"/>
                <a:gd name="connsiteY218" fmla="*/ 959203 h 1802203"/>
                <a:gd name="connsiteX219" fmla="*/ 911929 w 1010660"/>
                <a:gd name="connsiteY219" fmla="*/ 957674 h 1802203"/>
                <a:gd name="connsiteX220" fmla="*/ 923310 w 1010660"/>
                <a:gd name="connsiteY220" fmla="*/ 963110 h 1802203"/>
                <a:gd name="connsiteX221" fmla="*/ 941655 w 1010660"/>
                <a:gd name="connsiteY221" fmla="*/ 1071989 h 1802203"/>
                <a:gd name="connsiteX222" fmla="*/ 943183 w 1010660"/>
                <a:gd name="connsiteY222" fmla="*/ 1086257 h 1802203"/>
                <a:gd name="connsiteX223" fmla="*/ 942504 w 1010660"/>
                <a:gd name="connsiteY223" fmla="*/ 1086257 h 1802203"/>
                <a:gd name="connsiteX224" fmla="*/ 942504 w 1010660"/>
                <a:gd name="connsiteY224" fmla="*/ 1098147 h 1802203"/>
                <a:gd name="connsiteX225" fmla="*/ 937748 w 1010660"/>
                <a:gd name="connsiteY225" fmla="*/ 1103073 h 1802203"/>
                <a:gd name="connsiteX226" fmla="*/ 932822 w 1010660"/>
                <a:gd name="connsiteY226" fmla="*/ 1098317 h 1802203"/>
                <a:gd name="connsiteX227" fmla="*/ 912269 w 1010660"/>
                <a:gd name="connsiteY227" fmla="*/ 1033261 h 1802203"/>
                <a:gd name="connsiteX228" fmla="*/ 893245 w 1010660"/>
                <a:gd name="connsiteY228" fmla="*/ 974830 h 1802203"/>
                <a:gd name="connsiteX229" fmla="*/ 888998 w 1010660"/>
                <a:gd name="connsiteY229" fmla="*/ 962940 h 1802203"/>
                <a:gd name="connsiteX230" fmla="*/ 893245 w 1010660"/>
                <a:gd name="connsiteY230" fmla="*/ 959203 h 1802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Lst>
              <a:rect l="l" t="t" r="r" b="b"/>
              <a:pathLst>
                <a:path w="1010660" h="1802203">
                  <a:moveTo>
                    <a:pt x="1010278" y="1613160"/>
                  </a:moveTo>
                  <a:cubicBezTo>
                    <a:pt x="1009089" y="1607894"/>
                    <a:pt x="1006031" y="1602459"/>
                    <a:pt x="998557" y="1603308"/>
                  </a:cubicBezTo>
                  <a:cubicBezTo>
                    <a:pt x="993801" y="1603818"/>
                    <a:pt x="991253" y="1600760"/>
                    <a:pt x="990404" y="1596344"/>
                  </a:cubicBezTo>
                  <a:cubicBezTo>
                    <a:pt x="989725" y="1592437"/>
                    <a:pt x="989215" y="1588530"/>
                    <a:pt x="988536" y="1584624"/>
                  </a:cubicBezTo>
                  <a:cubicBezTo>
                    <a:pt x="986328" y="1571545"/>
                    <a:pt x="981232" y="1566449"/>
                    <a:pt x="968322" y="1564241"/>
                  </a:cubicBezTo>
                  <a:cubicBezTo>
                    <a:pt x="935879" y="1558975"/>
                    <a:pt x="903606" y="1553540"/>
                    <a:pt x="871163" y="1548444"/>
                  </a:cubicBezTo>
                  <a:cubicBezTo>
                    <a:pt x="830737" y="1542159"/>
                    <a:pt x="790140" y="1536214"/>
                    <a:pt x="749714" y="1529589"/>
                  </a:cubicBezTo>
                  <a:cubicBezTo>
                    <a:pt x="738843" y="1527721"/>
                    <a:pt x="728821" y="1521606"/>
                    <a:pt x="717101" y="1522625"/>
                  </a:cubicBezTo>
                  <a:cubicBezTo>
                    <a:pt x="717271" y="1521946"/>
                    <a:pt x="717441" y="1521096"/>
                    <a:pt x="717441" y="1520417"/>
                  </a:cubicBezTo>
                  <a:cubicBezTo>
                    <a:pt x="724915" y="1519228"/>
                    <a:pt x="732558" y="1518039"/>
                    <a:pt x="740032" y="1517020"/>
                  </a:cubicBezTo>
                  <a:cubicBezTo>
                    <a:pt x="741391" y="1516850"/>
                    <a:pt x="743599" y="1515491"/>
                    <a:pt x="743769" y="1518379"/>
                  </a:cubicBezTo>
                  <a:cubicBezTo>
                    <a:pt x="744109" y="1522795"/>
                    <a:pt x="748015" y="1522455"/>
                    <a:pt x="750563" y="1523474"/>
                  </a:cubicBezTo>
                  <a:cubicBezTo>
                    <a:pt x="768568" y="1530099"/>
                    <a:pt x="786404" y="1525853"/>
                    <a:pt x="804069" y="1521946"/>
                  </a:cubicBezTo>
                  <a:cubicBezTo>
                    <a:pt x="810354" y="1520587"/>
                    <a:pt x="812562" y="1514981"/>
                    <a:pt x="813581" y="1509036"/>
                  </a:cubicBezTo>
                  <a:cubicBezTo>
                    <a:pt x="814600" y="1502922"/>
                    <a:pt x="815110" y="1496637"/>
                    <a:pt x="816129" y="1490522"/>
                  </a:cubicBezTo>
                  <a:cubicBezTo>
                    <a:pt x="817827" y="1479821"/>
                    <a:pt x="815789" y="1474895"/>
                    <a:pt x="806277" y="1469459"/>
                  </a:cubicBezTo>
                  <a:cubicBezTo>
                    <a:pt x="800672" y="1466402"/>
                    <a:pt x="798124" y="1462155"/>
                    <a:pt x="798124" y="1455871"/>
                  </a:cubicBezTo>
                  <a:cubicBezTo>
                    <a:pt x="798124" y="1452473"/>
                    <a:pt x="798124" y="1449076"/>
                    <a:pt x="797274" y="1445849"/>
                  </a:cubicBezTo>
                  <a:cubicBezTo>
                    <a:pt x="795576" y="1439394"/>
                    <a:pt x="791839" y="1438375"/>
                    <a:pt x="786064" y="1441772"/>
                  </a:cubicBezTo>
                  <a:cubicBezTo>
                    <a:pt x="776722" y="1447208"/>
                    <a:pt x="767549" y="1452643"/>
                    <a:pt x="758037" y="1457739"/>
                  </a:cubicBezTo>
                  <a:cubicBezTo>
                    <a:pt x="738164" y="1468440"/>
                    <a:pt x="719649" y="1481349"/>
                    <a:pt x="698586" y="1490012"/>
                  </a:cubicBezTo>
                  <a:cubicBezTo>
                    <a:pt x="689584" y="1493749"/>
                    <a:pt x="685847" y="1491201"/>
                    <a:pt x="685507" y="1481859"/>
                  </a:cubicBezTo>
                  <a:cubicBezTo>
                    <a:pt x="684828" y="1460287"/>
                    <a:pt x="683979" y="1438885"/>
                    <a:pt x="683299" y="1417313"/>
                  </a:cubicBezTo>
                  <a:cubicBezTo>
                    <a:pt x="683129" y="1410688"/>
                    <a:pt x="686526" y="1405932"/>
                    <a:pt x="692302" y="1403214"/>
                  </a:cubicBezTo>
                  <a:cubicBezTo>
                    <a:pt x="697397" y="1400836"/>
                    <a:pt x="703003" y="1399817"/>
                    <a:pt x="708608" y="1399138"/>
                  </a:cubicBezTo>
                  <a:cubicBezTo>
                    <a:pt x="734087" y="1395910"/>
                    <a:pt x="759736" y="1392853"/>
                    <a:pt x="784875" y="1387417"/>
                  </a:cubicBezTo>
                  <a:cubicBezTo>
                    <a:pt x="802710" y="1383681"/>
                    <a:pt x="820375" y="1378755"/>
                    <a:pt x="833794" y="1365675"/>
                  </a:cubicBezTo>
                  <a:cubicBezTo>
                    <a:pt x="864369" y="1335780"/>
                    <a:pt x="892565" y="1303507"/>
                    <a:pt x="910231" y="1264100"/>
                  </a:cubicBezTo>
                  <a:cubicBezTo>
                    <a:pt x="921441" y="1239300"/>
                    <a:pt x="934011" y="1214671"/>
                    <a:pt x="935540" y="1186474"/>
                  </a:cubicBezTo>
                  <a:cubicBezTo>
                    <a:pt x="935710" y="1183417"/>
                    <a:pt x="936219" y="1180020"/>
                    <a:pt x="939616" y="1178661"/>
                  </a:cubicBezTo>
                  <a:cubicBezTo>
                    <a:pt x="949468" y="1174584"/>
                    <a:pt x="955243" y="1165582"/>
                    <a:pt x="960679" y="1157768"/>
                  </a:cubicBezTo>
                  <a:cubicBezTo>
                    <a:pt x="971380" y="1142141"/>
                    <a:pt x="975626" y="1123966"/>
                    <a:pt x="976646" y="1104602"/>
                  </a:cubicBezTo>
                  <a:cubicBezTo>
                    <a:pt x="978684" y="1059590"/>
                    <a:pt x="967473" y="1016615"/>
                    <a:pt x="958301" y="973301"/>
                  </a:cubicBezTo>
                  <a:cubicBezTo>
                    <a:pt x="957451" y="969564"/>
                    <a:pt x="954904" y="965318"/>
                    <a:pt x="956942" y="961751"/>
                  </a:cubicBezTo>
                  <a:cubicBezTo>
                    <a:pt x="961698" y="953767"/>
                    <a:pt x="959150" y="945784"/>
                    <a:pt x="957451" y="937970"/>
                  </a:cubicBezTo>
                  <a:cubicBezTo>
                    <a:pt x="954904" y="925571"/>
                    <a:pt x="953545" y="913511"/>
                    <a:pt x="957961" y="901281"/>
                  </a:cubicBezTo>
                  <a:cubicBezTo>
                    <a:pt x="959150" y="897884"/>
                    <a:pt x="958980" y="894656"/>
                    <a:pt x="957621" y="891259"/>
                  </a:cubicBezTo>
                  <a:cubicBezTo>
                    <a:pt x="953884" y="881407"/>
                    <a:pt x="954054" y="871046"/>
                    <a:pt x="957112" y="861364"/>
                  </a:cubicBezTo>
                  <a:cubicBezTo>
                    <a:pt x="961868" y="845567"/>
                    <a:pt x="962547" y="829770"/>
                    <a:pt x="959829" y="813804"/>
                  </a:cubicBezTo>
                  <a:cubicBezTo>
                    <a:pt x="958980" y="809047"/>
                    <a:pt x="959660" y="804971"/>
                    <a:pt x="962547" y="801064"/>
                  </a:cubicBezTo>
                  <a:cubicBezTo>
                    <a:pt x="971210" y="789174"/>
                    <a:pt x="967813" y="780171"/>
                    <a:pt x="953205" y="776435"/>
                  </a:cubicBezTo>
                  <a:cubicBezTo>
                    <a:pt x="950487" y="775755"/>
                    <a:pt x="947600" y="775246"/>
                    <a:pt x="944882" y="774566"/>
                  </a:cubicBezTo>
                  <a:cubicBezTo>
                    <a:pt x="930953" y="770999"/>
                    <a:pt x="930614" y="770489"/>
                    <a:pt x="930784" y="756561"/>
                  </a:cubicBezTo>
                  <a:cubicBezTo>
                    <a:pt x="930784" y="752315"/>
                    <a:pt x="931293" y="748068"/>
                    <a:pt x="931463" y="743822"/>
                  </a:cubicBezTo>
                  <a:cubicBezTo>
                    <a:pt x="932992" y="712398"/>
                    <a:pt x="939786" y="681483"/>
                    <a:pt x="939107" y="650059"/>
                  </a:cubicBezTo>
                  <a:cubicBezTo>
                    <a:pt x="938767" y="637490"/>
                    <a:pt x="928406" y="630526"/>
                    <a:pt x="916685" y="635112"/>
                  </a:cubicBezTo>
                  <a:cubicBezTo>
                    <a:pt x="902587" y="640547"/>
                    <a:pt x="901228" y="639698"/>
                    <a:pt x="902077" y="624581"/>
                  </a:cubicBezTo>
                  <a:cubicBezTo>
                    <a:pt x="902077" y="623392"/>
                    <a:pt x="902247" y="622372"/>
                    <a:pt x="902417" y="621183"/>
                  </a:cubicBezTo>
                  <a:cubicBezTo>
                    <a:pt x="908702" y="596044"/>
                    <a:pt x="906154" y="570565"/>
                    <a:pt x="907173" y="545087"/>
                  </a:cubicBezTo>
                  <a:cubicBezTo>
                    <a:pt x="908022" y="521816"/>
                    <a:pt x="906324" y="499395"/>
                    <a:pt x="896132" y="478162"/>
                  </a:cubicBezTo>
                  <a:cubicBezTo>
                    <a:pt x="893584" y="472896"/>
                    <a:pt x="890697" y="467631"/>
                    <a:pt x="888489" y="462195"/>
                  </a:cubicBezTo>
                  <a:cubicBezTo>
                    <a:pt x="886620" y="457779"/>
                    <a:pt x="884412" y="452344"/>
                    <a:pt x="887300" y="448267"/>
                  </a:cubicBezTo>
                  <a:cubicBezTo>
                    <a:pt x="892396" y="441303"/>
                    <a:pt x="891376" y="433829"/>
                    <a:pt x="891376" y="426355"/>
                  </a:cubicBezTo>
                  <a:cubicBezTo>
                    <a:pt x="891376" y="415484"/>
                    <a:pt x="898850" y="411238"/>
                    <a:pt x="908702" y="416333"/>
                  </a:cubicBezTo>
                  <a:cubicBezTo>
                    <a:pt x="911759" y="417862"/>
                    <a:pt x="914817" y="420240"/>
                    <a:pt x="919233" y="418881"/>
                  </a:cubicBezTo>
                  <a:cubicBezTo>
                    <a:pt x="916515" y="411747"/>
                    <a:pt x="910401" y="405462"/>
                    <a:pt x="913798" y="397819"/>
                  </a:cubicBezTo>
                  <a:cubicBezTo>
                    <a:pt x="919233" y="385759"/>
                    <a:pt x="916855" y="373359"/>
                    <a:pt x="915836" y="361129"/>
                  </a:cubicBezTo>
                  <a:cubicBezTo>
                    <a:pt x="915326" y="354165"/>
                    <a:pt x="912779" y="346861"/>
                    <a:pt x="915157" y="340067"/>
                  </a:cubicBezTo>
                  <a:cubicBezTo>
                    <a:pt x="922460" y="318834"/>
                    <a:pt x="918724" y="294545"/>
                    <a:pt x="933501" y="275520"/>
                  </a:cubicBezTo>
                  <a:cubicBezTo>
                    <a:pt x="933841" y="258704"/>
                    <a:pt x="943693" y="243417"/>
                    <a:pt x="941315" y="225922"/>
                  </a:cubicBezTo>
                  <a:cubicBezTo>
                    <a:pt x="940296" y="218108"/>
                    <a:pt x="940805" y="210125"/>
                    <a:pt x="940635" y="202141"/>
                  </a:cubicBezTo>
                  <a:cubicBezTo>
                    <a:pt x="940466" y="188213"/>
                    <a:pt x="939616" y="173945"/>
                    <a:pt x="934521" y="161205"/>
                  </a:cubicBezTo>
                  <a:cubicBezTo>
                    <a:pt x="929765" y="148806"/>
                    <a:pt x="933162" y="133348"/>
                    <a:pt x="920592" y="124006"/>
                  </a:cubicBezTo>
                  <a:cubicBezTo>
                    <a:pt x="914307" y="119250"/>
                    <a:pt x="917704" y="111437"/>
                    <a:pt x="914477" y="105661"/>
                  </a:cubicBezTo>
                  <a:cubicBezTo>
                    <a:pt x="907683" y="93262"/>
                    <a:pt x="900379" y="80692"/>
                    <a:pt x="893415" y="67783"/>
                  </a:cubicBezTo>
                  <a:cubicBezTo>
                    <a:pt x="871673" y="27696"/>
                    <a:pt x="841098" y="1028"/>
                    <a:pt x="792858" y="9"/>
                  </a:cubicBezTo>
                  <a:cubicBezTo>
                    <a:pt x="784535" y="-161"/>
                    <a:pt x="778420" y="2047"/>
                    <a:pt x="773834" y="8332"/>
                  </a:cubicBezTo>
                  <a:cubicBezTo>
                    <a:pt x="769078" y="14957"/>
                    <a:pt x="764322" y="21751"/>
                    <a:pt x="760415" y="28885"/>
                  </a:cubicBezTo>
                  <a:cubicBezTo>
                    <a:pt x="755659" y="37718"/>
                    <a:pt x="750393" y="40266"/>
                    <a:pt x="741221" y="35849"/>
                  </a:cubicBezTo>
                  <a:cubicBezTo>
                    <a:pt x="735786" y="33132"/>
                    <a:pt x="730010" y="32112"/>
                    <a:pt x="724235" y="30923"/>
                  </a:cubicBezTo>
                  <a:cubicBezTo>
                    <a:pt x="701814" y="26677"/>
                    <a:pt x="679053" y="25828"/>
                    <a:pt x="656801" y="30074"/>
                  </a:cubicBezTo>
                  <a:cubicBezTo>
                    <a:pt x="628435" y="35510"/>
                    <a:pt x="605674" y="52156"/>
                    <a:pt x="585630" y="72029"/>
                  </a:cubicBezTo>
                  <a:cubicBezTo>
                    <a:pt x="576628" y="81032"/>
                    <a:pt x="569833" y="91903"/>
                    <a:pt x="566946" y="104812"/>
                  </a:cubicBezTo>
                  <a:cubicBezTo>
                    <a:pt x="560831" y="132669"/>
                    <a:pt x="561171" y="161035"/>
                    <a:pt x="560491" y="189232"/>
                  </a:cubicBezTo>
                  <a:cubicBezTo>
                    <a:pt x="560321" y="195347"/>
                    <a:pt x="560831" y="200952"/>
                    <a:pt x="563209" y="206558"/>
                  </a:cubicBezTo>
                  <a:cubicBezTo>
                    <a:pt x="570853" y="224223"/>
                    <a:pt x="569324" y="241888"/>
                    <a:pt x="563379" y="259554"/>
                  </a:cubicBezTo>
                  <a:cubicBezTo>
                    <a:pt x="561510" y="264989"/>
                    <a:pt x="561680" y="270764"/>
                    <a:pt x="561340" y="276370"/>
                  </a:cubicBezTo>
                  <a:cubicBezTo>
                    <a:pt x="560831" y="283334"/>
                    <a:pt x="563039" y="287750"/>
                    <a:pt x="570853" y="288260"/>
                  </a:cubicBezTo>
                  <a:cubicBezTo>
                    <a:pt x="580534" y="288939"/>
                    <a:pt x="584951" y="294205"/>
                    <a:pt x="584781" y="303887"/>
                  </a:cubicBezTo>
                  <a:cubicBezTo>
                    <a:pt x="584781" y="307624"/>
                    <a:pt x="585970" y="311021"/>
                    <a:pt x="590386" y="312380"/>
                  </a:cubicBezTo>
                  <a:cubicBezTo>
                    <a:pt x="604654" y="317136"/>
                    <a:pt x="606353" y="320533"/>
                    <a:pt x="601937" y="335311"/>
                  </a:cubicBezTo>
                  <a:cubicBezTo>
                    <a:pt x="601087" y="338198"/>
                    <a:pt x="600918" y="339897"/>
                    <a:pt x="603635" y="341595"/>
                  </a:cubicBezTo>
                  <a:cubicBezTo>
                    <a:pt x="610599" y="345842"/>
                    <a:pt x="613827" y="352466"/>
                    <a:pt x="616205" y="359940"/>
                  </a:cubicBezTo>
                  <a:cubicBezTo>
                    <a:pt x="619772" y="370981"/>
                    <a:pt x="626227" y="375397"/>
                    <a:pt x="637947" y="374888"/>
                  </a:cubicBezTo>
                  <a:cubicBezTo>
                    <a:pt x="645590" y="374548"/>
                    <a:pt x="653234" y="373869"/>
                    <a:pt x="660708" y="372510"/>
                  </a:cubicBezTo>
                  <a:cubicBezTo>
                    <a:pt x="671239" y="370641"/>
                    <a:pt x="679222" y="374208"/>
                    <a:pt x="685168" y="382362"/>
                  </a:cubicBezTo>
                  <a:cubicBezTo>
                    <a:pt x="689924" y="388646"/>
                    <a:pt x="694000" y="395441"/>
                    <a:pt x="698247" y="402065"/>
                  </a:cubicBezTo>
                  <a:cubicBezTo>
                    <a:pt x="705381" y="413106"/>
                    <a:pt x="705041" y="414975"/>
                    <a:pt x="694680" y="422788"/>
                  </a:cubicBezTo>
                  <a:cubicBezTo>
                    <a:pt x="693321" y="423807"/>
                    <a:pt x="691962" y="424826"/>
                    <a:pt x="690603" y="425846"/>
                  </a:cubicBezTo>
                  <a:cubicBezTo>
                    <a:pt x="675995" y="436547"/>
                    <a:pt x="664954" y="450305"/>
                    <a:pt x="656971" y="466442"/>
                  </a:cubicBezTo>
                  <a:cubicBezTo>
                    <a:pt x="651196" y="478162"/>
                    <a:pt x="649327" y="492091"/>
                    <a:pt x="637607" y="500414"/>
                  </a:cubicBezTo>
                  <a:cubicBezTo>
                    <a:pt x="635399" y="501942"/>
                    <a:pt x="635908" y="505000"/>
                    <a:pt x="635229" y="507378"/>
                  </a:cubicBezTo>
                  <a:cubicBezTo>
                    <a:pt x="632851" y="516890"/>
                    <a:pt x="633021" y="527251"/>
                    <a:pt x="628605" y="536084"/>
                  </a:cubicBezTo>
                  <a:cubicBezTo>
                    <a:pt x="619942" y="553919"/>
                    <a:pt x="611449" y="571754"/>
                    <a:pt x="601597" y="588910"/>
                  </a:cubicBezTo>
                  <a:cubicBezTo>
                    <a:pt x="587499" y="613200"/>
                    <a:pt x="576798" y="638169"/>
                    <a:pt x="576118" y="666876"/>
                  </a:cubicBezTo>
                  <a:cubicBezTo>
                    <a:pt x="575778" y="681993"/>
                    <a:pt x="568474" y="695752"/>
                    <a:pt x="566776" y="710699"/>
                  </a:cubicBezTo>
                  <a:cubicBezTo>
                    <a:pt x="563209" y="740424"/>
                    <a:pt x="558453" y="769980"/>
                    <a:pt x="552847" y="799535"/>
                  </a:cubicBezTo>
                  <a:cubicBezTo>
                    <a:pt x="551998" y="804291"/>
                    <a:pt x="550300" y="808878"/>
                    <a:pt x="547582" y="812784"/>
                  </a:cubicBezTo>
                  <a:cubicBezTo>
                    <a:pt x="543505" y="818390"/>
                    <a:pt x="539768" y="819579"/>
                    <a:pt x="532804" y="815332"/>
                  </a:cubicBezTo>
                  <a:cubicBezTo>
                    <a:pt x="517177" y="805990"/>
                    <a:pt x="505457" y="802253"/>
                    <a:pt x="491189" y="818220"/>
                  </a:cubicBezTo>
                  <a:cubicBezTo>
                    <a:pt x="482866" y="827392"/>
                    <a:pt x="472334" y="835545"/>
                    <a:pt x="458406" y="835885"/>
                  </a:cubicBezTo>
                  <a:cubicBezTo>
                    <a:pt x="440571" y="836395"/>
                    <a:pt x="425114" y="844038"/>
                    <a:pt x="411015" y="853720"/>
                  </a:cubicBezTo>
                  <a:cubicBezTo>
                    <a:pt x="404391" y="858307"/>
                    <a:pt x="400654" y="861024"/>
                    <a:pt x="394199" y="854400"/>
                  </a:cubicBezTo>
                  <a:cubicBezTo>
                    <a:pt x="388424" y="848625"/>
                    <a:pt x="379761" y="850153"/>
                    <a:pt x="375345" y="856948"/>
                  </a:cubicBezTo>
                  <a:cubicBezTo>
                    <a:pt x="372967" y="860854"/>
                    <a:pt x="370249" y="861874"/>
                    <a:pt x="367361" y="858646"/>
                  </a:cubicBezTo>
                  <a:cubicBezTo>
                    <a:pt x="362945" y="853550"/>
                    <a:pt x="359208" y="855759"/>
                    <a:pt x="355471" y="859156"/>
                  </a:cubicBezTo>
                  <a:cubicBezTo>
                    <a:pt x="352414" y="861704"/>
                    <a:pt x="349526" y="864421"/>
                    <a:pt x="346469" y="866800"/>
                  </a:cubicBezTo>
                  <a:cubicBezTo>
                    <a:pt x="337806" y="873934"/>
                    <a:pt x="329143" y="882427"/>
                    <a:pt x="318102" y="884125"/>
                  </a:cubicBezTo>
                  <a:cubicBezTo>
                    <a:pt x="303664" y="886333"/>
                    <a:pt x="289566" y="890240"/>
                    <a:pt x="274788" y="891259"/>
                  </a:cubicBezTo>
                  <a:cubicBezTo>
                    <a:pt x="256444" y="892618"/>
                    <a:pt x="237929" y="891599"/>
                    <a:pt x="219754" y="894487"/>
                  </a:cubicBezTo>
                  <a:cubicBezTo>
                    <a:pt x="214998" y="895166"/>
                    <a:pt x="213469" y="893128"/>
                    <a:pt x="211771" y="889391"/>
                  </a:cubicBezTo>
                  <a:cubicBezTo>
                    <a:pt x="203617" y="870706"/>
                    <a:pt x="195124" y="852192"/>
                    <a:pt x="186801" y="833677"/>
                  </a:cubicBezTo>
                  <a:cubicBezTo>
                    <a:pt x="153509" y="759449"/>
                    <a:pt x="120047" y="685220"/>
                    <a:pt x="87094" y="610992"/>
                  </a:cubicBezTo>
                  <a:cubicBezTo>
                    <a:pt x="84207" y="604707"/>
                    <a:pt x="81998" y="604367"/>
                    <a:pt x="76393" y="607255"/>
                  </a:cubicBezTo>
                  <a:cubicBezTo>
                    <a:pt x="52783" y="619485"/>
                    <a:pt x="29172" y="631545"/>
                    <a:pt x="5222" y="643095"/>
                  </a:cubicBezTo>
                  <a:cubicBezTo>
                    <a:pt x="-1063" y="646153"/>
                    <a:pt x="-893" y="648701"/>
                    <a:pt x="1655" y="654306"/>
                  </a:cubicBezTo>
                  <a:cubicBezTo>
                    <a:pt x="13036" y="678596"/>
                    <a:pt x="23907" y="703225"/>
                    <a:pt x="35117" y="727515"/>
                  </a:cubicBezTo>
                  <a:cubicBezTo>
                    <a:pt x="71807" y="807689"/>
                    <a:pt x="107477" y="888202"/>
                    <a:pt x="141789" y="969394"/>
                  </a:cubicBezTo>
                  <a:cubicBezTo>
                    <a:pt x="145696" y="978567"/>
                    <a:pt x="147904" y="986890"/>
                    <a:pt x="138561" y="994194"/>
                  </a:cubicBezTo>
                  <a:cubicBezTo>
                    <a:pt x="136863" y="995553"/>
                    <a:pt x="135674" y="997931"/>
                    <a:pt x="135334" y="999969"/>
                  </a:cubicBezTo>
                  <a:cubicBezTo>
                    <a:pt x="133975" y="1006254"/>
                    <a:pt x="129729" y="1009991"/>
                    <a:pt x="125143" y="1013897"/>
                  </a:cubicBezTo>
                  <a:cubicBezTo>
                    <a:pt x="107138" y="1029524"/>
                    <a:pt x="94568" y="1047529"/>
                    <a:pt x="96436" y="1073178"/>
                  </a:cubicBezTo>
                  <a:cubicBezTo>
                    <a:pt x="97456" y="1088466"/>
                    <a:pt x="96776" y="1103753"/>
                    <a:pt x="96946" y="1119040"/>
                  </a:cubicBezTo>
                  <a:cubicBezTo>
                    <a:pt x="96946" y="1122437"/>
                    <a:pt x="97286" y="1125835"/>
                    <a:pt x="98305" y="1129062"/>
                  </a:cubicBezTo>
                  <a:cubicBezTo>
                    <a:pt x="102381" y="1142141"/>
                    <a:pt x="104760" y="1155390"/>
                    <a:pt x="105779" y="1168979"/>
                  </a:cubicBezTo>
                  <a:cubicBezTo>
                    <a:pt x="108157" y="1200063"/>
                    <a:pt x="112063" y="1230977"/>
                    <a:pt x="120726" y="1260872"/>
                  </a:cubicBezTo>
                  <a:cubicBezTo>
                    <a:pt x="132277" y="1300959"/>
                    <a:pt x="144676" y="1340876"/>
                    <a:pt x="157076" y="1380793"/>
                  </a:cubicBezTo>
                  <a:cubicBezTo>
                    <a:pt x="163021" y="1399987"/>
                    <a:pt x="167268" y="1419521"/>
                    <a:pt x="171514" y="1439224"/>
                  </a:cubicBezTo>
                  <a:cubicBezTo>
                    <a:pt x="176610" y="1461985"/>
                    <a:pt x="176270" y="1483727"/>
                    <a:pt x="162512" y="1504110"/>
                  </a:cubicBezTo>
                  <a:cubicBezTo>
                    <a:pt x="154019" y="1516680"/>
                    <a:pt x="147394" y="1530609"/>
                    <a:pt x="140430" y="1544197"/>
                  </a:cubicBezTo>
                  <a:cubicBezTo>
                    <a:pt x="136693" y="1551501"/>
                    <a:pt x="131597" y="1556257"/>
                    <a:pt x="123274" y="1557786"/>
                  </a:cubicBezTo>
                  <a:cubicBezTo>
                    <a:pt x="113592" y="1559485"/>
                    <a:pt x="103910" y="1561693"/>
                    <a:pt x="94228" y="1563731"/>
                  </a:cubicBezTo>
                  <a:cubicBezTo>
                    <a:pt x="90661" y="1564580"/>
                    <a:pt x="87604" y="1565599"/>
                    <a:pt x="85226" y="1569167"/>
                  </a:cubicBezTo>
                  <a:cubicBezTo>
                    <a:pt x="78092" y="1579698"/>
                    <a:pt x="70108" y="1589550"/>
                    <a:pt x="59917" y="1597533"/>
                  </a:cubicBezTo>
                  <a:cubicBezTo>
                    <a:pt x="47007" y="1607724"/>
                    <a:pt x="44120" y="1620974"/>
                    <a:pt x="47347" y="1636940"/>
                  </a:cubicBezTo>
                  <a:cubicBezTo>
                    <a:pt x="51424" y="1656984"/>
                    <a:pt x="66202" y="1666156"/>
                    <a:pt x="82848" y="1670233"/>
                  </a:cubicBezTo>
                  <a:cubicBezTo>
                    <a:pt x="110874" y="1677197"/>
                    <a:pt x="139750" y="1680764"/>
                    <a:pt x="168626" y="1675668"/>
                  </a:cubicBezTo>
                  <a:cubicBezTo>
                    <a:pt x="197333" y="1670572"/>
                    <a:pt x="219754" y="1658003"/>
                    <a:pt x="225699" y="1626239"/>
                  </a:cubicBezTo>
                  <a:cubicBezTo>
                    <a:pt x="227398" y="1616897"/>
                    <a:pt x="233343" y="1609763"/>
                    <a:pt x="241496" y="1605007"/>
                  </a:cubicBezTo>
                  <a:cubicBezTo>
                    <a:pt x="251687" y="1599062"/>
                    <a:pt x="262389" y="1593626"/>
                    <a:pt x="272750" y="1588021"/>
                  </a:cubicBezTo>
                  <a:cubicBezTo>
                    <a:pt x="280733" y="1583774"/>
                    <a:pt x="282092" y="1584284"/>
                    <a:pt x="282092" y="1593966"/>
                  </a:cubicBezTo>
                  <a:cubicBezTo>
                    <a:pt x="282262" y="1610272"/>
                    <a:pt x="283621" y="1626749"/>
                    <a:pt x="279884" y="1643055"/>
                  </a:cubicBezTo>
                  <a:cubicBezTo>
                    <a:pt x="278355" y="1649340"/>
                    <a:pt x="284300" y="1652397"/>
                    <a:pt x="287698" y="1653417"/>
                  </a:cubicBezTo>
                  <a:cubicBezTo>
                    <a:pt x="292114" y="1654606"/>
                    <a:pt x="290925" y="1648830"/>
                    <a:pt x="291095" y="1645943"/>
                  </a:cubicBezTo>
                  <a:cubicBezTo>
                    <a:pt x="291944" y="1632184"/>
                    <a:pt x="292284" y="1618256"/>
                    <a:pt x="292963" y="1604327"/>
                  </a:cubicBezTo>
                  <a:cubicBezTo>
                    <a:pt x="293473" y="1595834"/>
                    <a:pt x="293813" y="1587511"/>
                    <a:pt x="295681" y="1579188"/>
                  </a:cubicBezTo>
                  <a:cubicBezTo>
                    <a:pt x="298229" y="1567638"/>
                    <a:pt x="305363" y="1558805"/>
                    <a:pt x="311648" y="1549633"/>
                  </a:cubicBezTo>
                  <a:cubicBezTo>
                    <a:pt x="318612" y="1539441"/>
                    <a:pt x="322349" y="1529250"/>
                    <a:pt x="316234" y="1517190"/>
                  </a:cubicBezTo>
                  <a:cubicBezTo>
                    <a:pt x="314535" y="1513962"/>
                    <a:pt x="315045" y="1510395"/>
                    <a:pt x="316743" y="1507338"/>
                  </a:cubicBezTo>
                  <a:cubicBezTo>
                    <a:pt x="323028" y="1495618"/>
                    <a:pt x="319631" y="1484916"/>
                    <a:pt x="313686" y="1474385"/>
                  </a:cubicBezTo>
                  <a:cubicBezTo>
                    <a:pt x="308760" y="1465553"/>
                    <a:pt x="300947" y="1459268"/>
                    <a:pt x="294662" y="1451794"/>
                  </a:cubicBezTo>
                  <a:cubicBezTo>
                    <a:pt x="290755" y="1447378"/>
                    <a:pt x="287528" y="1444490"/>
                    <a:pt x="281073" y="1446189"/>
                  </a:cubicBezTo>
                  <a:cubicBezTo>
                    <a:pt x="276317" y="1447378"/>
                    <a:pt x="272920" y="1444830"/>
                    <a:pt x="272071" y="1439734"/>
                  </a:cubicBezTo>
                  <a:cubicBezTo>
                    <a:pt x="271391" y="1436167"/>
                    <a:pt x="270882" y="1432430"/>
                    <a:pt x="270542" y="1428863"/>
                  </a:cubicBezTo>
                  <a:cubicBezTo>
                    <a:pt x="266975" y="1386738"/>
                    <a:pt x="275298" y="1345292"/>
                    <a:pt x="278355" y="1303677"/>
                  </a:cubicBezTo>
                  <a:cubicBezTo>
                    <a:pt x="280564" y="1273272"/>
                    <a:pt x="285829" y="1243037"/>
                    <a:pt x="285659" y="1212293"/>
                  </a:cubicBezTo>
                  <a:cubicBezTo>
                    <a:pt x="285659" y="1202101"/>
                    <a:pt x="285150" y="1191230"/>
                    <a:pt x="280564" y="1182398"/>
                  </a:cubicBezTo>
                  <a:cubicBezTo>
                    <a:pt x="274958" y="1171527"/>
                    <a:pt x="273769" y="1159806"/>
                    <a:pt x="269862" y="1148596"/>
                  </a:cubicBezTo>
                  <a:cubicBezTo>
                    <a:pt x="267315" y="1141292"/>
                    <a:pt x="270372" y="1137725"/>
                    <a:pt x="278016" y="1137725"/>
                  </a:cubicBezTo>
                  <a:cubicBezTo>
                    <a:pt x="289906" y="1137555"/>
                    <a:pt x="301796" y="1138404"/>
                    <a:pt x="313686" y="1138234"/>
                  </a:cubicBezTo>
                  <a:cubicBezTo>
                    <a:pt x="321160" y="1138064"/>
                    <a:pt x="324217" y="1140952"/>
                    <a:pt x="323708" y="1148596"/>
                  </a:cubicBezTo>
                  <a:cubicBezTo>
                    <a:pt x="323198" y="1159636"/>
                    <a:pt x="328803" y="1167280"/>
                    <a:pt x="337296" y="1174414"/>
                  </a:cubicBezTo>
                  <a:cubicBezTo>
                    <a:pt x="351055" y="1185625"/>
                    <a:pt x="368041" y="1187154"/>
                    <a:pt x="383668" y="1187663"/>
                  </a:cubicBezTo>
                  <a:cubicBezTo>
                    <a:pt x="424944" y="1189362"/>
                    <a:pt x="466049" y="1193269"/>
                    <a:pt x="507325" y="1194797"/>
                  </a:cubicBezTo>
                  <a:cubicBezTo>
                    <a:pt x="514120" y="1194967"/>
                    <a:pt x="517007" y="1197345"/>
                    <a:pt x="517007" y="1204309"/>
                  </a:cubicBezTo>
                  <a:cubicBezTo>
                    <a:pt x="516837" y="1234884"/>
                    <a:pt x="513100" y="1265289"/>
                    <a:pt x="509194" y="1295524"/>
                  </a:cubicBezTo>
                  <a:cubicBezTo>
                    <a:pt x="504947" y="1328986"/>
                    <a:pt x="502229" y="1362448"/>
                    <a:pt x="499851" y="1395910"/>
                  </a:cubicBezTo>
                  <a:cubicBezTo>
                    <a:pt x="499512" y="1401176"/>
                    <a:pt x="501210" y="1403724"/>
                    <a:pt x="506816" y="1404064"/>
                  </a:cubicBezTo>
                  <a:cubicBezTo>
                    <a:pt x="535522" y="1405592"/>
                    <a:pt x="564228" y="1410688"/>
                    <a:pt x="593104" y="1408140"/>
                  </a:cubicBezTo>
                  <a:cubicBezTo>
                    <a:pt x="597520" y="1407801"/>
                    <a:pt x="602107" y="1407970"/>
                    <a:pt x="606693" y="1407970"/>
                  </a:cubicBezTo>
                  <a:cubicBezTo>
                    <a:pt x="612128" y="1407970"/>
                    <a:pt x="615016" y="1410348"/>
                    <a:pt x="615016" y="1416293"/>
                  </a:cubicBezTo>
                  <a:cubicBezTo>
                    <a:pt x="614676" y="1439564"/>
                    <a:pt x="614506" y="1462665"/>
                    <a:pt x="614167" y="1485936"/>
                  </a:cubicBezTo>
                  <a:cubicBezTo>
                    <a:pt x="614167" y="1488484"/>
                    <a:pt x="614336" y="1491201"/>
                    <a:pt x="610430" y="1490861"/>
                  </a:cubicBezTo>
                  <a:cubicBezTo>
                    <a:pt x="593953" y="1489672"/>
                    <a:pt x="577137" y="1491541"/>
                    <a:pt x="560831" y="1486105"/>
                  </a:cubicBezTo>
                  <a:cubicBezTo>
                    <a:pt x="524991" y="1474046"/>
                    <a:pt x="488980" y="1462325"/>
                    <a:pt x="452801" y="1450945"/>
                  </a:cubicBezTo>
                  <a:cubicBezTo>
                    <a:pt x="438363" y="1446358"/>
                    <a:pt x="436154" y="1447717"/>
                    <a:pt x="429870" y="1458928"/>
                  </a:cubicBezTo>
                  <a:cubicBezTo>
                    <a:pt x="428341" y="1461646"/>
                    <a:pt x="428341" y="1464194"/>
                    <a:pt x="428341" y="1467081"/>
                  </a:cubicBezTo>
                  <a:cubicBezTo>
                    <a:pt x="428341" y="1479821"/>
                    <a:pt x="428511" y="1492560"/>
                    <a:pt x="428171" y="1505300"/>
                  </a:cubicBezTo>
                  <a:cubicBezTo>
                    <a:pt x="428001" y="1512264"/>
                    <a:pt x="428341" y="1518718"/>
                    <a:pt x="434626" y="1523474"/>
                  </a:cubicBezTo>
                  <a:cubicBezTo>
                    <a:pt x="437004" y="1525343"/>
                    <a:pt x="439042" y="1528570"/>
                    <a:pt x="438193" y="1531628"/>
                  </a:cubicBezTo>
                  <a:cubicBezTo>
                    <a:pt x="435645" y="1541479"/>
                    <a:pt x="440571" y="1547085"/>
                    <a:pt x="448214" y="1551671"/>
                  </a:cubicBezTo>
                  <a:cubicBezTo>
                    <a:pt x="450592" y="1553030"/>
                    <a:pt x="451951" y="1555238"/>
                    <a:pt x="451611" y="1557956"/>
                  </a:cubicBezTo>
                  <a:cubicBezTo>
                    <a:pt x="451272" y="1560843"/>
                    <a:pt x="448554" y="1560843"/>
                    <a:pt x="446346" y="1561523"/>
                  </a:cubicBezTo>
                  <a:cubicBezTo>
                    <a:pt x="414582" y="1569846"/>
                    <a:pt x="382988" y="1578679"/>
                    <a:pt x="350715" y="1584454"/>
                  </a:cubicBezTo>
                  <a:cubicBezTo>
                    <a:pt x="336277" y="1587002"/>
                    <a:pt x="327954" y="1598722"/>
                    <a:pt x="327954" y="1610782"/>
                  </a:cubicBezTo>
                  <a:cubicBezTo>
                    <a:pt x="327954" y="1623861"/>
                    <a:pt x="327784" y="1636770"/>
                    <a:pt x="327954" y="1649850"/>
                  </a:cubicBezTo>
                  <a:cubicBezTo>
                    <a:pt x="327954" y="1656984"/>
                    <a:pt x="330332" y="1662929"/>
                    <a:pt x="335428" y="1668194"/>
                  </a:cubicBezTo>
                  <a:cubicBezTo>
                    <a:pt x="340863" y="1673800"/>
                    <a:pt x="346639" y="1679575"/>
                    <a:pt x="346809" y="1688407"/>
                  </a:cubicBezTo>
                  <a:cubicBezTo>
                    <a:pt x="346809" y="1691125"/>
                    <a:pt x="349866" y="1692314"/>
                    <a:pt x="351904" y="1693673"/>
                  </a:cubicBezTo>
                  <a:cubicBezTo>
                    <a:pt x="363285" y="1701317"/>
                    <a:pt x="383498" y="1698259"/>
                    <a:pt x="395558" y="1687219"/>
                  </a:cubicBezTo>
                  <a:cubicBezTo>
                    <a:pt x="405919" y="1677706"/>
                    <a:pt x="408637" y="1664627"/>
                    <a:pt x="410166" y="1651888"/>
                  </a:cubicBezTo>
                  <a:cubicBezTo>
                    <a:pt x="411015" y="1643905"/>
                    <a:pt x="405070" y="1637450"/>
                    <a:pt x="398615" y="1632354"/>
                  </a:cubicBezTo>
                  <a:cubicBezTo>
                    <a:pt x="395728" y="1630146"/>
                    <a:pt x="394539" y="1626919"/>
                    <a:pt x="395388" y="1623182"/>
                  </a:cubicBezTo>
                  <a:cubicBezTo>
                    <a:pt x="396407" y="1619105"/>
                    <a:pt x="400314" y="1619785"/>
                    <a:pt x="403032" y="1619445"/>
                  </a:cubicBezTo>
                  <a:cubicBezTo>
                    <a:pt x="435645" y="1614349"/>
                    <a:pt x="468597" y="1611971"/>
                    <a:pt x="500701" y="1603478"/>
                  </a:cubicBezTo>
                  <a:cubicBezTo>
                    <a:pt x="522103" y="1597703"/>
                    <a:pt x="544694" y="1595665"/>
                    <a:pt x="566606" y="1591928"/>
                  </a:cubicBezTo>
                  <a:cubicBezTo>
                    <a:pt x="583082" y="1589210"/>
                    <a:pt x="599389" y="1584963"/>
                    <a:pt x="616205" y="1587341"/>
                  </a:cubicBezTo>
                  <a:cubicBezTo>
                    <a:pt x="626736" y="1588870"/>
                    <a:pt x="634719" y="1592947"/>
                    <a:pt x="638626" y="1604667"/>
                  </a:cubicBezTo>
                  <a:cubicBezTo>
                    <a:pt x="647629" y="1630655"/>
                    <a:pt x="655952" y="1656984"/>
                    <a:pt x="663935" y="1683312"/>
                  </a:cubicBezTo>
                  <a:cubicBezTo>
                    <a:pt x="668861" y="1699448"/>
                    <a:pt x="672938" y="1715075"/>
                    <a:pt x="667502" y="1731891"/>
                  </a:cubicBezTo>
                  <a:cubicBezTo>
                    <a:pt x="664954" y="1739875"/>
                    <a:pt x="665124" y="1748707"/>
                    <a:pt x="665634" y="1757200"/>
                  </a:cubicBezTo>
                  <a:cubicBezTo>
                    <a:pt x="666993" y="1780471"/>
                    <a:pt x="688735" y="1802043"/>
                    <a:pt x="712345" y="1803402"/>
                  </a:cubicBezTo>
                  <a:cubicBezTo>
                    <a:pt x="734257" y="1804591"/>
                    <a:pt x="759905" y="1784378"/>
                    <a:pt x="763642" y="1762976"/>
                  </a:cubicBezTo>
                  <a:cubicBezTo>
                    <a:pt x="765001" y="1755842"/>
                    <a:pt x="763642" y="1748877"/>
                    <a:pt x="760415" y="1742423"/>
                  </a:cubicBezTo>
                  <a:cubicBezTo>
                    <a:pt x="753791" y="1728664"/>
                    <a:pt x="742580" y="1719152"/>
                    <a:pt x="730860" y="1710319"/>
                  </a:cubicBezTo>
                  <a:cubicBezTo>
                    <a:pt x="728482" y="1708451"/>
                    <a:pt x="726783" y="1707092"/>
                    <a:pt x="725934" y="1704204"/>
                  </a:cubicBezTo>
                  <a:cubicBezTo>
                    <a:pt x="714553" y="1668024"/>
                    <a:pt x="702663" y="1632184"/>
                    <a:pt x="695189" y="1594985"/>
                  </a:cubicBezTo>
                  <a:cubicBezTo>
                    <a:pt x="692811" y="1583435"/>
                    <a:pt x="694000" y="1581906"/>
                    <a:pt x="705890" y="1581736"/>
                  </a:cubicBezTo>
                  <a:cubicBezTo>
                    <a:pt x="707929" y="1581736"/>
                    <a:pt x="709797" y="1582076"/>
                    <a:pt x="711835" y="1582246"/>
                  </a:cubicBezTo>
                  <a:cubicBezTo>
                    <a:pt x="735786" y="1584793"/>
                    <a:pt x="759566" y="1587681"/>
                    <a:pt x="783516" y="1589719"/>
                  </a:cubicBezTo>
                  <a:cubicBezTo>
                    <a:pt x="831756" y="1593626"/>
                    <a:pt x="879996" y="1596514"/>
                    <a:pt x="928236" y="1601270"/>
                  </a:cubicBezTo>
                  <a:cubicBezTo>
                    <a:pt x="948449" y="1603308"/>
                    <a:pt x="948449" y="1603138"/>
                    <a:pt x="942844" y="1623182"/>
                  </a:cubicBezTo>
                  <a:cubicBezTo>
                    <a:pt x="941315" y="1628617"/>
                    <a:pt x="939446" y="1634732"/>
                    <a:pt x="943353" y="1639488"/>
                  </a:cubicBezTo>
                  <a:cubicBezTo>
                    <a:pt x="947600" y="1644754"/>
                    <a:pt x="950148" y="1650529"/>
                    <a:pt x="951506" y="1656984"/>
                  </a:cubicBezTo>
                  <a:cubicBezTo>
                    <a:pt x="952356" y="1661060"/>
                    <a:pt x="954734" y="1662759"/>
                    <a:pt x="958980" y="1663778"/>
                  </a:cubicBezTo>
                  <a:cubicBezTo>
                    <a:pt x="969002" y="1665986"/>
                    <a:pt x="979193" y="1665816"/>
                    <a:pt x="989385" y="1666496"/>
                  </a:cubicBezTo>
                  <a:cubicBezTo>
                    <a:pt x="996179" y="1667005"/>
                    <a:pt x="999916" y="1664118"/>
                    <a:pt x="1002974" y="1659531"/>
                  </a:cubicBezTo>
                  <a:cubicBezTo>
                    <a:pt x="1012656" y="1645263"/>
                    <a:pt x="1014015" y="1629297"/>
                    <a:pt x="1010278" y="1613160"/>
                  </a:cubicBezTo>
                  <a:close/>
                  <a:moveTo>
                    <a:pt x="893245" y="959203"/>
                  </a:moveTo>
                  <a:cubicBezTo>
                    <a:pt x="900379" y="964808"/>
                    <a:pt x="906154" y="960732"/>
                    <a:pt x="911929" y="957674"/>
                  </a:cubicBezTo>
                  <a:cubicBezTo>
                    <a:pt x="921611" y="952748"/>
                    <a:pt x="921611" y="952578"/>
                    <a:pt x="923310" y="963110"/>
                  </a:cubicBezTo>
                  <a:cubicBezTo>
                    <a:pt x="929425" y="999459"/>
                    <a:pt x="935540" y="1035639"/>
                    <a:pt x="941655" y="1071989"/>
                  </a:cubicBezTo>
                  <a:cubicBezTo>
                    <a:pt x="942504" y="1076745"/>
                    <a:pt x="942674" y="1081501"/>
                    <a:pt x="943183" y="1086257"/>
                  </a:cubicBezTo>
                  <a:cubicBezTo>
                    <a:pt x="943013" y="1086257"/>
                    <a:pt x="942844" y="1086257"/>
                    <a:pt x="942504" y="1086257"/>
                  </a:cubicBezTo>
                  <a:cubicBezTo>
                    <a:pt x="942504" y="1090164"/>
                    <a:pt x="942674" y="1094241"/>
                    <a:pt x="942504" y="1098147"/>
                  </a:cubicBezTo>
                  <a:cubicBezTo>
                    <a:pt x="942334" y="1100865"/>
                    <a:pt x="940805" y="1103073"/>
                    <a:pt x="937748" y="1103073"/>
                  </a:cubicBezTo>
                  <a:cubicBezTo>
                    <a:pt x="934690" y="1103243"/>
                    <a:pt x="933501" y="1101205"/>
                    <a:pt x="932822" y="1098317"/>
                  </a:cubicBezTo>
                  <a:cubicBezTo>
                    <a:pt x="928066" y="1076066"/>
                    <a:pt x="919573" y="1054833"/>
                    <a:pt x="912269" y="1033261"/>
                  </a:cubicBezTo>
                  <a:cubicBezTo>
                    <a:pt x="905645" y="1013897"/>
                    <a:pt x="897152" y="995213"/>
                    <a:pt x="893245" y="974830"/>
                  </a:cubicBezTo>
                  <a:cubicBezTo>
                    <a:pt x="892565" y="970753"/>
                    <a:pt x="888828" y="967526"/>
                    <a:pt x="888998" y="962940"/>
                  </a:cubicBezTo>
                  <a:cubicBezTo>
                    <a:pt x="888998" y="960562"/>
                    <a:pt x="889508" y="956145"/>
                    <a:pt x="893245" y="959203"/>
                  </a:cubicBezTo>
                  <a:close/>
                </a:path>
              </a:pathLst>
            </a:custGeom>
            <a:grpFill/>
            <a:ln w="1698" cap="flat">
              <a:noFill/>
              <a:prstDash val="solid"/>
              <a:miter/>
            </a:ln>
          </p:spPr>
          <p:txBody>
            <a:bodyPr rtlCol="0" anchor="ctr"/>
            <a:lstStyle/>
            <a:p>
              <a:endParaRPr lang="en-US" dirty="0"/>
            </a:p>
          </p:txBody>
        </p:sp>
      </p:grpSp>
      <p:sp>
        <p:nvSpPr>
          <p:cNvPr id="6" name="TextBox 5">
            <a:extLst>
              <a:ext uri="{FF2B5EF4-FFF2-40B4-BE49-F238E27FC236}">
                <a16:creationId xmlns:a16="http://schemas.microsoft.com/office/drawing/2014/main" id="{7404728D-A704-43B8-ADD8-E17F45397AE8}"/>
              </a:ext>
            </a:extLst>
          </p:cNvPr>
          <p:cNvSpPr txBox="1"/>
          <p:nvPr/>
        </p:nvSpPr>
        <p:spPr>
          <a:xfrm>
            <a:off x="12242372" y="3844104"/>
            <a:ext cx="1585293" cy="461665"/>
          </a:xfrm>
          <a:prstGeom prst="rect">
            <a:avLst/>
          </a:prstGeom>
          <a:noFill/>
        </p:spPr>
        <p:txBody>
          <a:bodyPr wrap="square" rtlCol="0" anchor="ctr">
            <a:spAutoFit/>
          </a:bodyPr>
          <a:lstStyle/>
          <a:p>
            <a:r>
              <a:rPr lang="en-US" altLang="ko-KR" sz="2400" b="1" dirty="0">
                <a:solidFill>
                  <a:schemeClr val="bg1"/>
                </a:solidFill>
                <a:cs typeface="Arial" pitchFamily="34" charset="0"/>
              </a:rPr>
              <a:t>Females</a:t>
            </a:r>
          </a:p>
        </p:txBody>
      </p:sp>
      <p:sp>
        <p:nvSpPr>
          <p:cNvPr id="7" name="TextBox 6">
            <a:extLst>
              <a:ext uri="{FF2B5EF4-FFF2-40B4-BE49-F238E27FC236}">
                <a16:creationId xmlns:a16="http://schemas.microsoft.com/office/drawing/2014/main" id="{F7D9DFAD-10C0-4FE1-8B9D-E303E99E89A1}"/>
              </a:ext>
            </a:extLst>
          </p:cNvPr>
          <p:cNvSpPr txBox="1"/>
          <p:nvPr/>
        </p:nvSpPr>
        <p:spPr>
          <a:xfrm>
            <a:off x="3426785" y="2847544"/>
            <a:ext cx="1432798" cy="707886"/>
          </a:xfrm>
          <a:prstGeom prst="rect">
            <a:avLst/>
          </a:prstGeom>
          <a:noFill/>
        </p:spPr>
        <p:txBody>
          <a:bodyPr wrap="square" rtlCol="0" anchor="ctr">
            <a:spAutoFit/>
          </a:bodyPr>
          <a:lstStyle/>
          <a:p>
            <a:pPr algn="ctr"/>
            <a:r>
              <a:rPr lang="en-US" altLang="ko-KR" sz="2000" dirty="0">
                <a:solidFill>
                  <a:schemeClr val="accent1"/>
                </a:solidFill>
                <a:cs typeface="Arial" pitchFamily="34" charset="0"/>
              </a:rPr>
              <a:t>19-25</a:t>
            </a:r>
          </a:p>
          <a:p>
            <a:r>
              <a:rPr lang="en-US" altLang="ko-KR" sz="2000" dirty="0">
                <a:solidFill>
                  <a:schemeClr val="accent1"/>
                </a:solidFill>
                <a:cs typeface="Arial" pitchFamily="34" charset="0"/>
              </a:rPr>
              <a:t>Age Group</a:t>
            </a:r>
          </a:p>
        </p:txBody>
      </p:sp>
      <p:grpSp>
        <p:nvGrpSpPr>
          <p:cNvPr id="10" name="Group 9">
            <a:extLst>
              <a:ext uri="{FF2B5EF4-FFF2-40B4-BE49-F238E27FC236}">
                <a16:creationId xmlns:a16="http://schemas.microsoft.com/office/drawing/2014/main" id="{73B3A7F0-3602-4525-8020-F8176790C739}"/>
              </a:ext>
            </a:extLst>
          </p:cNvPr>
          <p:cNvGrpSpPr/>
          <p:nvPr/>
        </p:nvGrpSpPr>
        <p:grpSpPr>
          <a:xfrm>
            <a:off x="13036411" y="3154650"/>
            <a:ext cx="4029753" cy="2373834"/>
            <a:chOff x="6505386" y="1711996"/>
            <a:chExt cx="2564295" cy="2373834"/>
          </a:xfrm>
        </p:grpSpPr>
        <p:sp>
          <p:nvSpPr>
            <p:cNvPr id="11" name="TextBox 10">
              <a:extLst>
                <a:ext uri="{FF2B5EF4-FFF2-40B4-BE49-F238E27FC236}">
                  <a16:creationId xmlns:a16="http://schemas.microsoft.com/office/drawing/2014/main" id="{F1DF0554-A73E-4E04-A557-BB550CECDC00}"/>
                </a:ext>
              </a:extLst>
            </p:cNvPr>
            <p:cNvSpPr txBox="1"/>
            <p:nvPr/>
          </p:nvSpPr>
          <p:spPr>
            <a:xfrm>
              <a:off x="7122479" y="1711996"/>
              <a:ext cx="1947202" cy="507831"/>
            </a:xfrm>
            <a:prstGeom prst="rect">
              <a:avLst/>
            </a:prstGeom>
            <a:noFill/>
          </p:spPr>
          <p:txBody>
            <a:bodyPr wrap="square" rtlCol="0" anchor="ctr">
              <a:spAutoFit/>
            </a:bodyPr>
            <a:lstStyle/>
            <a:p>
              <a:r>
                <a:rPr lang="en-US" altLang="ko-KR" sz="2700" b="1" dirty="0">
                  <a:solidFill>
                    <a:schemeClr val="accent2"/>
                  </a:solidFill>
                  <a:cs typeface="Arial" pitchFamily="34" charset="0"/>
                </a:rPr>
                <a:t>Gender</a:t>
              </a:r>
              <a:endParaRPr lang="ko-KR" altLang="en-US" sz="2700" b="1" dirty="0">
                <a:solidFill>
                  <a:schemeClr val="accent2"/>
                </a:solidFill>
                <a:cs typeface="Arial" pitchFamily="34" charset="0"/>
              </a:endParaRPr>
            </a:p>
          </p:txBody>
        </p:sp>
        <p:sp>
          <p:nvSpPr>
            <p:cNvPr id="12" name="TextBox 11">
              <a:extLst>
                <a:ext uri="{FF2B5EF4-FFF2-40B4-BE49-F238E27FC236}">
                  <a16:creationId xmlns:a16="http://schemas.microsoft.com/office/drawing/2014/main" id="{1FCAC7AC-6DAB-469B-B401-3158200D6AA2}"/>
                </a:ext>
              </a:extLst>
            </p:cNvPr>
            <p:cNvSpPr txBox="1"/>
            <p:nvPr/>
          </p:nvSpPr>
          <p:spPr>
            <a:xfrm>
              <a:off x="6505386" y="3624165"/>
              <a:ext cx="657596" cy="461665"/>
            </a:xfrm>
            <a:prstGeom prst="rect">
              <a:avLst/>
            </a:prstGeom>
            <a:noFill/>
          </p:spPr>
          <p:txBody>
            <a:bodyPr wrap="square" rtlCol="0">
              <a:spAutoFit/>
            </a:bodyPr>
            <a:lstStyle/>
            <a:p>
              <a:r>
                <a:rPr lang="en-US" altLang="ko-KR" sz="2400" b="1" dirty="0">
                  <a:solidFill>
                    <a:schemeClr val="bg1"/>
                  </a:solidFill>
                  <a:cs typeface="Arial" pitchFamily="34" charset="0"/>
                </a:rPr>
                <a:t>Males</a:t>
              </a:r>
            </a:p>
          </p:txBody>
        </p:sp>
      </p:grpSp>
      <p:grpSp>
        <p:nvGrpSpPr>
          <p:cNvPr id="13" name="Group 12">
            <a:extLst>
              <a:ext uri="{FF2B5EF4-FFF2-40B4-BE49-F238E27FC236}">
                <a16:creationId xmlns:a16="http://schemas.microsoft.com/office/drawing/2014/main" id="{A88D2294-E182-43CA-B569-511A0655DF58}"/>
              </a:ext>
            </a:extLst>
          </p:cNvPr>
          <p:cNvGrpSpPr/>
          <p:nvPr/>
        </p:nvGrpSpPr>
        <p:grpSpPr>
          <a:xfrm>
            <a:off x="-947068" y="2489645"/>
            <a:ext cx="5658945" cy="1620486"/>
            <a:chOff x="5687860" y="3072416"/>
            <a:chExt cx="3601017" cy="1620486"/>
          </a:xfrm>
        </p:grpSpPr>
        <p:sp>
          <p:nvSpPr>
            <p:cNvPr id="14" name="TextBox 13">
              <a:extLst>
                <a:ext uri="{FF2B5EF4-FFF2-40B4-BE49-F238E27FC236}">
                  <a16:creationId xmlns:a16="http://schemas.microsoft.com/office/drawing/2014/main" id="{7EB729D8-28D9-4ADC-9810-E076E517B813}"/>
                </a:ext>
              </a:extLst>
            </p:cNvPr>
            <p:cNvSpPr txBox="1"/>
            <p:nvPr/>
          </p:nvSpPr>
          <p:spPr>
            <a:xfrm>
              <a:off x="5687860" y="4185071"/>
              <a:ext cx="1947202" cy="507831"/>
            </a:xfrm>
            <a:prstGeom prst="rect">
              <a:avLst/>
            </a:prstGeom>
            <a:noFill/>
          </p:spPr>
          <p:txBody>
            <a:bodyPr wrap="square" rtlCol="0" anchor="ctr">
              <a:spAutoFit/>
            </a:bodyPr>
            <a:lstStyle/>
            <a:p>
              <a:pPr algn="r"/>
              <a:r>
                <a:rPr lang="en-US" altLang="ko-KR" sz="2700" b="1" dirty="0">
                  <a:solidFill>
                    <a:schemeClr val="accent1"/>
                  </a:solidFill>
                  <a:cs typeface="Arial" pitchFamily="34" charset="0"/>
                </a:rPr>
                <a:t>Age Range  </a:t>
              </a:r>
              <a:endParaRPr lang="ko-KR" altLang="en-US" sz="2700" b="1" dirty="0">
                <a:solidFill>
                  <a:schemeClr val="accent1"/>
                </a:solidFill>
                <a:cs typeface="Arial" pitchFamily="34" charset="0"/>
              </a:endParaRPr>
            </a:p>
          </p:txBody>
        </p:sp>
        <p:sp>
          <p:nvSpPr>
            <p:cNvPr id="15" name="TextBox 14">
              <a:extLst>
                <a:ext uri="{FF2B5EF4-FFF2-40B4-BE49-F238E27FC236}">
                  <a16:creationId xmlns:a16="http://schemas.microsoft.com/office/drawing/2014/main" id="{097265F2-84E2-4CAB-BDFE-A76034518045}"/>
                </a:ext>
              </a:extLst>
            </p:cNvPr>
            <p:cNvSpPr txBox="1"/>
            <p:nvPr/>
          </p:nvSpPr>
          <p:spPr>
            <a:xfrm>
              <a:off x="7341675" y="3072416"/>
              <a:ext cx="1947202" cy="461665"/>
            </a:xfrm>
            <a:prstGeom prst="rect">
              <a:avLst/>
            </a:prstGeom>
            <a:noFill/>
          </p:spPr>
          <p:txBody>
            <a:bodyPr wrap="square" rtlCol="0">
              <a:spAutoFit/>
            </a:bodyPr>
            <a:lstStyle/>
            <a:p>
              <a:pPr algn="r"/>
              <a:r>
                <a:rPr lang="en-US" altLang="ko-KR" sz="2400" b="1" dirty="0">
                  <a:solidFill>
                    <a:schemeClr val="bg1"/>
                  </a:solidFill>
                  <a:cs typeface="Arial" pitchFamily="34" charset="0"/>
                </a:rPr>
                <a:t>Gen Z</a:t>
              </a:r>
            </a:p>
          </p:txBody>
        </p:sp>
      </p:grpSp>
      <p:sp>
        <p:nvSpPr>
          <p:cNvPr id="16" name="L-Shape 15">
            <a:extLst>
              <a:ext uri="{FF2B5EF4-FFF2-40B4-BE49-F238E27FC236}">
                <a16:creationId xmlns:a16="http://schemas.microsoft.com/office/drawing/2014/main" id="{E94FE4E2-2511-4A34-AD7A-B2F5C89AAACD}"/>
              </a:ext>
            </a:extLst>
          </p:cNvPr>
          <p:cNvSpPr/>
          <p:nvPr/>
        </p:nvSpPr>
        <p:spPr>
          <a:xfrm rot="2700000">
            <a:off x="7952271" y="7434800"/>
            <a:ext cx="375843" cy="375843"/>
          </a:xfrm>
          <a:prstGeom prst="corner">
            <a:avLst>
              <a:gd name="adj1" fmla="val 20835"/>
              <a:gd name="adj2" fmla="val 243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7" name="L-Shape 16">
            <a:extLst>
              <a:ext uri="{FF2B5EF4-FFF2-40B4-BE49-F238E27FC236}">
                <a16:creationId xmlns:a16="http://schemas.microsoft.com/office/drawing/2014/main" id="{14C0A9E1-5E23-472B-8059-55D59E5C17E9}"/>
              </a:ext>
            </a:extLst>
          </p:cNvPr>
          <p:cNvSpPr/>
          <p:nvPr/>
        </p:nvSpPr>
        <p:spPr>
          <a:xfrm rot="13500000">
            <a:off x="-579533" y="2824220"/>
            <a:ext cx="375843" cy="375843"/>
          </a:xfrm>
          <a:prstGeom prst="corner">
            <a:avLst>
              <a:gd name="adj1" fmla="val 20835"/>
              <a:gd name="adj2" fmla="val 243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20" name="Rounded Rectangle 5">
            <a:extLst>
              <a:ext uri="{FF2B5EF4-FFF2-40B4-BE49-F238E27FC236}">
                <a16:creationId xmlns:a16="http://schemas.microsoft.com/office/drawing/2014/main" id="{6A96F657-5E04-4A98-86D3-540F28D9095B}"/>
              </a:ext>
            </a:extLst>
          </p:cNvPr>
          <p:cNvSpPr/>
          <p:nvPr/>
        </p:nvSpPr>
        <p:spPr>
          <a:xfrm flipH="1">
            <a:off x="12669689" y="4905865"/>
            <a:ext cx="391682" cy="323114"/>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1" name="Teardrop 1">
            <a:extLst>
              <a:ext uri="{FF2B5EF4-FFF2-40B4-BE49-F238E27FC236}">
                <a16:creationId xmlns:a16="http://schemas.microsoft.com/office/drawing/2014/main" id="{E7383128-143C-4A29-A12A-9A034A2FFF82}"/>
              </a:ext>
            </a:extLst>
          </p:cNvPr>
          <p:cNvSpPr/>
          <p:nvPr/>
        </p:nvSpPr>
        <p:spPr>
          <a:xfrm rot="17679535">
            <a:off x="-1027208" y="1936817"/>
            <a:ext cx="376862" cy="372930"/>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23" name="Rectangle 36">
            <a:extLst>
              <a:ext uri="{FF2B5EF4-FFF2-40B4-BE49-F238E27FC236}">
                <a16:creationId xmlns:a16="http://schemas.microsoft.com/office/drawing/2014/main" id="{70121ED9-224D-4DC3-B465-181B750D04AD}"/>
              </a:ext>
            </a:extLst>
          </p:cNvPr>
          <p:cNvSpPr/>
          <p:nvPr/>
        </p:nvSpPr>
        <p:spPr>
          <a:xfrm rot="1074937">
            <a:off x="-800664" y="4959656"/>
            <a:ext cx="365319" cy="305377"/>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8" name="Donut 24">
            <a:extLst>
              <a:ext uri="{FF2B5EF4-FFF2-40B4-BE49-F238E27FC236}">
                <a16:creationId xmlns:a16="http://schemas.microsoft.com/office/drawing/2014/main" id="{7D530C9E-9CE5-09EB-1936-81EF31399857}"/>
              </a:ext>
            </a:extLst>
          </p:cNvPr>
          <p:cNvSpPr/>
          <p:nvPr/>
        </p:nvSpPr>
        <p:spPr>
          <a:xfrm>
            <a:off x="2015729" y="390281"/>
            <a:ext cx="918498" cy="883421"/>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19" name="Freeform: Shape 18">
            <a:extLst>
              <a:ext uri="{FF2B5EF4-FFF2-40B4-BE49-F238E27FC236}">
                <a16:creationId xmlns:a16="http://schemas.microsoft.com/office/drawing/2014/main" id="{AB0276E1-B7F1-74A8-8F73-F02556B99DFB}"/>
              </a:ext>
            </a:extLst>
          </p:cNvPr>
          <p:cNvSpPr/>
          <p:nvPr/>
        </p:nvSpPr>
        <p:spPr>
          <a:xfrm rot="5400000" flipV="1">
            <a:off x="1472446" y="3321234"/>
            <a:ext cx="2441448" cy="1124328"/>
          </a:xfrm>
          <a:custGeom>
            <a:avLst/>
            <a:gdLst>
              <a:gd name="connsiteX0" fmla="*/ 1163409 w 2312977"/>
              <a:gd name="connsiteY0" fmla="*/ 0 h 952844"/>
              <a:gd name="connsiteX1" fmla="*/ 1244592 w 2312977"/>
              <a:gd name="connsiteY1" fmla="*/ 237644 h 952844"/>
              <a:gd name="connsiteX2" fmla="*/ 1321591 w 2312977"/>
              <a:gd name="connsiteY2" fmla="*/ 241584 h 952844"/>
              <a:gd name="connsiteX3" fmla="*/ 2312977 w 2312977"/>
              <a:gd name="connsiteY3" fmla="*/ 809964 h 952844"/>
              <a:gd name="connsiteX4" fmla="*/ 2142794 w 2312977"/>
              <a:gd name="connsiteY4" fmla="*/ 936738 h 952844"/>
              <a:gd name="connsiteX5" fmla="*/ 1153428 w 2312977"/>
              <a:gd name="connsiteY5" fmla="*/ 445095 h 952844"/>
              <a:gd name="connsiteX6" fmla="*/ 172230 w 2312977"/>
              <a:gd name="connsiteY6" fmla="*/ 952844 h 952844"/>
              <a:gd name="connsiteX7" fmla="*/ 0 w 2312977"/>
              <a:gd name="connsiteY7" fmla="*/ 828868 h 952844"/>
              <a:gd name="connsiteX8" fmla="*/ 981964 w 2312977"/>
              <a:gd name="connsiteY8" fmla="*/ 244360 h 952844"/>
              <a:gd name="connsiteX9" fmla="*/ 1082247 w 2312977"/>
              <a:gd name="connsiteY9" fmla="*/ 237584 h 95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2977" h="952844">
                <a:moveTo>
                  <a:pt x="1163409" y="0"/>
                </a:moveTo>
                <a:lnTo>
                  <a:pt x="1244592" y="237644"/>
                </a:lnTo>
                <a:lnTo>
                  <a:pt x="1321591" y="241584"/>
                </a:lnTo>
                <a:cubicBezTo>
                  <a:pt x="1714005" y="285120"/>
                  <a:pt x="2074114" y="489313"/>
                  <a:pt x="2312977" y="809964"/>
                </a:cubicBezTo>
                <a:lnTo>
                  <a:pt x="2142794" y="936738"/>
                </a:lnTo>
                <a:cubicBezTo>
                  <a:pt x="1910220" y="624530"/>
                  <a:pt x="1542728" y="441913"/>
                  <a:pt x="1153428" y="445095"/>
                </a:cubicBezTo>
                <a:cubicBezTo>
                  <a:pt x="764128" y="448277"/>
                  <a:pt x="399670" y="636876"/>
                  <a:pt x="172230" y="952844"/>
                </a:cubicBezTo>
                <a:lnTo>
                  <a:pt x="0" y="828868"/>
                </a:lnTo>
                <a:cubicBezTo>
                  <a:pt x="233591" y="504355"/>
                  <a:pt x="590314" y="294304"/>
                  <a:pt x="981964" y="244360"/>
                </a:cubicBezTo>
                <a:lnTo>
                  <a:pt x="1082247" y="23758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24" name="Group 23">
            <a:extLst>
              <a:ext uri="{FF2B5EF4-FFF2-40B4-BE49-F238E27FC236}">
                <a16:creationId xmlns:a16="http://schemas.microsoft.com/office/drawing/2014/main" id="{65ED1B32-47D1-FC05-5053-61AE0FC19157}"/>
              </a:ext>
            </a:extLst>
          </p:cNvPr>
          <p:cNvGrpSpPr/>
          <p:nvPr/>
        </p:nvGrpSpPr>
        <p:grpSpPr>
          <a:xfrm>
            <a:off x="3310862" y="4572399"/>
            <a:ext cx="1761337" cy="1112655"/>
            <a:chOff x="2327746" y="3901000"/>
            <a:chExt cx="1761337" cy="1112655"/>
          </a:xfrm>
        </p:grpSpPr>
        <p:sp>
          <p:nvSpPr>
            <p:cNvPr id="29" name="TextBox 28">
              <a:extLst>
                <a:ext uri="{FF2B5EF4-FFF2-40B4-BE49-F238E27FC236}">
                  <a16:creationId xmlns:a16="http://schemas.microsoft.com/office/drawing/2014/main" id="{AF69230F-4DBE-BA00-CC84-D61E6206A945}"/>
                </a:ext>
              </a:extLst>
            </p:cNvPr>
            <p:cNvSpPr txBox="1"/>
            <p:nvPr/>
          </p:nvSpPr>
          <p:spPr>
            <a:xfrm>
              <a:off x="2327746" y="3901000"/>
              <a:ext cx="1761337" cy="461665"/>
            </a:xfrm>
            <a:prstGeom prst="rect">
              <a:avLst/>
            </a:prstGeom>
            <a:noFill/>
          </p:spPr>
          <p:txBody>
            <a:bodyPr wrap="square">
              <a:spAutoFit/>
            </a:bodyPr>
            <a:lstStyle/>
            <a:p>
              <a:pPr algn="r"/>
              <a:r>
                <a:rPr lang="en-US" altLang="ko-KR" sz="2400" b="1" dirty="0">
                  <a:solidFill>
                    <a:schemeClr val="bg1"/>
                  </a:solidFill>
                  <a:cs typeface="Arial" pitchFamily="34" charset="0"/>
                </a:rPr>
                <a:t>Millennials</a:t>
              </a:r>
            </a:p>
          </p:txBody>
        </p:sp>
        <p:sp>
          <p:nvSpPr>
            <p:cNvPr id="31" name="TextBox 30">
              <a:extLst>
                <a:ext uri="{FF2B5EF4-FFF2-40B4-BE49-F238E27FC236}">
                  <a16:creationId xmlns:a16="http://schemas.microsoft.com/office/drawing/2014/main" id="{5830DA2D-1B61-8986-706E-1EEDBA12CCBE}"/>
                </a:ext>
              </a:extLst>
            </p:cNvPr>
            <p:cNvSpPr txBox="1"/>
            <p:nvPr/>
          </p:nvSpPr>
          <p:spPr>
            <a:xfrm>
              <a:off x="2488516" y="4305769"/>
              <a:ext cx="1432798" cy="707886"/>
            </a:xfrm>
            <a:prstGeom prst="rect">
              <a:avLst/>
            </a:prstGeom>
            <a:noFill/>
          </p:spPr>
          <p:txBody>
            <a:bodyPr wrap="square">
              <a:spAutoFit/>
            </a:bodyPr>
            <a:lstStyle/>
            <a:p>
              <a:pPr algn="ctr"/>
              <a:r>
                <a:rPr lang="en-US" altLang="ko-KR" sz="2000" dirty="0">
                  <a:solidFill>
                    <a:schemeClr val="accent1"/>
                  </a:solidFill>
                  <a:cs typeface="Arial" pitchFamily="34" charset="0"/>
                </a:rPr>
                <a:t>27-40</a:t>
              </a:r>
            </a:p>
            <a:p>
              <a:r>
                <a:rPr lang="en-US" altLang="ko-KR" sz="2000" dirty="0">
                  <a:solidFill>
                    <a:schemeClr val="accent1"/>
                  </a:solidFill>
                  <a:cs typeface="Arial" pitchFamily="34" charset="0"/>
                </a:rPr>
                <a:t>Age Group</a:t>
              </a:r>
            </a:p>
          </p:txBody>
        </p:sp>
      </p:grpSp>
      <p:sp>
        <p:nvSpPr>
          <p:cNvPr id="9" name="TextBox 8">
            <a:extLst>
              <a:ext uri="{FF2B5EF4-FFF2-40B4-BE49-F238E27FC236}">
                <a16:creationId xmlns:a16="http://schemas.microsoft.com/office/drawing/2014/main" id="{88B937DD-4E4B-F01C-AAAE-6F9C985805AE}"/>
              </a:ext>
            </a:extLst>
          </p:cNvPr>
          <p:cNvSpPr txBox="1"/>
          <p:nvPr/>
        </p:nvSpPr>
        <p:spPr>
          <a:xfrm>
            <a:off x="13629199" y="4341567"/>
            <a:ext cx="1347409" cy="461665"/>
          </a:xfrm>
          <a:prstGeom prst="rect">
            <a:avLst/>
          </a:prstGeom>
          <a:noFill/>
        </p:spPr>
        <p:txBody>
          <a:bodyPr wrap="square" rtlCol="0">
            <a:spAutoFit/>
          </a:bodyPr>
          <a:lstStyle/>
          <a:p>
            <a:r>
              <a:rPr lang="en-US" sz="2400" b="1" dirty="0">
                <a:solidFill>
                  <a:schemeClr val="bg1"/>
                </a:solidFill>
              </a:rPr>
              <a:t>Others</a:t>
            </a:r>
          </a:p>
        </p:txBody>
      </p:sp>
      <p:grpSp>
        <p:nvGrpSpPr>
          <p:cNvPr id="25" name="Group 24">
            <a:extLst>
              <a:ext uri="{FF2B5EF4-FFF2-40B4-BE49-F238E27FC236}">
                <a16:creationId xmlns:a16="http://schemas.microsoft.com/office/drawing/2014/main" id="{A8AF121E-64B7-D867-53FF-51744489D766}"/>
              </a:ext>
            </a:extLst>
          </p:cNvPr>
          <p:cNvGrpSpPr/>
          <p:nvPr/>
        </p:nvGrpSpPr>
        <p:grpSpPr>
          <a:xfrm>
            <a:off x="7874431" y="2491348"/>
            <a:ext cx="5817037" cy="2694940"/>
            <a:chOff x="7874431" y="2491348"/>
            <a:chExt cx="5817037" cy="2694940"/>
          </a:xfrm>
        </p:grpSpPr>
        <p:sp>
          <p:nvSpPr>
            <p:cNvPr id="26" name="Freeform: Shape 25">
              <a:extLst>
                <a:ext uri="{FF2B5EF4-FFF2-40B4-BE49-F238E27FC236}">
                  <a16:creationId xmlns:a16="http://schemas.microsoft.com/office/drawing/2014/main" id="{01ADCEDB-116F-75A1-A56D-E005794655C4}"/>
                </a:ext>
              </a:extLst>
            </p:cNvPr>
            <p:cNvSpPr/>
            <p:nvPr/>
          </p:nvSpPr>
          <p:spPr>
            <a:xfrm rot="16200000" flipV="1">
              <a:off x="8663961" y="3327031"/>
              <a:ext cx="2523615" cy="1194900"/>
            </a:xfrm>
            <a:custGeom>
              <a:avLst/>
              <a:gdLst>
                <a:gd name="connsiteX0" fmla="*/ 1163409 w 2312977"/>
                <a:gd name="connsiteY0" fmla="*/ 0 h 952844"/>
                <a:gd name="connsiteX1" fmla="*/ 1244592 w 2312977"/>
                <a:gd name="connsiteY1" fmla="*/ 237644 h 952844"/>
                <a:gd name="connsiteX2" fmla="*/ 1321591 w 2312977"/>
                <a:gd name="connsiteY2" fmla="*/ 241584 h 952844"/>
                <a:gd name="connsiteX3" fmla="*/ 2312977 w 2312977"/>
                <a:gd name="connsiteY3" fmla="*/ 809964 h 952844"/>
                <a:gd name="connsiteX4" fmla="*/ 2142794 w 2312977"/>
                <a:gd name="connsiteY4" fmla="*/ 936738 h 952844"/>
                <a:gd name="connsiteX5" fmla="*/ 1153428 w 2312977"/>
                <a:gd name="connsiteY5" fmla="*/ 445095 h 952844"/>
                <a:gd name="connsiteX6" fmla="*/ 172230 w 2312977"/>
                <a:gd name="connsiteY6" fmla="*/ 952844 h 952844"/>
                <a:gd name="connsiteX7" fmla="*/ 0 w 2312977"/>
                <a:gd name="connsiteY7" fmla="*/ 828868 h 952844"/>
                <a:gd name="connsiteX8" fmla="*/ 981964 w 2312977"/>
                <a:gd name="connsiteY8" fmla="*/ 244360 h 952844"/>
                <a:gd name="connsiteX9" fmla="*/ 1082247 w 2312977"/>
                <a:gd name="connsiteY9" fmla="*/ 237584 h 95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2977" h="952844">
                  <a:moveTo>
                    <a:pt x="1163409" y="0"/>
                  </a:moveTo>
                  <a:lnTo>
                    <a:pt x="1244592" y="237644"/>
                  </a:lnTo>
                  <a:lnTo>
                    <a:pt x="1321591" y="241584"/>
                  </a:lnTo>
                  <a:cubicBezTo>
                    <a:pt x="1714005" y="285120"/>
                    <a:pt x="2074114" y="489313"/>
                    <a:pt x="2312977" y="809964"/>
                  </a:cubicBezTo>
                  <a:lnTo>
                    <a:pt x="2142794" y="936738"/>
                  </a:lnTo>
                  <a:cubicBezTo>
                    <a:pt x="1910220" y="624530"/>
                    <a:pt x="1542728" y="441913"/>
                    <a:pt x="1153428" y="445095"/>
                  </a:cubicBezTo>
                  <a:cubicBezTo>
                    <a:pt x="764128" y="448277"/>
                    <a:pt x="399670" y="636876"/>
                    <a:pt x="172230" y="952844"/>
                  </a:cubicBezTo>
                  <a:lnTo>
                    <a:pt x="0" y="828868"/>
                  </a:lnTo>
                  <a:cubicBezTo>
                    <a:pt x="233591" y="504355"/>
                    <a:pt x="590314" y="294304"/>
                    <a:pt x="981964" y="244360"/>
                  </a:cubicBezTo>
                  <a:lnTo>
                    <a:pt x="1082247" y="23758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6469A29E-B054-0D96-B9FC-2541CA11500E}"/>
                </a:ext>
              </a:extLst>
            </p:cNvPr>
            <p:cNvSpPr txBox="1"/>
            <p:nvPr/>
          </p:nvSpPr>
          <p:spPr>
            <a:xfrm>
              <a:off x="7874431" y="2491348"/>
              <a:ext cx="1585293" cy="461665"/>
            </a:xfrm>
            <a:prstGeom prst="rect">
              <a:avLst/>
            </a:prstGeom>
            <a:noFill/>
          </p:spPr>
          <p:txBody>
            <a:bodyPr wrap="square" rtlCol="0" anchor="ctr">
              <a:spAutoFit/>
            </a:bodyPr>
            <a:lstStyle/>
            <a:p>
              <a:r>
                <a:rPr lang="en-US" altLang="ko-KR" sz="2400" b="1" dirty="0">
                  <a:solidFill>
                    <a:schemeClr val="bg1"/>
                  </a:solidFill>
                  <a:cs typeface="Arial" pitchFamily="34" charset="0"/>
                </a:rPr>
                <a:t>Females</a:t>
              </a:r>
            </a:p>
          </p:txBody>
        </p:sp>
        <p:grpSp>
          <p:nvGrpSpPr>
            <p:cNvPr id="28" name="Group 27">
              <a:extLst>
                <a:ext uri="{FF2B5EF4-FFF2-40B4-BE49-F238E27FC236}">
                  <a16:creationId xmlns:a16="http://schemas.microsoft.com/office/drawing/2014/main" id="{0B6FF179-8008-5883-780C-0DC54E655EB5}"/>
                </a:ext>
              </a:extLst>
            </p:cNvPr>
            <p:cNvGrpSpPr/>
            <p:nvPr/>
          </p:nvGrpSpPr>
          <p:grpSpPr>
            <a:xfrm>
              <a:off x="8100784" y="3656418"/>
              <a:ext cx="5590684" cy="1377645"/>
              <a:chOff x="6552807" y="3417415"/>
              <a:chExt cx="3557578" cy="1377645"/>
            </a:xfrm>
          </p:grpSpPr>
          <p:sp>
            <p:nvSpPr>
              <p:cNvPr id="32" name="TextBox 31">
                <a:extLst>
                  <a:ext uri="{FF2B5EF4-FFF2-40B4-BE49-F238E27FC236}">
                    <a16:creationId xmlns:a16="http://schemas.microsoft.com/office/drawing/2014/main" id="{584C431C-39C1-499D-AE03-E89CA8FEDEA0}"/>
                  </a:ext>
                </a:extLst>
              </p:cNvPr>
              <p:cNvSpPr txBox="1"/>
              <p:nvPr/>
            </p:nvSpPr>
            <p:spPr>
              <a:xfrm>
                <a:off x="8163183" y="3417415"/>
                <a:ext cx="1947202" cy="507831"/>
              </a:xfrm>
              <a:prstGeom prst="rect">
                <a:avLst/>
              </a:prstGeom>
              <a:noFill/>
            </p:spPr>
            <p:txBody>
              <a:bodyPr wrap="square" rtlCol="0" anchor="ctr">
                <a:spAutoFit/>
              </a:bodyPr>
              <a:lstStyle/>
              <a:p>
                <a:r>
                  <a:rPr lang="en-US" altLang="ko-KR" sz="2700" b="1" dirty="0">
                    <a:solidFill>
                      <a:schemeClr val="accent2"/>
                    </a:solidFill>
                    <a:cs typeface="Arial" pitchFamily="34" charset="0"/>
                  </a:rPr>
                  <a:t>Gender</a:t>
                </a:r>
                <a:endParaRPr lang="ko-KR" altLang="en-US" sz="2700" b="1" dirty="0">
                  <a:solidFill>
                    <a:schemeClr val="accent2"/>
                  </a:solidFill>
                  <a:cs typeface="Arial" pitchFamily="34" charset="0"/>
                </a:endParaRPr>
              </a:p>
            </p:txBody>
          </p:sp>
          <p:sp>
            <p:nvSpPr>
              <p:cNvPr id="33" name="TextBox 32">
                <a:extLst>
                  <a:ext uri="{FF2B5EF4-FFF2-40B4-BE49-F238E27FC236}">
                    <a16:creationId xmlns:a16="http://schemas.microsoft.com/office/drawing/2014/main" id="{E0F719CF-27BB-D7F2-19C2-A5CA31630094}"/>
                  </a:ext>
                </a:extLst>
              </p:cNvPr>
              <p:cNvSpPr txBox="1"/>
              <p:nvPr/>
            </p:nvSpPr>
            <p:spPr>
              <a:xfrm>
                <a:off x="6552807" y="4333395"/>
                <a:ext cx="657596" cy="461665"/>
              </a:xfrm>
              <a:prstGeom prst="rect">
                <a:avLst/>
              </a:prstGeom>
              <a:noFill/>
            </p:spPr>
            <p:txBody>
              <a:bodyPr wrap="square" rtlCol="0">
                <a:spAutoFit/>
              </a:bodyPr>
              <a:lstStyle/>
              <a:p>
                <a:r>
                  <a:rPr lang="en-US" altLang="ko-KR" sz="2400" b="1" dirty="0">
                    <a:solidFill>
                      <a:schemeClr val="bg1"/>
                    </a:solidFill>
                    <a:cs typeface="Arial" pitchFamily="34" charset="0"/>
                  </a:rPr>
                  <a:t>Males</a:t>
                </a:r>
              </a:p>
            </p:txBody>
          </p:sp>
        </p:grpSp>
        <p:sp>
          <p:nvSpPr>
            <p:cNvPr id="30" name="TextBox 29">
              <a:extLst>
                <a:ext uri="{FF2B5EF4-FFF2-40B4-BE49-F238E27FC236}">
                  <a16:creationId xmlns:a16="http://schemas.microsoft.com/office/drawing/2014/main" id="{3A61E5C1-6C35-6C96-2FF1-162B65AA86DC}"/>
                </a:ext>
              </a:extLst>
            </p:cNvPr>
            <p:cNvSpPr txBox="1"/>
            <p:nvPr/>
          </p:nvSpPr>
          <p:spPr>
            <a:xfrm>
              <a:off x="8786019" y="3674155"/>
              <a:ext cx="1347409" cy="461665"/>
            </a:xfrm>
            <a:prstGeom prst="rect">
              <a:avLst/>
            </a:prstGeom>
            <a:noFill/>
          </p:spPr>
          <p:txBody>
            <a:bodyPr wrap="square" rtlCol="0">
              <a:spAutoFit/>
            </a:bodyPr>
            <a:lstStyle/>
            <a:p>
              <a:r>
                <a:rPr lang="en-US" sz="2400" b="1" dirty="0">
                  <a:solidFill>
                    <a:schemeClr val="bg1"/>
                  </a:solidFill>
                </a:rPr>
                <a:t>Others</a:t>
              </a:r>
            </a:p>
          </p:txBody>
        </p:sp>
      </p:grpSp>
      <p:sp>
        <p:nvSpPr>
          <p:cNvPr id="34" name="TextBox 33">
            <a:extLst>
              <a:ext uri="{FF2B5EF4-FFF2-40B4-BE49-F238E27FC236}">
                <a16:creationId xmlns:a16="http://schemas.microsoft.com/office/drawing/2014/main" id="{9F6A88DD-9CAB-4C64-D621-FE91527AFBDB}"/>
              </a:ext>
            </a:extLst>
          </p:cNvPr>
          <p:cNvSpPr txBox="1"/>
          <p:nvPr/>
        </p:nvSpPr>
        <p:spPr>
          <a:xfrm>
            <a:off x="5231417" y="2903309"/>
            <a:ext cx="2528929" cy="2308324"/>
          </a:xfrm>
          <a:prstGeom prst="rect">
            <a:avLst/>
          </a:prstGeom>
          <a:noFill/>
          <a:ln>
            <a:solidFill>
              <a:schemeClr val="bg1"/>
            </a:solidFill>
          </a:ln>
        </p:spPr>
        <p:txBody>
          <a:bodyPr wrap="square" rtlCol="0">
            <a:spAutoFit/>
          </a:bodyPr>
          <a:lstStyle/>
          <a:p>
            <a:pPr marL="342900" indent="-342900" algn="just">
              <a:buFont typeface="Wingdings" panose="05000000000000000000" pitchFamily="2" charset="2"/>
              <a:buChar char="Ø"/>
            </a:pPr>
            <a:r>
              <a:rPr lang="en-US" sz="2400" dirty="0">
                <a:solidFill>
                  <a:schemeClr val="bg1"/>
                </a:solidFill>
              </a:rPr>
              <a:t>Fine and sleek Design of the website</a:t>
            </a:r>
          </a:p>
          <a:p>
            <a:pPr algn="just"/>
            <a:endParaRPr lang="en-US" sz="2400" dirty="0">
              <a:solidFill>
                <a:schemeClr val="bg1"/>
              </a:solidFill>
            </a:endParaRPr>
          </a:p>
          <a:p>
            <a:pPr marL="342900" indent="-342900" algn="just">
              <a:buFont typeface="Wingdings" panose="05000000000000000000" pitchFamily="2" charset="2"/>
              <a:buChar char="Ø"/>
            </a:pPr>
            <a:r>
              <a:rPr lang="en-US" sz="2400" dirty="0">
                <a:solidFill>
                  <a:schemeClr val="bg1"/>
                </a:solidFill>
              </a:rPr>
              <a:t>Color preferences</a:t>
            </a:r>
          </a:p>
        </p:txBody>
      </p:sp>
    </p:spTree>
    <p:extLst>
      <p:ext uri="{BB962C8B-B14F-4D97-AF65-F5344CB8AC3E}">
        <p14:creationId xmlns:p14="http://schemas.microsoft.com/office/powerpoint/2010/main" val="675401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ACCB52F-77DC-4385-9651-0CDA02C7FED1}"/>
              </a:ext>
            </a:extLst>
          </p:cNvPr>
          <p:cNvSpPr/>
          <p:nvPr/>
        </p:nvSpPr>
        <p:spPr>
          <a:xfrm>
            <a:off x="2769576" y="580292"/>
            <a:ext cx="6638191" cy="5697416"/>
          </a:xfrm>
          <a:custGeom>
            <a:avLst/>
            <a:gdLst>
              <a:gd name="connsiteX0" fmla="*/ 0 w 6638191"/>
              <a:gd name="connsiteY0" fmla="*/ 0 h 5697416"/>
              <a:gd name="connsiteX1" fmla="*/ 6638191 w 6638191"/>
              <a:gd name="connsiteY1" fmla="*/ 0 h 5697416"/>
              <a:gd name="connsiteX2" fmla="*/ 6638191 w 6638191"/>
              <a:gd name="connsiteY2" fmla="*/ 1514220 h 5697416"/>
              <a:gd name="connsiteX3" fmla="*/ 6542930 w 6638191"/>
              <a:gd name="connsiteY3" fmla="*/ 1369955 h 5697416"/>
              <a:gd name="connsiteX4" fmla="*/ 6542930 w 6638191"/>
              <a:gd name="connsiteY4" fmla="*/ 95261 h 5697416"/>
              <a:gd name="connsiteX5" fmla="*/ 95261 w 6638191"/>
              <a:gd name="connsiteY5" fmla="*/ 95261 h 5697416"/>
              <a:gd name="connsiteX6" fmla="*/ 95261 w 6638191"/>
              <a:gd name="connsiteY6" fmla="*/ 5602155 h 5697416"/>
              <a:gd name="connsiteX7" fmla="*/ 6542930 w 6638191"/>
              <a:gd name="connsiteY7" fmla="*/ 5602155 h 5697416"/>
              <a:gd name="connsiteX8" fmla="*/ 6542930 w 6638191"/>
              <a:gd name="connsiteY8" fmla="*/ 3165458 h 5697416"/>
              <a:gd name="connsiteX9" fmla="*/ 6638191 w 6638191"/>
              <a:gd name="connsiteY9" fmla="*/ 3159428 h 5697416"/>
              <a:gd name="connsiteX10" fmla="*/ 6638191 w 6638191"/>
              <a:gd name="connsiteY10" fmla="*/ 5697416 h 5697416"/>
              <a:gd name="connsiteX11" fmla="*/ 0 w 6638191"/>
              <a:gd name="connsiteY11" fmla="*/ 5697416 h 5697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38191" h="5697416">
                <a:moveTo>
                  <a:pt x="0" y="0"/>
                </a:moveTo>
                <a:lnTo>
                  <a:pt x="6638191" y="0"/>
                </a:lnTo>
                <a:lnTo>
                  <a:pt x="6638191" y="1514220"/>
                </a:lnTo>
                <a:lnTo>
                  <a:pt x="6542930" y="1369955"/>
                </a:lnTo>
                <a:lnTo>
                  <a:pt x="6542930" y="95261"/>
                </a:lnTo>
                <a:lnTo>
                  <a:pt x="95261" y="95261"/>
                </a:lnTo>
                <a:lnTo>
                  <a:pt x="95261" y="5602155"/>
                </a:lnTo>
                <a:lnTo>
                  <a:pt x="6542930" y="5602155"/>
                </a:lnTo>
                <a:lnTo>
                  <a:pt x="6542930" y="3165458"/>
                </a:lnTo>
                <a:lnTo>
                  <a:pt x="6638191" y="3159428"/>
                </a:lnTo>
                <a:lnTo>
                  <a:pt x="6638191" y="5697416"/>
                </a:lnTo>
                <a:lnTo>
                  <a:pt x="0" y="569741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en-US">
              <a:solidFill>
                <a:schemeClr val="tx1"/>
              </a:solidFill>
            </a:endParaRPr>
          </a:p>
        </p:txBody>
      </p:sp>
      <p:sp>
        <p:nvSpPr>
          <p:cNvPr id="6" name="TextBox 5">
            <a:extLst>
              <a:ext uri="{FF2B5EF4-FFF2-40B4-BE49-F238E27FC236}">
                <a16:creationId xmlns:a16="http://schemas.microsoft.com/office/drawing/2014/main" id="{A5BC34FD-DEEB-45E9-8C98-A0052BB0708F}"/>
              </a:ext>
            </a:extLst>
          </p:cNvPr>
          <p:cNvSpPr txBox="1"/>
          <p:nvPr/>
        </p:nvSpPr>
        <p:spPr>
          <a:xfrm>
            <a:off x="4387344" y="4531423"/>
            <a:ext cx="4747846" cy="1015663"/>
          </a:xfrm>
          <a:prstGeom prst="rect">
            <a:avLst/>
          </a:prstGeom>
          <a:noFill/>
        </p:spPr>
        <p:txBody>
          <a:bodyPr wrap="square" rtlCol="0" anchor="ctr">
            <a:spAutoFit/>
          </a:bodyPr>
          <a:lstStyle/>
          <a:p>
            <a:pPr algn="r"/>
            <a:r>
              <a:rPr lang="en-US" altLang="ko-KR" sz="6000" dirty="0">
                <a:solidFill>
                  <a:schemeClr val="bg1"/>
                </a:solidFill>
                <a:cs typeface="Arial" pitchFamily="34" charset="0"/>
              </a:rPr>
              <a:t>THANK YOU</a:t>
            </a:r>
            <a:endParaRPr lang="ko-KR" altLang="en-US" sz="6000" dirty="0">
              <a:solidFill>
                <a:schemeClr val="bg1"/>
              </a:solidFill>
              <a:cs typeface="Arial" pitchFamily="34" charset="0"/>
            </a:endParaRPr>
          </a:p>
        </p:txBody>
      </p:sp>
      <p:sp>
        <p:nvSpPr>
          <p:cNvPr id="11" name="Diamond 10">
            <a:extLst>
              <a:ext uri="{FF2B5EF4-FFF2-40B4-BE49-F238E27FC236}">
                <a16:creationId xmlns:a16="http://schemas.microsoft.com/office/drawing/2014/main" id="{F6B98534-F27A-4335-B3CB-311A56F957F3}"/>
              </a:ext>
            </a:extLst>
          </p:cNvPr>
          <p:cNvSpPr/>
          <p:nvPr/>
        </p:nvSpPr>
        <p:spPr>
          <a:xfrm>
            <a:off x="10139516" y="1731884"/>
            <a:ext cx="436586" cy="436586"/>
          </a:xfrm>
          <a:prstGeom prst="diamond">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DB44449B-638E-4E16-A348-DCC5737B4C5D}"/>
              </a:ext>
            </a:extLst>
          </p:cNvPr>
          <p:cNvSpPr/>
          <p:nvPr/>
        </p:nvSpPr>
        <p:spPr>
          <a:xfrm>
            <a:off x="5522171" y="4289462"/>
            <a:ext cx="436586" cy="436586"/>
          </a:xfrm>
          <a:prstGeom prst="diamond">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5049180E-CDF9-4870-B4F1-1BC383A49384}"/>
              </a:ext>
            </a:extLst>
          </p:cNvPr>
          <p:cNvSpPr/>
          <p:nvPr/>
        </p:nvSpPr>
        <p:spPr>
          <a:xfrm>
            <a:off x="4169051" y="2046591"/>
            <a:ext cx="436586" cy="436586"/>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amond 13">
            <a:extLst>
              <a:ext uri="{FF2B5EF4-FFF2-40B4-BE49-F238E27FC236}">
                <a16:creationId xmlns:a16="http://schemas.microsoft.com/office/drawing/2014/main" id="{0573F2CA-D1E8-467E-A19F-79E2BBF1B709}"/>
              </a:ext>
            </a:extLst>
          </p:cNvPr>
          <p:cNvSpPr/>
          <p:nvPr/>
        </p:nvSpPr>
        <p:spPr>
          <a:xfrm>
            <a:off x="3810616" y="5368574"/>
            <a:ext cx="432491" cy="432491"/>
          </a:xfrm>
          <a:prstGeom prst="diamond">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iamond 14">
            <a:extLst>
              <a:ext uri="{FF2B5EF4-FFF2-40B4-BE49-F238E27FC236}">
                <a16:creationId xmlns:a16="http://schemas.microsoft.com/office/drawing/2014/main" id="{7FE865E2-30F2-4475-A664-063161D5EFD4}"/>
              </a:ext>
            </a:extLst>
          </p:cNvPr>
          <p:cNvSpPr/>
          <p:nvPr/>
        </p:nvSpPr>
        <p:spPr>
          <a:xfrm>
            <a:off x="7993705" y="3172607"/>
            <a:ext cx="436586" cy="436586"/>
          </a:xfrm>
          <a:prstGeom prst="diamond">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09A2C8CD-2931-44CC-B767-B991B7BBB1C3}"/>
              </a:ext>
            </a:extLst>
          </p:cNvPr>
          <p:cNvGrpSpPr/>
          <p:nvPr/>
        </p:nvGrpSpPr>
        <p:grpSpPr>
          <a:xfrm>
            <a:off x="2932947" y="759876"/>
            <a:ext cx="2620319" cy="525185"/>
            <a:chOff x="1612709" y="1258934"/>
            <a:chExt cx="2620319" cy="525185"/>
          </a:xfrm>
        </p:grpSpPr>
        <p:sp>
          <p:nvSpPr>
            <p:cNvPr id="17" name="Freeform: Shape 16">
              <a:extLst>
                <a:ext uri="{FF2B5EF4-FFF2-40B4-BE49-F238E27FC236}">
                  <a16:creationId xmlns:a16="http://schemas.microsoft.com/office/drawing/2014/main" id="{269C45AF-CF12-40E7-B3CD-66B0F6B0AA9C}"/>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0C7ADE1-86F7-4C34-90DF-2446436B74B8}"/>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92A60B4-D753-4B67-8265-5660A6F9CE50}"/>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8AE95D4-501B-4FFA-963D-1EA1803F2076}"/>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2C71E4A-5272-4F3B-91BE-F93989C23D56}"/>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4FD0F6-BD9B-432C-90F6-F5A7D5C66D88}"/>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84116B8-F1F6-417D-94BE-66D3E51D935A}"/>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E1DA935-74DD-4CB3-8638-17401CCADB87}"/>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DAE98A0-3C4C-461F-83D5-DDECC3BA2B5A}"/>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D4684F5-2214-4DCF-AD6D-076ABE52D45B}"/>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E8981B0-516B-42B4-BD0E-C8AA0C42C5FF}"/>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24676DC-498F-4C24-A5C1-ED620AAF66EC}"/>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63C31AC2-71BD-4BFE-80F0-902FB9213FC6}"/>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D5196E4-98D6-4332-90C9-67518FC62428}"/>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BD4A2E1-DFF4-44E6-AFFF-ED797391ED86}"/>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0900647-6A5F-4DB6-BB6F-3FB0E71EE397}"/>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3BE306EE-36F9-45A8-9376-25E89C0873D1}"/>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27AA53F-ED99-45B9-A324-D9A0BB7B7E4A}"/>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C4500C2-9EBC-413C-A0C9-3FF44E5EE192}"/>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95ABD6A7-01B2-4731-9639-D98F9CC37826}"/>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799A2B93-F577-4F45-ACFC-73CA45C9B149}"/>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grpSp>
        <p:nvGrpSpPr>
          <p:cNvPr id="38" name="Group 37">
            <a:extLst>
              <a:ext uri="{FF2B5EF4-FFF2-40B4-BE49-F238E27FC236}">
                <a16:creationId xmlns:a16="http://schemas.microsoft.com/office/drawing/2014/main" id="{796FD627-232A-4E66-BD84-32C5FC56FD56}"/>
              </a:ext>
            </a:extLst>
          </p:cNvPr>
          <p:cNvGrpSpPr/>
          <p:nvPr/>
        </p:nvGrpSpPr>
        <p:grpSpPr>
          <a:xfrm>
            <a:off x="6549127" y="4006238"/>
            <a:ext cx="2620319" cy="525185"/>
            <a:chOff x="1612709" y="1258934"/>
            <a:chExt cx="2620319" cy="525185"/>
          </a:xfrm>
        </p:grpSpPr>
        <p:sp>
          <p:nvSpPr>
            <p:cNvPr id="39" name="Freeform: Shape 38">
              <a:extLst>
                <a:ext uri="{FF2B5EF4-FFF2-40B4-BE49-F238E27FC236}">
                  <a16:creationId xmlns:a16="http://schemas.microsoft.com/office/drawing/2014/main" id="{A4C35AA7-994A-464A-98DD-4B1846F2B4B4}"/>
                </a:ext>
              </a:extLst>
            </p:cNvPr>
            <p:cNvSpPr/>
            <p:nvPr/>
          </p:nvSpPr>
          <p:spPr>
            <a:xfrm>
              <a:off x="1933814" y="125957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885E40DA-57AB-4ED6-BFB7-B5342530267A}"/>
                </a:ext>
              </a:extLst>
            </p:cNvPr>
            <p:cNvSpPr/>
            <p:nvPr/>
          </p:nvSpPr>
          <p:spPr>
            <a:xfrm>
              <a:off x="2265942"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2D6D6E5-D84E-405B-9D06-89E5A9248E03}"/>
                </a:ext>
              </a:extLst>
            </p:cNvPr>
            <p:cNvSpPr/>
            <p:nvPr/>
          </p:nvSpPr>
          <p:spPr>
            <a:xfrm>
              <a:off x="2598070"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BEC3E1D-E988-414B-9A22-E79D83A29F27}"/>
                </a:ext>
              </a:extLst>
            </p:cNvPr>
            <p:cNvSpPr/>
            <p:nvPr/>
          </p:nvSpPr>
          <p:spPr>
            <a:xfrm>
              <a:off x="2930198"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FC5ADD03-16C7-47E2-BF57-12A241E04DBC}"/>
                </a:ext>
              </a:extLst>
            </p:cNvPr>
            <p:cNvSpPr/>
            <p:nvPr/>
          </p:nvSpPr>
          <p:spPr>
            <a:xfrm>
              <a:off x="3262326" y="125893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C4268223-C406-4E7F-8F37-F40042312A4B}"/>
                </a:ext>
              </a:extLst>
            </p:cNvPr>
            <p:cNvSpPr/>
            <p:nvPr/>
          </p:nvSpPr>
          <p:spPr>
            <a:xfrm>
              <a:off x="3594454" y="125893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76F9584-7F0C-4EC2-97AE-F829810C2952}"/>
                </a:ext>
              </a:extLst>
            </p:cNvPr>
            <p:cNvSpPr/>
            <p:nvPr/>
          </p:nvSpPr>
          <p:spPr>
            <a:xfrm>
              <a:off x="3926582" y="125893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38C9367-F3B0-48B4-81A5-107FF5640CC6}"/>
                </a:ext>
              </a:extLst>
            </p:cNvPr>
            <p:cNvSpPr/>
            <p:nvPr/>
          </p:nvSpPr>
          <p:spPr>
            <a:xfrm>
              <a:off x="2099878" y="1451657"/>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828576EA-13C4-4A0F-BD51-24285C639F8D}"/>
                </a:ext>
              </a:extLst>
            </p:cNvPr>
            <p:cNvSpPr/>
            <p:nvPr/>
          </p:nvSpPr>
          <p:spPr>
            <a:xfrm>
              <a:off x="2432006"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BAAB31D3-BFE2-4FE0-AB8C-642548417902}"/>
                </a:ext>
              </a:extLst>
            </p:cNvPr>
            <p:cNvSpPr/>
            <p:nvPr/>
          </p:nvSpPr>
          <p:spPr>
            <a:xfrm>
              <a:off x="2764134"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022BAB97-55D0-480A-A985-F4FED8107041}"/>
                </a:ext>
              </a:extLst>
            </p:cNvPr>
            <p:cNvSpPr/>
            <p:nvPr/>
          </p:nvSpPr>
          <p:spPr>
            <a:xfrm>
              <a:off x="3096262"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00320B6-3AD8-440F-9A46-063248A5950C}"/>
                </a:ext>
              </a:extLst>
            </p:cNvPr>
            <p:cNvSpPr/>
            <p:nvPr/>
          </p:nvSpPr>
          <p:spPr>
            <a:xfrm>
              <a:off x="3428390" y="1451014"/>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D1A06F38-BAD5-4A24-B69B-1E97A8F014D4}"/>
                </a:ext>
              </a:extLst>
            </p:cNvPr>
            <p:cNvSpPr/>
            <p:nvPr/>
          </p:nvSpPr>
          <p:spPr>
            <a:xfrm>
              <a:off x="3760518" y="1451014"/>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2100B1E-D99D-412F-88C8-E822B489A469}"/>
                </a:ext>
              </a:extLst>
            </p:cNvPr>
            <p:cNvSpPr/>
            <p:nvPr/>
          </p:nvSpPr>
          <p:spPr>
            <a:xfrm>
              <a:off x="4092647" y="1451014"/>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CBB4AEB4-1B63-4566-B2A2-85FF8CEBD02F}"/>
                </a:ext>
              </a:extLst>
            </p:cNvPr>
            <p:cNvSpPr/>
            <p:nvPr/>
          </p:nvSpPr>
          <p:spPr>
            <a:xfrm>
              <a:off x="1612709" y="1643738"/>
              <a:ext cx="140381" cy="140381"/>
            </a:xfrm>
            <a:custGeom>
              <a:avLst/>
              <a:gdLst>
                <a:gd name="connsiteX0" fmla="*/ 53340 w 76200"/>
                <a:gd name="connsiteY0" fmla="*/ 11081 h 76200"/>
                <a:gd name="connsiteX1" fmla="*/ 42863 w 76200"/>
                <a:gd name="connsiteY1" fmla="*/ 22511 h 76200"/>
                <a:gd name="connsiteX2" fmla="*/ 32385 w 76200"/>
                <a:gd name="connsiteY2" fmla="*/ 11081 h 76200"/>
                <a:gd name="connsiteX3" fmla="*/ 11430 w 76200"/>
                <a:gd name="connsiteY3" fmla="*/ 11081 h 76200"/>
                <a:gd name="connsiteX4" fmla="*/ 11430 w 76200"/>
                <a:gd name="connsiteY4" fmla="*/ 31083 h 76200"/>
                <a:gd name="connsiteX5" fmla="*/ 21908 w 76200"/>
                <a:gd name="connsiteY5" fmla="*/ 41561 h 76200"/>
                <a:gd name="connsiteX6" fmla="*/ 11430 w 76200"/>
                <a:gd name="connsiteY6" fmla="*/ 52991 h 76200"/>
                <a:gd name="connsiteX7" fmla="*/ 11430 w 76200"/>
                <a:gd name="connsiteY7" fmla="*/ 72993 h 76200"/>
                <a:gd name="connsiteX8" fmla="*/ 32385 w 76200"/>
                <a:gd name="connsiteY8" fmla="*/ 73946 h 76200"/>
                <a:gd name="connsiteX9" fmla="*/ 42863 w 76200"/>
                <a:gd name="connsiteY9" fmla="*/ 63468 h 76200"/>
                <a:gd name="connsiteX10" fmla="*/ 53340 w 76200"/>
                <a:gd name="connsiteY10" fmla="*/ 73946 h 76200"/>
                <a:gd name="connsiteX11" fmla="*/ 74295 w 76200"/>
                <a:gd name="connsiteY11" fmla="*/ 73946 h 76200"/>
                <a:gd name="connsiteX12" fmla="*/ 74295 w 76200"/>
                <a:gd name="connsiteY12" fmla="*/ 53943 h 76200"/>
                <a:gd name="connsiteX13" fmla="*/ 63818 w 76200"/>
                <a:gd name="connsiteY13" fmla="*/ 42513 h 76200"/>
                <a:gd name="connsiteX14" fmla="*/ 74295 w 76200"/>
                <a:gd name="connsiteY14" fmla="*/ 32036 h 76200"/>
                <a:gd name="connsiteX15" fmla="*/ 74295 w 76200"/>
                <a:gd name="connsiteY15" fmla="*/ 11081 h 76200"/>
                <a:gd name="connsiteX16" fmla="*/ 53340 w 76200"/>
                <a:gd name="connsiteY16" fmla="*/ 11081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3340" y="11081"/>
                  </a:moveTo>
                  <a:lnTo>
                    <a:pt x="42863" y="22511"/>
                  </a:lnTo>
                  <a:lnTo>
                    <a:pt x="32385" y="11081"/>
                  </a:lnTo>
                  <a:cubicBezTo>
                    <a:pt x="26670" y="6318"/>
                    <a:pt x="17145" y="6318"/>
                    <a:pt x="11430" y="11081"/>
                  </a:cubicBezTo>
                  <a:cubicBezTo>
                    <a:pt x="5715" y="15843"/>
                    <a:pt x="5715" y="26321"/>
                    <a:pt x="11430" y="31083"/>
                  </a:cubicBezTo>
                  <a:lnTo>
                    <a:pt x="21908" y="41561"/>
                  </a:lnTo>
                  <a:lnTo>
                    <a:pt x="11430" y="52991"/>
                  </a:lnTo>
                  <a:cubicBezTo>
                    <a:pt x="5715" y="58706"/>
                    <a:pt x="5715" y="68231"/>
                    <a:pt x="11430" y="72993"/>
                  </a:cubicBezTo>
                  <a:cubicBezTo>
                    <a:pt x="17145" y="77756"/>
                    <a:pt x="26670" y="79661"/>
                    <a:pt x="32385" y="73946"/>
                  </a:cubicBezTo>
                  <a:lnTo>
                    <a:pt x="42863" y="63468"/>
                  </a:lnTo>
                  <a:lnTo>
                    <a:pt x="53340" y="73946"/>
                  </a:lnTo>
                  <a:cubicBezTo>
                    <a:pt x="59055" y="79661"/>
                    <a:pt x="68580" y="79661"/>
                    <a:pt x="74295" y="73946"/>
                  </a:cubicBezTo>
                  <a:cubicBezTo>
                    <a:pt x="80010" y="68231"/>
                    <a:pt x="80010" y="58706"/>
                    <a:pt x="74295" y="53943"/>
                  </a:cubicBezTo>
                  <a:lnTo>
                    <a:pt x="63818" y="42513"/>
                  </a:lnTo>
                  <a:lnTo>
                    <a:pt x="74295" y="32036"/>
                  </a:lnTo>
                  <a:cubicBezTo>
                    <a:pt x="80010" y="26321"/>
                    <a:pt x="80010" y="16796"/>
                    <a:pt x="74295" y="11081"/>
                  </a:cubicBezTo>
                  <a:cubicBezTo>
                    <a:pt x="68580" y="5366"/>
                    <a:pt x="59055" y="6318"/>
                    <a:pt x="53340" y="11081"/>
                  </a:cubicBezTo>
                  <a:close/>
                </a:path>
              </a:pathLst>
            </a:custGeom>
            <a:solidFill>
              <a:srgbClr val="FFFFFF">
                <a:alpha val="40000"/>
              </a:srgbClr>
            </a:soli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98A43FB4-3170-4458-8BC9-399340117F50}"/>
                </a:ext>
              </a:extLst>
            </p:cNvPr>
            <p:cNvSpPr/>
            <p:nvPr/>
          </p:nvSpPr>
          <p:spPr>
            <a:xfrm>
              <a:off x="1933814"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AF3370CC-8BD8-4DF4-9C58-0DFA140CBB2B}"/>
                </a:ext>
              </a:extLst>
            </p:cNvPr>
            <p:cNvSpPr/>
            <p:nvPr/>
          </p:nvSpPr>
          <p:spPr>
            <a:xfrm>
              <a:off x="2265942"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3342 w 76200"/>
                <a:gd name="connsiteY11" fmla="*/ 74295 h 76200"/>
                <a:gd name="connsiteX12" fmla="*/ 73342 w 76200"/>
                <a:gd name="connsiteY12" fmla="*/ 54293 h 76200"/>
                <a:gd name="connsiteX13" fmla="*/ 62865 w 76200"/>
                <a:gd name="connsiteY13" fmla="*/ 43815 h 76200"/>
                <a:gd name="connsiteX14" fmla="*/ 73342 w 76200"/>
                <a:gd name="connsiteY14" fmla="*/ 33338 h 76200"/>
                <a:gd name="connsiteX15" fmla="*/ 73342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6667" y="17145"/>
                    <a:pt x="5715" y="26670"/>
                    <a:pt x="11430" y="31433"/>
                  </a:cubicBezTo>
                  <a:lnTo>
                    <a:pt x="21908" y="41910"/>
                  </a:lnTo>
                  <a:lnTo>
                    <a:pt x="11430" y="52388"/>
                  </a:lnTo>
                  <a:cubicBezTo>
                    <a:pt x="5715" y="58103"/>
                    <a:pt x="5715" y="67628"/>
                    <a:pt x="11430" y="72390"/>
                  </a:cubicBezTo>
                  <a:cubicBezTo>
                    <a:pt x="17145" y="77153"/>
                    <a:pt x="26670" y="78105"/>
                    <a:pt x="31433" y="72390"/>
                  </a:cubicBezTo>
                  <a:lnTo>
                    <a:pt x="41910" y="61913"/>
                  </a:lnTo>
                  <a:lnTo>
                    <a:pt x="52388" y="74295"/>
                  </a:lnTo>
                  <a:cubicBezTo>
                    <a:pt x="58103" y="80010"/>
                    <a:pt x="67628" y="80010"/>
                    <a:pt x="73342" y="74295"/>
                  </a:cubicBezTo>
                  <a:cubicBezTo>
                    <a:pt x="79058" y="68580"/>
                    <a:pt x="79058" y="59055"/>
                    <a:pt x="73342" y="54293"/>
                  </a:cubicBezTo>
                  <a:lnTo>
                    <a:pt x="62865" y="43815"/>
                  </a:lnTo>
                  <a:lnTo>
                    <a:pt x="73342" y="33338"/>
                  </a:lnTo>
                  <a:cubicBezTo>
                    <a:pt x="79058" y="27623"/>
                    <a:pt x="79058" y="18098"/>
                    <a:pt x="73342" y="13335"/>
                  </a:cubicBezTo>
                  <a:cubicBezTo>
                    <a:pt x="67628" y="6668"/>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281D5082-07F8-4138-8570-317B629964F7}"/>
                </a:ext>
              </a:extLst>
            </p:cNvPr>
            <p:cNvSpPr/>
            <p:nvPr/>
          </p:nvSpPr>
          <p:spPr>
            <a:xfrm>
              <a:off x="2598070"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2863 h 76200"/>
                <a:gd name="connsiteX6" fmla="*/ 11430 w 76200"/>
                <a:gd name="connsiteY6" fmla="*/ 53340 h 76200"/>
                <a:gd name="connsiteX7" fmla="*/ 11430 w 76200"/>
                <a:gd name="connsiteY7" fmla="*/ 73343 h 76200"/>
                <a:gd name="connsiteX8" fmla="*/ 31433 w 76200"/>
                <a:gd name="connsiteY8" fmla="*/ 73343 h 76200"/>
                <a:gd name="connsiteX9" fmla="*/ 41910 w 76200"/>
                <a:gd name="connsiteY9" fmla="*/ 62865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3343 w 76200"/>
                <a:gd name="connsiteY15" fmla="*/ 11430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8" y="5715"/>
                    <a:pt x="16193" y="5715"/>
                    <a:pt x="11430" y="11430"/>
                  </a:cubicBezTo>
                  <a:cubicBezTo>
                    <a:pt x="6668" y="17145"/>
                    <a:pt x="5715" y="26670"/>
                    <a:pt x="11430" y="31433"/>
                  </a:cubicBezTo>
                  <a:lnTo>
                    <a:pt x="21908" y="42863"/>
                  </a:lnTo>
                  <a:lnTo>
                    <a:pt x="11430" y="53340"/>
                  </a:lnTo>
                  <a:cubicBezTo>
                    <a:pt x="5715" y="59055"/>
                    <a:pt x="5715" y="68580"/>
                    <a:pt x="11430" y="73343"/>
                  </a:cubicBezTo>
                  <a:cubicBezTo>
                    <a:pt x="17145" y="78105"/>
                    <a:pt x="26670" y="79058"/>
                    <a:pt x="31433" y="73343"/>
                  </a:cubicBezTo>
                  <a:lnTo>
                    <a:pt x="41910" y="62865"/>
                  </a:lnTo>
                  <a:lnTo>
                    <a:pt x="52388" y="74295"/>
                  </a:lnTo>
                  <a:cubicBezTo>
                    <a:pt x="58102" y="80010"/>
                    <a:pt x="67627" y="80010"/>
                    <a:pt x="72390" y="74295"/>
                  </a:cubicBezTo>
                  <a:cubicBezTo>
                    <a:pt x="78105" y="68580"/>
                    <a:pt x="78105" y="59055"/>
                    <a:pt x="72390" y="54293"/>
                  </a:cubicBezTo>
                  <a:lnTo>
                    <a:pt x="61913" y="43815"/>
                  </a:lnTo>
                  <a:lnTo>
                    <a:pt x="72390" y="33338"/>
                  </a:lnTo>
                  <a:cubicBezTo>
                    <a:pt x="79058" y="26670"/>
                    <a:pt x="79058" y="17145"/>
                    <a:pt x="73343" y="11430"/>
                  </a:cubicBezTo>
                  <a:cubicBezTo>
                    <a:pt x="67627" y="6668"/>
                    <a:pt x="58102"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3E68CE3A-9786-40A9-A3BF-2E3FA45485F1}"/>
                </a:ext>
              </a:extLst>
            </p:cNvPr>
            <p:cNvSpPr/>
            <p:nvPr/>
          </p:nvSpPr>
          <p:spPr>
            <a:xfrm>
              <a:off x="2930198" y="1643095"/>
              <a:ext cx="140381" cy="140381"/>
            </a:xfrm>
            <a:custGeom>
              <a:avLst/>
              <a:gdLst>
                <a:gd name="connsiteX0" fmla="*/ 52388 w 76200"/>
                <a:gd name="connsiteY0" fmla="*/ 11430 h 76200"/>
                <a:gd name="connsiteX1" fmla="*/ 41910 w 76200"/>
                <a:gd name="connsiteY1" fmla="*/ 21908 h 76200"/>
                <a:gd name="connsiteX2" fmla="*/ 31433 w 76200"/>
                <a:gd name="connsiteY2" fmla="*/ 11430 h 76200"/>
                <a:gd name="connsiteX3" fmla="*/ 11430 w 76200"/>
                <a:gd name="connsiteY3" fmla="*/ 11430 h 76200"/>
                <a:gd name="connsiteX4" fmla="*/ 11430 w 76200"/>
                <a:gd name="connsiteY4" fmla="*/ 31433 h 76200"/>
                <a:gd name="connsiteX5" fmla="*/ 21908 w 76200"/>
                <a:gd name="connsiteY5" fmla="*/ 41910 h 76200"/>
                <a:gd name="connsiteX6" fmla="*/ 11430 w 76200"/>
                <a:gd name="connsiteY6" fmla="*/ 52388 h 76200"/>
                <a:gd name="connsiteX7" fmla="*/ 11430 w 76200"/>
                <a:gd name="connsiteY7" fmla="*/ 72390 h 76200"/>
                <a:gd name="connsiteX8" fmla="*/ 31433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3" y="11430"/>
                  </a:lnTo>
                  <a:cubicBezTo>
                    <a:pt x="25717" y="5715"/>
                    <a:pt x="16192" y="5715"/>
                    <a:pt x="11430" y="11430"/>
                  </a:cubicBezTo>
                  <a:cubicBezTo>
                    <a:pt x="5715" y="17145"/>
                    <a:pt x="5715" y="26670"/>
                    <a:pt x="11430" y="31433"/>
                  </a:cubicBezTo>
                  <a:lnTo>
                    <a:pt x="21908" y="41910"/>
                  </a:lnTo>
                  <a:lnTo>
                    <a:pt x="11430" y="52388"/>
                  </a:lnTo>
                  <a:cubicBezTo>
                    <a:pt x="5715" y="58103"/>
                    <a:pt x="5715" y="67628"/>
                    <a:pt x="11430" y="72390"/>
                  </a:cubicBezTo>
                  <a:cubicBezTo>
                    <a:pt x="17145" y="78105"/>
                    <a:pt x="26670" y="78105"/>
                    <a:pt x="31433"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8103"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6F7D3D3F-A28F-44A0-B945-5263DE477E19}"/>
                </a:ext>
              </a:extLst>
            </p:cNvPr>
            <p:cNvSpPr/>
            <p:nvPr/>
          </p:nvSpPr>
          <p:spPr>
            <a:xfrm>
              <a:off x="3262326" y="1643095"/>
              <a:ext cx="140381" cy="140381"/>
            </a:xfrm>
            <a:custGeom>
              <a:avLst/>
              <a:gdLst>
                <a:gd name="connsiteX0" fmla="*/ 52388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8 w 76200"/>
                <a:gd name="connsiteY10" fmla="*/ 74295 h 76200"/>
                <a:gd name="connsiteX11" fmla="*/ 72390 w 76200"/>
                <a:gd name="connsiteY11" fmla="*/ 74295 h 76200"/>
                <a:gd name="connsiteX12" fmla="*/ 72390 w 76200"/>
                <a:gd name="connsiteY12" fmla="*/ 54293 h 76200"/>
                <a:gd name="connsiteX13" fmla="*/ 61913 w 76200"/>
                <a:gd name="connsiteY13" fmla="*/ 43815 h 76200"/>
                <a:gd name="connsiteX14" fmla="*/ 72390 w 76200"/>
                <a:gd name="connsiteY14" fmla="*/ 33338 h 76200"/>
                <a:gd name="connsiteX15" fmla="*/ 72390 w 76200"/>
                <a:gd name="connsiteY15" fmla="*/ 13335 h 76200"/>
                <a:gd name="connsiteX16" fmla="*/ 52388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8" y="11430"/>
                  </a:moveTo>
                  <a:lnTo>
                    <a:pt x="41910" y="21908"/>
                  </a:lnTo>
                  <a:lnTo>
                    <a:pt x="31432" y="11430"/>
                  </a:lnTo>
                  <a:cubicBezTo>
                    <a:pt x="25717" y="5715"/>
                    <a:pt x="16192" y="5715"/>
                    <a:pt x="11430" y="11430"/>
                  </a:cubicBezTo>
                  <a:cubicBezTo>
                    <a:pt x="6667"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8" y="74295"/>
                  </a:lnTo>
                  <a:cubicBezTo>
                    <a:pt x="58103" y="80010"/>
                    <a:pt x="67628" y="80010"/>
                    <a:pt x="72390" y="74295"/>
                  </a:cubicBezTo>
                  <a:cubicBezTo>
                    <a:pt x="77153" y="68580"/>
                    <a:pt x="78105" y="59055"/>
                    <a:pt x="72390" y="54293"/>
                  </a:cubicBezTo>
                  <a:lnTo>
                    <a:pt x="61913" y="43815"/>
                  </a:lnTo>
                  <a:lnTo>
                    <a:pt x="72390" y="33338"/>
                  </a:lnTo>
                  <a:cubicBezTo>
                    <a:pt x="78105" y="27623"/>
                    <a:pt x="78105" y="18098"/>
                    <a:pt x="72390" y="13335"/>
                  </a:cubicBezTo>
                  <a:cubicBezTo>
                    <a:pt x="66675" y="8573"/>
                    <a:pt x="57150" y="6668"/>
                    <a:pt x="52388" y="11430"/>
                  </a:cubicBezTo>
                  <a:close/>
                </a:path>
              </a:pathLst>
            </a:custGeom>
            <a:solidFill>
              <a:srgbClr val="FFFFFF">
                <a:alpha val="40000"/>
              </a:srgbClr>
            </a:soli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4272924B-BEC4-45DD-A357-ECA48FB37564}"/>
                </a:ext>
              </a:extLst>
            </p:cNvPr>
            <p:cNvSpPr/>
            <p:nvPr/>
          </p:nvSpPr>
          <p:spPr>
            <a:xfrm>
              <a:off x="3594454" y="1643095"/>
              <a:ext cx="140381" cy="140381"/>
            </a:xfrm>
            <a:custGeom>
              <a:avLst/>
              <a:gdLst>
                <a:gd name="connsiteX0" fmla="*/ 52387 w 76200"/>
                <a:gd name="connsiteY0" fmla="*/ 11430 h 76200"/>
                <a:gd name="connsiteX1" fmla="*/ 41910 w 76200"/>
                <a:gd name="connsiteY1" fmla="*/ 21908 h 76200"/>
                <a:gd name="connsiteX2" fmla="*/ 31432 w 76200"/>
                <a:gd name="connsiteY2" fmla="*/ 11430 h 76200"/>
                <a:gd name="connsiteX3" fmla="*/ 11430 w 76200"/>
                <a:gd name="connsiteY3" fmla="*/ 11430 h 76200"/>
                <a:gd name="connsiteX4" fmla="*/ 11430 w 76200"/>
                <a:gd name="connsiteY4" fmla="*/ 31433 h 76200"/>
                <a:gd name="connsiteX5" fmla="*/ 21907 w 76200"/>
                <a:gd name="connsiteY5" fmla="*/ 41910 h 76200"/>
                <a:gd name="connsiteX6" fmla="*/ 11430 w 76200"/>
                <a:gd name="connsiteY6" fmla="*/ 52388 h 76200"/>
                <a:gd name="connsiteX7" fmla="*/ 11430 w 76200"/>
                <a:gd name="connsiteY7" fmla="*/ 72390 h 76200"/>
                <a:gd name="connsiteX8" fmla="*/ 31432 w 76200"/>
                <a:gd name="connsiteY8" fmla="*/ 72390 h 76200"/>
                <a:gd name="connsiteX9" fmla="*/ 41910 w 76200"/>
                <a:gd name="connsiteY9" fmla="*/ 61913 h 76200"/>
                <a:gd name="connsiteX10" fmla="*/ 52387 w 76200"/>
                <a:gd name="connsiteY10" fmla="*/ 72390 h 76200"/>
                <a:gd name="connsiteX11" fmla="*/ 72390 w 76200"/>
                <a:gd name="connsiteY11" fmla="*/ 72390 h 76200"/>
                <a:gd name="connsiteX12" fmla="*/ 72390 w 76200"/>
                <a:gd name="connsiteY12" fmla="*/ 52388 h 76200"/>
                <a:gd name="connsiteX13" fmla="*/ 61912 w 76200"/>
                <a:gd name="connsiteY13" fmla="*/ 41910 h 76200"/>
                <a:gd name="connsiteX14" fmla="*/ 72390 w 76200"/>
                <a:gd name="connsiteY14" fmla="*/ 31433 h 76200"/>
                <a:gd name="connsiteX15" fmla="*/ 72390 w 76200"/>
                <a:gd name="connsiteY15" fmla="*/ 11430 h 76200"/>
                <a:gd name="connsiteX16" fmla="*/ 52387 w 76200"/>
                <a:gd name="connsiteY16" fmla="*/ 114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76200">
                  <a:moveTo>
                    <a:pt x="52387" y="11430"/>
                  </a:moveTo>
                  <a:lnTo>
                    <a:pt x="41910" y="21908"/>
                  </a:lnTo>
                  <a:lnTo>
                    <a:pt x="31432" y="11430"/>
                  </a:lnTo>
                  <a:cubicBezTo>
                    <a:pt x="25717" y="5715"/>
                    <a:pt x="16192" y="5715"/>
                    <a:pt x="11430" y="11430"/>
                  </a:cubicBezTo>
                  <a:cubicBezTo>
                    <a:pt x="5715" y="17145"/>
                    <a:pt x="5715" y="26670"/>
                    <a:pt x="11430" y="31433"/>
                  </a:cubicBezTo>
                  <a:lnTo>
                    <a:pt x="21907" y="41910"/>
                  </a:lnTo>
                  <a:lnTo>
                    <a:pt x="11430" y="52388"/>
                  </a:lnTo>
                  <a:cubicBezTo>
                    <a:pt x="5715" y="58103"/>
                    <a:pt x="5715" y="67628"/>
                    <a:pt x="11430" y="72390"/>
                  </a:cubicBezTo>
                  <a:cubicBezTo>
                    <a:pt x="17145" y="78105"/>
                    <a:pt x="26670" y="78105"/>
                    <a:pt x="31432" y="72390"/>
                  </a:cubicBezTo>
                  <a:lnTo>
                    <a:pt x="41910" y="61913"/>
                  </a:lnTo>
                  <a:lnTo>
                    <a:pt x="52387" y="72390"/>
                  </a:lnTo>
                  <a:cubicBezTo>
                    <a:pt x="58103" y="78105"/>
                    <a:pt x="67628" y="78105"/>
                    <a:pt x="72390" y="72390"/>
                  </a:cubicBezTo>
                  <a:cubicBezTo>
                    <a:pt x="78105" y="66675"/>
                    <a:pt x="78105" y="57150"/>
                    <a:pt x="72390" y="52388"/>
                  </a:cubicBezTo>
                  <a:lnTo>
                    <a:pt x="61912" y="41910"/>
                  </a:lnTo>
                  <a:lnTo>
                    <a:pt x="72390" y="31433"/>
                  </a:lnTo>
                  <a:cubicBezTo>
                    <a:pt x="78105" y="25718"/>
                    <a:pt x="78105" y="16193"/>
                    <a:pt x="72390" y="11430"/>
                  </a:cubicBezTo>
                  <a:cubicBezTo>
                    <a:pt x="66675" y="6668"/>
                    <a:pt x="58103" y="6668"/>
                    <a:pt x="52387" y="11430"/>
                  </a:cubicBezTo>
                  <a:close/>
                </a:path>
              </a:pathLst>
            </a:custGeom>
            <a:solidFill>
              <a:srgbClr val="FFFFFF">
                <a:alpha val="40000"/>
              </a:srgbClr>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957595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over and End Slide Master">
  <a:themeElements>
    <a:clrScheme name="ALLPPT-COLOR-A05">
      <a:dk1>
        <a:sysClr val="windowText" lastClr="000000"/>
      </a:dk1>
      <a:lt1>
        <a:sysClr val="window" lastClr="FFFFFF"/>
      </a:lt1>
      <a:dk2>
        <a:srgbClr val="1F497D"/>
      </a:dk2>
      <a:lt2>
        <a:srgbClr val="EEECE1"/>
      </a:lt2>
      <a:accent1>
        <a:srgbClr val="33E97C"/>
      </a:accent1>
      <a:accent2>
        <a:srgbClr val="2FC5FA"/>
      </a:accent2>
      <a:accent3>
        <a:srgbClr val="F2AC30"/>
      </a:accent3>
      <a:accent4>
        <a:srgbClr val="FE3FE4"/>
      </a:accent4>
      <a:accent5>
        <a:srgbClr val="FE4D3B"/>
      </a:accent5>
      <a:accent6>
        <a:srgbClr val="CBCBCB"/>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05">
      <a:dk1>
        <a:sysClr val="windowText" lastClr="000000"/>
      </a:dk1>
      <a:lt1>
        <a:sysClr val="window" lastClr="FFFFFF"/>
      </a:lt1>
      <a:dk2>
        <a:srgbClr val="1F497D"/>
      </a:dk2>
      <a:lt2>
        <a:srgbClr val="EEECE1"/>
      </a:lt2>
      <a:accent1>
        <a:srgbClr val="33E97C"/>
      </a:accent1>
      <a:accent2>
        <a:srgbClr val="2FC5FA"/>
      </a:accent2>
      <a:accent3>
        <a:srgbClr val="F2AC30"/>
      </a:accent3>
      <a:accent4>
        <a:srgbClr val="FE3FE4"/>
      </a:accent4>
      <a:accent5>
        <a:srgbClr val="FE4D3B"/>
      </a:accent5>
      <a:accent6>
        <a:srgbClr val="CBCBCB"/>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COLOR">
      <a:dk1>
        <a:sysClr val="windowText" lastClr="000000"/>
      </a:dk1>
      <a:lt1>
        <a:sysClr val="window" lastClr="FFFFFF"/>
      </a:lt1>
      <a:dk2>
        <a:srgbClr val="44546A"/>
      </a:dk2>
      <a:lt2>
        <a:srgbClr val="E7E6E6"/>
      </a:lt2>
      <a:accent1>
        <a:srgbClr val="8AC7D3"/>
      </a:accent1>
      <a:accent2>
        <a:srgbClr val="307689"/>
      </a:accent2>
      <a:accent3>
        <a:srgbClr val="F7C76A"/>
      </a:accent3>
      <a:accent4>
        <a:srgbClr val="F47758"/>
      </a:accent4>
      <a:accent5>
        <a:srgbClr val="C1C3C4"/>
      </a:accent5>
      <a:accent6>
        <a:srgbClr val="506272"/>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6204</TotalTime>
  <Words>1708</Words>
  <Application>Microsoft Office PowerPoint</Application>
  <PresentationFormat>Widescreen</PresentationFormat>
  <Paragraphs>399</Paragraphs>
  <Slides>45</Slides>
  <Notes>0</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45</vt:i4>
      </vt:variant>
    </vt:vector>
  </HeadingPairs>
  <TitlesOfParts>
    <vt:vector size="50" baseType="lpstr">
      <vt:lpstr>Arial</vt:lpstr>
      <vt:lpstr>Wingdings</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Palak gupta</cp:lastModifiedBy>
  <cp:revision>131</cp:revision>
  <dcterms:created xsi:type="dcterms:W3CDTF">2019-01-14T06:35:35Z</dcterms:created>
  <dcterms:modified xsi:type="dcterms:W3CDTF">2023-10-21T03:38:37Z</dcterms:modified>
</cp:coreProperties>
</file>